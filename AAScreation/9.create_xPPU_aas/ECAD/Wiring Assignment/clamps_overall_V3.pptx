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0"/>
  </p:notesMasterIdLst>
  <p:sldIdLst>
    <p:sldId id="257" r:id="rId2"/>
    <p:sldId id="258" r:id="rId3"/>
    <p:sldId id="256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9" r:id="rId21"/>
    <p:sldId id="278" r:id="rId22"/>
    <p:sldId id="280" r:id="rId23"/>
    <p:sldId id="281" r:id="rId24"/>
    <p:sldId id="282" r:id="rId25"/>
    <p:sldId id="283" r:id="rId26"/>
    <p:sldId id="284" r:id="rId27"/>
    <p:sldId id="268" r:id="rId28"/>
    <p:sldId id="285" r:id="rId29"/>
  </p:sldIdLst>
  <p:sldSz cx="14400213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0000"/>
    <a:srgbClr val="5B9BD5"/>
    <a:srgbClr val="1F4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D7AC3CCA-C797-4891-BE02-D94E43425B78}" styleName="Mittlere Formatvorlag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508" autoAdjust="0"/>
    <p:restoredTop sz="96259" autoAdjust="0"/>
  </p:normalViewPr>
  <p:slideViewPr>
    <p:cSldViewPr snapToGrid="0">
      <p:cViewPr varScale="1">
        <p:scale>
          <a:sx n="108" d="100"/>
          <a:sy n="108" d="100"/>
        </p:scale>
        <p:origin x="258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1609E8-B339-4EE2-84D4-C673B88A57E3}" type="datetimeFigureOut">
              <a:rPr lang="en-US" smtClean="0"/>
              <a:t>8/17/2017</a:t>
            </a:fld>
            <a:endParaRPr lang="en-US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90500" y="1143000"/>
            <a:ext cx="64770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2D65D2-7D08-40EA-BC5E-24D9F5B257BA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50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190500" y="1143000"/>
            <a:ext cx="6477000" cy="30861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0355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7371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800027" y="1122363"/>
            <a:ext cx="1080016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00027" y="3602038"/>
            <a:ext cx="1080016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 smtClean="0"/>
              <a:t>Formatvorlage des Untertitelmasters durch Klicken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9324249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730376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2514" y="1709739"/>
            <a:ext cx="12420184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82514" y="4589464"/>
            <a:ext cx="12420184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0636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90014" y="1825625"/>
            <a:ext cx="6120091" cy="435133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0108" y="1825625"/>
            <a:ext cx="6120091" cy="435133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215578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0" y="365126"/>
            <a:ext cx="12420184" cy="1325563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1891" y="1681163"/>
            <a:ext cx="609196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91891" y="2505075"/>
            <a:ext cx="6091965" cy="368458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90108" y="1681163"/>
            <a:ext cx="612196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90108" y="2505075"/>
            <a:ext cx="6121966" cy="368458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77015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1220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52897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21966" y="987426"/>
            <a:ext cx="7290108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01094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121966" y="987426"/>
            <a:ext cx="7290108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 smtClean="0"/>
              <a:t>Bild durch Klicken auf Symbol hinzufügen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426364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5606552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05152" y="365125"/>
            <a:ext cx="3105046" cy="5811838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90015" y="365125"/>
            <a:ext cx="9135135" cy="5811838"/>
          </a:xfrm>
        </p:spPr>
        <p:txBody>
          <a:bodyPr vert="eaVert"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833337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0015" y="1825625"/>
            <a:ext cx="1242018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015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DA19A4-9D9D-45FC-BA30-9B54BA45CFD0}" type="datetimeFigureOut">
              <a:rPr lang="de-DE" smtClean="0"/>
              <a:t>17.08.2017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770071" y="6356351"/>
            <a:ext cx="486007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170150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90510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0879690"/>
              </p:ext>
            </p:extLst>
          </p:nvPr>
        </p:nvGraphicFramePr>
        <p:xfrm>
          <a:off x="7323892" y="1195227"/>
          <a:ext cx="2730500" cy="4133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9600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2120900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r>
                        <a:rPr lang="de-DE" sz="1100" u="none" strike="noStrike" dirty="0" smtClean="0">
                          <a:effectLst/>
                        </a:rPr>
                        <a:t>.2.1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Stack.Panel.DI_EmergencyStop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 smtClean="0">
                          <a:effectLst/>
                        </a:rPr>
                        <a:t>1.2.2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Stack.Panel.DI_StartButton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Stack.Panel.DI_ManuelButton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Crane.Gripper.DI_TakenIn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r>
                        <a:rPr lang="de-DE" sz="1100" u="none" strike="noStrike" dirty="0" smtClean="0">
                          <a:effectLst/>
                        </a:rPr>
                        <a:t>.3.1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Crane.LiftingCylinder.DI_Extended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Crane.LiftingCylinder.DI_Retracted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Stack.Seperator.DI_Retracted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Stack.Seperator.DI_Extended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</a:t>
                      </a:r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.4.1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Stack.DI_InductiveSensor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Stack.DI_OpticalSensor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Crane.DI_OnStamp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Crane.DI_OnConveyor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.5.1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Crane.DI_OnStack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Stack.DI_WorkpieceReady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Crane.Gripper.Valve.DO_VacuumOn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41399661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Crane.LiftingCylinder.DO_Extend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Stack.Seperator.DO_Extend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Stack.Panel.DO_LampGreen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Stack.Panel.DO_LampWhite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Crane.DO_TurnCounterclockwise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Crane.DO_TurnClockwise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Crane.AI_Positon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7160493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2562931" y="526412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761121" y="3144844"/>
            <a:ext cx="1426015" cy="1498824"/>
            <a:chOff x="2761121" y="3144844"/>
            <a:chExt cx="1426015" cy="1498824"/>
          </a:xfrm>
        </p:grpSpPr>
        <p:grpSp>
          <p:nvGrpSpPr>
            <p:cNvPr id="13" name="Gruppieren 12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11" name="Gruppieren 10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1098" name="Textfeld 1097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Ellipse 1098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0" name="Gruppieren 1099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1" name="Textfeld 11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1102" name="Ellipse 11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3" name="Gruppieren 1102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4" name="Textfeld 1103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1105" name="Ellipse 1104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1F4E79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6" name="Gruppieren 1105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1107" name="Textfeld 1106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1108" name="Ellipse 110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9" name="Gruppieren 1108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1110" name="Textfeld 1109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1111" name="Ellipse 1110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113" name="Textfeld 1112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Rechteck 1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Ellipse 406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235114" y="1103872"/>
            <a:ext cx="4806473" cy="1652928"/>
            <a:chOff x="2235114" y="1103872"/>
            <a:chExt cx="4806473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1033" name="Rechteck 103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1034" name="Rechteck 103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035" name="Textfeld 103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1036" name="Gruppieren 103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072" name="Rechteck 10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1" name="Textfeld 107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05" name="Textfeld 40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" name="Gruppieren 2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483" name="Gruppieren 48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84" name="Gruppieren 4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486" name="Gruppieren 4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488" name="Rechteck 4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89" name="Rechteck 4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0" name="Ellipse 4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91" name="Ellipse 4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2" name="Textfeld 4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494" name="Ellipse 4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5" name="Ellipse 4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6" name="Textfeld 4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7" name="Textfeld 4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8" name="Ellipse 4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9" name="Ellipse 4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0" name="Textfeld 4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1" name="Textfeld 5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2" name="Ellipse 5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3" name="Ellipse 5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4" name="Textfeld 5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05" name="Textfeld 5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06" name="Rechteck 5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7" name="Rechteck 5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8" name="Rechteck 5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9" name="Rechteck 5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0" name="Rechteck 5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1" name="Rechteck 5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2" name="Rechteck 5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3" name="Rechteck 5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87" name="Textfeld 4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485" name="Textfeld 4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409" name="Textfeld 40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65" name="Gruppieren 364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366" name="Rechteck 3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67" name="Ellipse 3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68" name="Ellipse 3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69" name="Ellipse 3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0" name="Ellipse 3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1" name="Textfeld 3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72" name="Textfeld 3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Ellipse 3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8" name="Ellipse 3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85" name="Gruppieren 3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86" name="Rechteck 3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87" name="Rechteck 3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88" name="Rechteck 3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89" name="Rechteck 3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" name="Rechteck 3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1" name="Rechteck 3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2" name="Rechteck 3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390078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9404131"/>
              </p:ext>
            </p:extLst>
          </p:nvPr>
        </p:nvGraphicFramePr>
        <p:xfrm>
          <a:off x="4410541" y="2644141"/>
          <a:ext cx="4192430" cy="41377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598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256445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8019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Stamp.Panel.DI_ManuelButton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Stamp.DI_SliderFilled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LargeSortingConveyor.DI_Beginning_PresenceSensor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2&amp;3.4.3</a:t>
                      </a:r>
                      <a:endParaRPr lang="de-DE" sz="10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Sortierband Kapazitiver Sensor Kran Interface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LargeSortingConveyor.DI_Pusher1_InductiveSensor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LargeSortingConveyor.DI_Pusher1_OpticalSensor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LargeSortingConveyor.DI_Pusher2_InductiveSensor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LargeSortingConveyor.DI_Pusher1_OpticalSensor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LargeSortingConveyor.DI_Ramp3_OpticalSensor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LargeSortingConveyor.Seperator2.DI_Extended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LargeSortingConveyor.Seperator2.DI_Retracted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2&amp;3.7.3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Stamp.Panel.DI_EmergencyStop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2&amp;3.7.4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Stamp.Panel.DI_StartButton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7160493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BC2&amp;3</a:t>
            </a:r>
          </a:p>
        </p:txBody>
      </p:sp>
      <p:graphicFrame>
        <p:nvGraphicFramePr>
          <p:cNvPr id="1303" name="Tabelle 13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4427714"/>
              </p:ext>
            </p:extLst>
          </p:nvPr>
        </p:nvGraphicFramePr>
        <p:xfrm>
          <a:off x="8721098" y="2643027"/>
          <a:ext cx="419243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598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256445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2&amp;3.10.1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Stamp.SlidingCylinder.DO_Retract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Stamp.Panel.DO_LampGreen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2&amp;3.11.1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Stamp.Panel.DO_LampWhite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LargeSortingConveyor.Seperator2.DO_Extend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2&amp;3.12.1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2&amp;3.12.2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LargeSortingConveyor.Panel.DO_LampGreen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2&amp;3.12.4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LargeSortingConveyor.Panel.DO_LampWhite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2&amp;3.16.1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2&amp;3.16.2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Stamp.AO_Pressure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grpSp>
        <p:nvGrpSpPr>
          <p:cNvPr id="7" name="Gruppieren 6"/>
          <p:cNvGrpSpPr/>
          <p:nvPr/>
        </p:nvGrpSpPr>
        <p:grpSpPr>
          <a:xfrm>
            <a:off x="1116267" y="770205"/>
            <a:ext cx="6108962" cy="1652928"/>
            <a:chOff x="1116267" y="770205"/>
            <a:chExt cx="6108962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150" name="Gruppieren 11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2" name="Ellipse 11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Textfeld 1163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6" name="Ellipse 11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Rechteck 11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Rechteck 11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Rechteck 11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Rechteck 11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Rechteck 11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178" name="Gruppieren 1177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179" name="Gruppieren 117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181" name="Gruppieren 118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Ellipse 1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88" name="Textfeld 1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Ellipse 1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Textfeld 11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6" name="Textfeld 1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Textfeld 1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0" name="Textfeld 1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82" name="Textfeld 118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180" name="Textfeld 1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09" name="Gruppieren 1208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210" name="Gruppieren 12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212" name="Gruppieren 12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5" name="Rechteck 1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0" name="Ellipse 1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Ellipse 1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Textfeld 1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8" name="Ellipse 1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Textfeld 1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Rechteck 1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Rechteck 1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3" name="Textfeld 12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211" name="Textfeld 1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40" name="Gruppieren 1239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245" name="Rechteck 12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63" name="Textfeld 562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83" name="Gruppieren 58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584" name="Gruppieren 58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586" name="Gruppieren 58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01" name="Textfeld 6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Ellipse 6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7" name="Gruppieren 58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599" name="Textfeld 59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00" name="Ellipse 59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8" name="Gruppieren 58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597" name="Textfeld 59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598" name="Ellipse 59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9" name="Gruppieren 58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595" name="Textfeld 59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596" name="Ellipse 59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90" name="Gruppieren 58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593" name="Textfeld 59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594" name="Ellipse 59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591" name="Textfeld 59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2" name="Rechteck 59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Ellipse 58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29448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195462"/>
              </p:ext>
            </p:extLst>
          </p:nvPr>
        </p:nvGraphicFramePr>
        <p:xfrm>
          <a:off x="3269294" y="2062937"/>
          <a:ext cx="4770711" cy="4737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Crane.DI_AtStampInd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Crane.DI_BetweenStampConveyorInd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Crane.DI_AtStackInd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Crane.DI_BetweenConveyorStackInd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Crane.DI_AtConveyorInd</a:t>
                      </a:r>
                      <a:endParaRPr lang="de-DE" sz="1100" b="0" i="0" u="none" strike="noStrike" dirty="0" smtClean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1834803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LargeSortingConveyor.DI_Ramp1_PresenceSensor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LargeSortingConveyor.DI_Ramp2_PresenceSensor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LargeSortingConveyor.DI_Ramp3_PresenceSensor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Stamp.SlidingCylinder.DI_BoundaryPressure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LargeSortingConveyor.Seperator1.DI_BoundaryPressure and LargeSortingConveyor.Seperator2.DI_BoundaryPressure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SmallSortingConveyor.Switch.DI_BoundaryPressure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PicAlpha.Gripper.DI_BoundaryVacuumPressure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PicAlpha.Gripper.DI_BoundaryFlowPressure1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PicAlpha.Gripper.DI_BoundaryFlowPressure2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SmallSortingConveyor.DI_LightSensor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SmallSortingConveyor.DI_InductiveSensor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SmallSortingConveyor.DI_Ramp_PresenceSensor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Stamp.StampingCylinder.DI_BoundaryFlowPressure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Crane.LiftingCylinder.DI_BoundaryFlowPressure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Stack.Seperator.DI_BoundaryFlowPressure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LargeSortingConveyor.Sepertor1.DI_BoundaryFlowPressure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LargeSortingConveyor.Sepertor2.DI_BoundaryFlowPressure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6132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BC4</a:t>
            </a:r>
          </a:p>
        </p:txBody>
      </p:sp>
      <p:graphicFrame>
        <p:nvGraphicFramePr>
          <p:cNvPr id="1303" name="Tabelle 13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455446"/>
              </p:ext>
            </p:extLst>
          </p:nvPr>
        </p:nvGraphicFramePr>
        <p:xfrm>
          <a:off x="8310435" y="35795"/>
          <a:ext cx="4371406" cy="6757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12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629281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Stack.Seperator.AI_PressureSensor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ctr" fontAlgn="b"/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Stamp.SlidingCylinder.AI_PressureSensor and Stamp.StampingCylinder.AI_PressureSensor and ConveyorRefill.Switch.AI_PressureSensor</a:t>
                      </a: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LargeSortingConveyor.Seperator1.AI_PressureSensor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LargeSortingConveyor.Seperator2.AI_PressureSensor</a:t>
                      </a: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PicAlpha.Gripper.AI_VacuumSensor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LargeSortingConveyor.Conveyor_UltrasonicSensor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Stamp.StampingCylinder.AI_StampingPressure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LargeSortingConveyor.Seperator1.AI_FlowPressure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BK1and6.Wattmeter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BK2and3and7.Wattmeter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BK4and5and8and9and10and11.Wattmeter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PicAlpha.LiftingCylinder.AI_PressureSensor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Stamp.StampingCylinder.AI_FlowPressure and Stamp.SlidingCylinder.AI_FlowPressure and ConveyorRefill.Switch.AI_FlowPressure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Stack.Seperator.AI_FlowPressure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Crane.LiftingCylinder.AI_PositionTransmitter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99929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4.12.2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Stack.Seperator.AI_PositionTransmitter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5052697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4.12.3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07255504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17049064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4.12.5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LargeSortingConveyor.Seperator2.AI_PositionTransmitter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1451647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4.12.6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57873543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4.12.7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Crane.Gripper.AI_VacuumPressure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09780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4.13.1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Crane.LiftingCylinder.DO_BlockPressureS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5102255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4.13.3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Stamp.SlidingCylinder.DO_BlockPressureS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ConveyorRefill.Switch.DO_BlockPressure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98685564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4.14.1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LargeSortingConveyor.Seperator1.DO_BlockPressureS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LargeSortingConveyor.Seperator2.DO_BlockPressureS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064226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4.14.4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SmallSortingConveyor.Switch.DO_BlockPressureS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7371184"/>
                  </a:ext>
                </a:extLst>
              </a:tr>
            </a:tbl>
          </a:graphicData>
        </a:graphic>
      </p:graphicFrame>
      <p:grpSp>
        <p:nvGrpSpPr>
          <p:cNvPr id="3" name="Gruppieren 2"/>
          <p:cNvGrpSpPr/>
          <p:nvPr/>
        </p:nvGrpSpPr>
        <p:grpSpPr>
          <a:xfrm>
            <a:off x="1956535" y="219231"/>
            <a:ext cx="5142591" cy="1652928"/>
            <a:chOff x="1956535" y="219231"/>
            <a:chExt cx="5142591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152" name="Rechteck 11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536" name="Textfeld 535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488" name="Rechteck 48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0" name="Ellipse 48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1" name="Ellipse 49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4" name="Ellipse 49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5" name="Ellipse 49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87" name="Textfeld 48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485" name="Textfeld 48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4" name="Ellipse 54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4" name="Ellipse 55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5" name="Ellipse 55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7" name="Ellipse 55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8" name="Ellipse 55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9" name="Ellipse 55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0" name="Ellipse 55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1" name="Ellipse 56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3" name="Ellipse 5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94" name="Ellipse 5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5" name="Ellipse 5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6" name="Ellipse 5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" name="Gruppieren 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489" name="Rechteck 4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09" name="Rechteck 50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7" name="Rechteck 59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9" name="Rechteck 59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0" name="Rechteck 59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1" name="Rechteck 60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2" name="Rechteck 60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3" name="Rechteck 60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4" name="Rechteck 60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5" name="Rechteck 60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6" name="Rechteck 60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7" name="Rechteck 60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8" name="Rechteck 60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9" name="Rechteck 60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0" name="Rechteck 60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1" name="Rechteck 61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2" name="Rechteck 61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613" name="Gruppieren 61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614" name="Gruppieren 61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616" name="Gruppieren 61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31" name="Textfeld 63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Ellipse 63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7" name="Gruppieren 61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629" name="Textfeld 62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30" name="Ellipse 62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8" name="Gruppieren 61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627" name="Textfeld 62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628" name="Ellipse 62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625" name="Textfeld 62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626" name="Ellipse 62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20" name="Gruppieren 61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623" name="Textfeld 62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624" name="Ellipse 62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621" name="Textfeld 62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2" name="Rechteck 62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5" name="Ellipse 61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5851352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4464819"/>
              </p:ext>
            </p:extLst>
          </p:nvPr>
        </p:nvGraphicFramePr>
        <p:xfrm>
          <a:off x="5890574" y="1281316"/>
          <a:ext cx="4770711" cy="4514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SafetyDoor.Panel.DI_StartButton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SafetyDoor.DI_StopButton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SafetyDoor.Panel.DI_ManuelButton 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SafetyDoor.DI_ResetButton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ConveyorRefill.DI_Beginning_PresenceSensor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ConveyorRefill.SwitchStopper.DI_Retracted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ConveyorRefill.SwitchStopper.DI_Extended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SafetyDoor.Panel.DO_LampGreen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SafetyDoor.DO_LampReset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ConveyorRefill.SwitchStopper.DO_Extend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ConveyorRefill.DO_Speed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BC5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288" name="Gruppieren 2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03" name="Textfeld 302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Ellipse 30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89" name="Gruppieren 2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01" name="Textfeld 300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02" name="Ellipse 30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0" name="Gruppieren 2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99" name="Textfeld 2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00" name="Ellipse 2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1" name="Gruppieren 2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97" name="Textfeld 296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98" name="Ellipse 2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2" name="Gruppieren 2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295" name="Textfeld 294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296" name="Ellipse 2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293" name="Textfeld 2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4" name="Rechteck 2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Ellipse 28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" name="Textfeld 304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306" name="Ellipse 305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585049" y="1276147"/>
            <a:ext cx="2844318" cy="1655156"/>
            <a:chOff x="2585049" y="1276147"/>
            <a:chExt cx="2844318" cy="165515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36" name="Rechteck 535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3" name="Textfeld 282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" name="Gruppieren 3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514" name="Gruppieren 513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08" name="Textfeld 3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09" name="Textfeld 3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10" name="Textfeld 3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31125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413987"/>
              </p:ext>
            </p:extLst>
          </p:nvPr>
        </p:nvGraphicFramePr>
        <p:xfrm>
          <a:off x="5566483" y="1350796"/>
          <a:ext cx="4770711" cy="1289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Stack.AI_WPWeight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GND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GND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6425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BC6</a:t>
            </a:r>
          </a:p>
        </p:txBody>
      </p:sp>
      <p:grpSp>
        <p:nvGrpSpPr>
          <p:cNvPr id="187" name="Gruppieren 18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188" name="Gruppieren 1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206" name="Textfeld 20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Ellipse 20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89" name="Gruppieren 1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204" name="Textfeld 20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205" name="Ellipse 20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0" name="Gruppieren 1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02" name="Textfeld 20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203" name="Ellipse 20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00" name="Textfeld 19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01" name="Ellipse 20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2" name="Gruppieren 1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198" name="Textfeld 19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199" name="Ellipse 19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193" name="Textfeld 1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Rechteck 1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Ellipse 19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6" name="Textfeld 19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" name="Ellipse 19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14" name="Gruppieren 13"/>
          <p:cNvGrpSpPr/>
          <p:nvPr/>
        </p:nvGrpSpPr>
        <p:grpSpPr>
          <a:xfrm>
            <a:off x="2584649" y="1278375"/>
            <a:ext cx="1551780" cy="1652928"/>
            <a:chOff x="2584649" y="1278375"/>
            <a:chExt cx="1551780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" name="Textfeld 7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4" name="Textfeld 7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" name="Textfeld 726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" name="Textfeld 7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" name="Textfeld 7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" name="Textfeld 7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" name="Textfeld 7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6" name="Textfeld 7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88" name="Rechteck 787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85" name="Textfeld 184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08" name="Gruppieren 207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09" name="Rechteck 20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0" name="Ellipse 20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1" name="Ellipse 21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2" name="Ellipse 21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3" name="Ellipse 21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Textfeld 21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5" name="Textfeld 21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Ellipse 21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7" name="Ellipse 21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8" name="Ellipse 21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9" name="Ellipse 21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Ellipse 21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1" name="Ellipse 22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2" name="Ellipse 22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3" name="Ellipse 22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4" name="Ellipse 22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5" name="Ellipse 22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6" name="Ellipse 22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7" name="Ellipse 22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28" name="Gruppieren 22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29" name="Rechteck 22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1" name="Rechteck 23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2" name="Rechteck 23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3" name="Rechteck 23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4" name="Rechteck 23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5" name="Rechteck 23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6" name="Rechteck 23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7" name="Rechteck 23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8" name="Rechteck 23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9" name="Rechteck 23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0" name="Rechteck 23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1" name="Rechteck 24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2" name="Rechteck 24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4" name="Rechteck 24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5" name="Rechteck 24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46" name="Textfeld 245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32895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901795"/>
              </p:ext>
            </p:extLst>
          </p:nvPr>
        </p:nvGraphicFramePr>
        <p:xfrm>
          <a:off x="5890574" y="1281316"/>
          <a:ext cx="4770711" cy="203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 Input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BC7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6406" y="1278376"/>
            <a:ext cx="2517156" cy="1652928"/>
            <a:chOff x="2586406" y="1278376"/>
            <a:chExt cx="2517156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0" name="Gruppieren 33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41" name="Gruppieren 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45" name="Rechteck 3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4" name="Textfeld 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42" name="Textfeld 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9" name="Textfeld 278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81" name="Gruppieren 280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372" name="Rechteck 3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Textfeld 3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8" name="Textfeld 3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5" name="Ellipse 3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6" name="Ellipse 3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7" name="Ellipse 3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8" name="Ellipse 3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9" name="Ellipse 3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0" name="Ellipse 3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91" name="Gruppieren 3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92" name="Rechteck 3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3" name="Rechteck 4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4" name="Rechteck 4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5" name="Rechteck 4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6" name="Rechteck 4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7" name="Rechteck 4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8" name="Rechteck 4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409" name="Gruppieren 408"/>
          <p:cNvGrpSpPr/>
          <p:nvPr/>
        </p:nvGrpSpPr>
        <p:grpSpPr>
          <a:xfrm>
            <a:off x="2741148" y="3340045"/>
            <a:ext cx="1426015" cy="1533559"/>
            <a:chOff x="1304608" y="3314999"/>
            <a:chExt cx="1426015" cy="1533559"/>
          </a:xfrm>
        </p:grpSpPr>
        <p:grpSp>
          <p:nvGrpSpPr>
            <p:cNvPr id="410" name="Gruppieren 409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428" name="Textfeld 427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Ellipse 42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1" name="Gruppieren 410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426" name="Textfeld 42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427" name="Ellipse 42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2" name="Gruppieren 411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424" name="Textfeld 42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425" name="Ellipse 42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3" name="Gruppieren 412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422" name="Textfeld 421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423" name="Ellipse 42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420" name="Textfeld 419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421" name="Ellipse 42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415" name="Textfeld 414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6" name="Rechteck 415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Ellipse 41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18" name="Textfeld 417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9" name="Ellipse 418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4468013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8825885"/>
              </p:ext>
            </p:extLst>
          </p:nvPr>
        </p:nvGraphicFramePr>
        <p:xfrm>
          <a:off x="5890574" y="1281316"/>
          <a:ext cx="4770711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PicAlpha.Gripper.DI_TakenIn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LightGrid.ExtendedPanel.DI_StopButton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LightGrid.Panel.DI_ResetButton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PicAlpha.Motor.DO_Backwards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PicAlpha.Gripper.DO_Intake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PicAlpha.DO_VacuumHit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LightGrid.ExtendedPanel.DO_LampReset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3791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28638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LightGrid.ExtendedPanel.DO_Q2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9990107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BC8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5007" y="1278159"/>
            <a:ext cx="3169862" cy="1653145"/>
            <a:chOff x="2585007" y="1278159"/>
            <a:chExt cx="3169862" cy="1653145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82" name="Gruppieren 281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83" name="Gruppieren 2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7" name="Rechteck 28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6" name="Textfeld 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Textfeld 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4" name="Textfeld 31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37" name="Gruppieren 336"/>
          <p:cNvGrpSpPr/>
          <p:nvPr/>
        </p:nvGrpSpPr>
        <p:grpSpPr>
          <a:xfrm>
            <a:off x="2684703" y="3418716"/>
            <a:ext cx="1426015" cy="1498824"/>
            <a:chOff x="2761121" y="3144844"/>
            <a:chExt cx="1426015" cy="1498824"/>
          </a:xfrm>
        </p:grpSpPr>
        <p:grpSp>
          <p:nvGrpSpPr>
            <p:cNvPr id="338" name="Gruppieren 337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340" name="Gruppieren 339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355" name="Textfeld 35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Ellipse 35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1" name="Gruppieren 340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353" name="Textfeld 352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354" name="Ellipse 35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2" name="Gruppieren 341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351" name="Textfeld 35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352" name="Ellipse 35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3" name="Gruppieren 342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349" name="Textfeld 348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350" name="Ellipse 34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4" name="Gruppieren 343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347" name="Textfeld 346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348" name="Ellipse 34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345" name="Textfeld 344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Rechteck 345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" name="Ellipse 338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38199033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490547"/>
              </p:ext>
            </p:extLst>
          </p:nvPr>
        </p:nvGraphicFramePr>
        <p:xfrm>
          <a:off x="5890574" y="1432446"/>
          <a:ext cx="4770711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ConveyorPicAlpha.SwitchStopper.DI_Retracted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ConveyorPicAlpha.SwitchStopper.DI_Extended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ConveyorPicAlpha.Motor.DO_Forwards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ConveyorPicAlpha.SwitchStopper.DO_Extend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BC9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80" name="Textfeld 27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376" name="Textfeld 375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377" name="Textfeld 376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378" name="Textfeld 377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379" name="Textfeld 378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80" name="Gruppieren 379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381" name="Gruppieren 380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99" name="Textfeld 3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Ellipse 3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2" name="Gruppieren 381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97" name="Textfeld 396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98" name="Ellipse 3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3" name="Gruppieren 382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395" name="Textfeld 394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96" name="Ellipse 3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4" name="Gruppieren 383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393" name="Textfeld 392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394" name="Ellipse 39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5" name="Gruppieren 384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391" name="Textfeld 390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392" name="Ellipse 39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386" name="Textfeld 385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</a:t>
              </a:r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7" name="Rechteck 386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Ellipse 387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9" name="Textfeld 388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390" name="Ellipse 389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015184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0132282"/>
              </p:ext>
            </p:extLst>
          </p:nvPr>
        </p:nvGraphicFramePr>
        <p:xfrm>
          <a:off x="5890574" y="1432446"/>
          <a:ext cx="4770711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SmallSortingConveyor.Switch.DI_Retracted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SmallSortingConveyor.Switch.DI_Extanded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BC10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355" name="Gruppieren 354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6" name="Gruppieren 3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8" name="Gruppieren 3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0" name="Rechteck 3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" name="Rechteck 3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" name="Ellipse 3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" name="Ellipse 3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" name="Ellipse 3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" name="Ellipse 3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" name="Ellipse 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" name="Ellipse 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" name="Ellipse 3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" name="Ellipse 3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" name="Rechteck 3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" name="Rechteck 3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" name="Rechteck 3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" name="Rechteck 3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" name="Rechteck 3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" name="Rechteck 3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" name="Rechteck 3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" name="Rechteck 3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" name="Textfeld 3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7" name="Textfeld 3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78" name="Rechteck 377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79" name="Rechteck 378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0" name="Rechteck 379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1" name="Rechteck 38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2" name="Rechteck 38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3" name="Gruppieren 382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84" name="Gruppieren 3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6" name="Gruppieren 3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8" name="Rechteck 3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9" name="Rechteck 3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0" name="Ellipse 3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" name="Ellipse 3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" name="Textfeld 3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3" name="Textfeld 3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" name="Ellipse 3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" name="Ellipse 3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" name="Textfeld 3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" name="Textfeld 3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8" name="Ellipse 3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" name="Ellipse 3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" name="Textfeld 4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2" name="Ellipse 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3" name="Ellipse 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" name="Textfeld 4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5" name="Textfeld 4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6" name="Rechteck 4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Rechteck 4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Rechteck 4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Rechteck 4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Rechteck 4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Rechteck 4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5" name="Textfeld 3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15" name="Gruppieren 4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" name="Gruppieren 4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9" name="Rechteck 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" name="Rechteck 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29" name="Ellipse 4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Ellipse 4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Textfeld 4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2" name="Textfeld 4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33" name="Ellipse 4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Ellipse 4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Textfeld 4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6" name="Textfeld 4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37" name="Rechteck 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Rechteck 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Rechteck 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Rechteck 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" name="Rechteck 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" name="Rechteck 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Rechteck 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8" name="Textfeld 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16" name="Textfeld 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445" name="Gruppieren 444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446" name="Gruppieren 4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" name="Gruppieren 4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50" name="Rechteck 4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Ellipse 4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Ellipse 45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Ellipse 45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Ellipse 4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7" name="Ellipse 4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Ellipse 4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Ellipse 4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3" name="Rechteck 4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Rechteck 4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Rechteck 4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Rechteck 4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9" name="Textfeld 4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7" name="Textfeld 4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468" name="Gruppieren 467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69" name="Gruppieren 4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71" name="Gruppieren 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73" name="Rechteck 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74" name="Rechteck 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Ellipse 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6" name="Ellipse 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7" name="Textfeld 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8" name="Textfeld 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9" name="Ellipse 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0" name="Ellipse 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1" name="Textfeld 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2" name="Textfeld 481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3" name="Ellipse 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4" name="Ellipse 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5" name="Textfeld 484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6" name="Textfeld 485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7" name="Ellipse 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Ellipse 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Textfeld 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0" name="Textfeld 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3" name="Rechteck 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Rechteck 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Rechteck 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Rechteck 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72" name="Textfeld 4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70" name="Textfeld 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499" name="Gruppieren 498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500" name="Gruppieren 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502" name="Gruppieren 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504" name="Rechteck 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5" name="Rechteck 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6" name="Ellipse 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Textfeld 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10" name="Ellipse 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Ellipse 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54" name="Ellipse 5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7" name="Ellipse 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59" name="Textfeld 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60" name="Rechteck 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Rechteck 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3" name="Rechteck 5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Rechteck 5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Rechteck 5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6" name="Rechteck 5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03" name="Textfeld 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501" name="Textfeld 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99" name="Gruppieren 598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600" name="Gruppieren 599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602" name="Rechteck 60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3" name="Textfeld 60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601" name="Textfeld 6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04" name="Rechteck 603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605" name="Gruppieren 604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606" name="Gruppieren 605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608" name="Gruppieren 6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610" name="Rechteck 6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1" name="Rechteck 6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Ellipse 6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4" name="Ellipse 6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Textfeld 6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Ellipse 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Textfeld 619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2" name="Ellipse 6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Rechteck 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Rechteck 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6" name="Rechteck 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9" name="Textfeld 6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07" name="Textfeld 6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632" name="Textfeld 631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3" name="Textfeld 632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634" name="Textfeld 633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635" name="Textfeld 634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636" name="Textfeld 635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637" name="Gruppieren 636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638" name="Gruppieren 63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656" name="Textfeld 65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Ellipse 65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39" name="Gruppieren 63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654" name="Textfeld 65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655" name="Ellipse 65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0" name="Gruppieren 63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652" name="Textfeld 65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653" name="Ellipse 65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1" name="Gruppieren 64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650" name="Textfeld 64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651" name="Ellipse 65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2" name="Gruppieren 64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648" name="Textfeld 64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649" name="Ellipse 64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643" name="Textfeld 64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4" name="Rechteck 64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llipse 64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6" name="Textfeld 64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647" name="Ellipse 64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174971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884756"/>
              </p:ext>
            </p:extLst>
          </p:nvPr>
        </p:nvGraphicFramePr>
        <p:xfrm>
          <a:off x="5805488" y="1432446"/>
          <a:ext cx="4855798" cy="2791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817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17623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FlowSensor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GearPoint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80l/min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FlowSensor GearPoint 120l/min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PressurSensor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4bar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FlowSensor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2-200l/min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transducer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0-10A AC … 0-10V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ext. Sensor 0-10V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11.3.G(8)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GND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small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contacter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max. 4kW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Schuko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plug (left)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small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contacter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max. 4kW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Schuko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plug (right)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changeover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realay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magnet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valve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03234386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5049" y="1277585"/>
            <a:ext cx="2520106" cy="1653719"/>
            <a:chOff x="2585049" y="1277585"/>
            <a:chExt cx="2520106" cy="1653719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" name="Textfeld 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" name="Textfeld 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" name="Textfeld 3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6" name="Textfeld 335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49" name="Textfeld 248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251" name="Gruppieren 250"/>
          <p:cNvGrpSpPr/>
          <p:nvPr/>
        </p:nvGrpSpPr>
        <p:grpSpPr>
          <a:xfrm>
            <a:off x="2622733" y="3317438"/>
            <a:ext cx="1426015" cy="1498824"/>
            <a:chOff x="2761121" y="3144844"/>
            <a:chExt cx="1426015" cy="1498824"/>
          </a:xfrm>
        </p:grpSpPr>
        <p:grpSp>
          <p:nvGrpSpPr>
            <p:cNvPr id="252" name="Gruppieren 251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254" name="Gruppieren 253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269" name="Textfeld 26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Ellipse 26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5" name="Gruppieren 254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267" name="Textfeld 26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268" name="Ellipse 26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6" name="Gruppieren 255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265" name="Textfeld 26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266" name="Ellipse 26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7" name="Gruppieren 256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263" name="Textfeld 262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264" name="Ellipse 26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8" name="Gruppieren 257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261" name="Textfeld 260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262" name="Ellipse 26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259" name="Textfeld 258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</a:t>
                </a:r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Rechteck 259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Ellipse 252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3810361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665" name="Gruppieren 66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67" name="Gruppieren 66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69" name="Rechteck 6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0" name="Rechteck 6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1" name="Ellipse 6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Ellipse 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5" name="Ellipse 6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Ellipse 6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9" name="Rechteck 6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0" name="Rechteck 6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Rechteck 6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Rechteck 6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3" name="Rechteck 6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8" name="Textfeld 6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66" name="Textfeld 6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635" name="Gruppieren 6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37" name="Gruppieren 6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39" name="Rechteck 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" name="Rechteck 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" name="Ellipse 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" name="Ellipse 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" name="Textfeld 6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" name="Textfeld 6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Textfeld 6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" name="Textfeld 6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Textfeld 6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2" name="Textfeld 6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3" name="Ellipse 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4" name="Ellipse 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Textfeld 6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6" name="Textfeld 6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1" name="Rechteck 6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2" name="Rechteck 6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3" name="Rechteck 6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4" name="Rechteck 6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38" name="Textfeld 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36" name="Textfeld 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605" name="Gruppieren 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07" name="Gruppieren 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09" name="Rechteck 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0" name="Rechteck 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1" name="Ellipse 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Textfeld 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4" name="Textfeld 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8" name="Textfeld 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06" name="Textfeld 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75" name="Gruppieren 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77" name="Gruppieren 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79" name="Rechteck 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0" name="Rechteck 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Rechteck 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0" name="Rechteck 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78" name="Textfeld 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76" name="Textfeld 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23" name="Gruppieren 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5" name="Gruppieren 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7" name="Rechteck 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8" name="Rechteck 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1" name="Ellipse 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42" name="Ellipse 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Textfeld 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9" name="Rechteck 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0" name="Rechteck 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1" name="Rechteck 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2" name="Rechteck 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6" name="Textfeld 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4" name="Textfeld 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493" name="Gruppieren 49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5" name="Gruppieren 4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7" name="Rechteck 4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Textfeld 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4" name="Textfeld 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9" name="Rechteck 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Rechteck 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Rechteck 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6" name="Textfeld 49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94" name="Textfeld 4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463" name="Gruppieren 4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5" name="Gruppieren 4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7" name="Rechteck 4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8" name="Rechteck 4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1" name="Ellipse 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Ellipse 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Textfeld 4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4" name="Textfeld 4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Rechteck 4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6" name="Textfeld 4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64" name="Textfeld 4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433" name="Gruppieren 4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5" name="Gruppieren 4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7" name="Rechteck 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1" name="Ellipse 4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Textfeld 4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4" name="Textfeld 4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Rechteck 4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6" name="Textfeld 4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34" name="Textfeld 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403" name="Gruppieren 4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" name="Gruppieren 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7" name="Rechteck 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6" name="Textfeld 4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04" name="Textfeld 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7" name="Gruppieren 326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401" name="Rechteck 40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02" name="Textfeld 40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8" name="Textfeld 327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9" name="Gruppieren 328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368" name="Gruppieren 3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70" name="Gruppieren 3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72" name="Gruppieren 3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4" name="Rechteck 3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5" name="Rechteck 3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7" name="Ellipse 3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7" name="Ellipse 3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Ellipse 3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Textfeld 3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90" name="Textfeld 3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5" name="Rechteck 3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6" name="Rechteck 3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7" name="Rechteck 3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8" name="Rechteck 3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73" name="Textfeld 3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71" name="Textfeld 3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9" name="Textfeld 3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30" name="Gruppieren 329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331" name="Rechteck 33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2" name="Ellipse 33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3" name="Ellipse 33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" name="Ellipse 33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5" name="Ellipse 33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6" name="Textfeld 33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37" name="Textfeld 33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Ellipse 33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9" name="Ellipse 33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0" name="Ellipse 33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1" name="Ellipse 34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2" name="Ellipse 34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43" name="Ellipse 34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4" name="Ellipse 34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5" name="Ellipse 34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6" name="Ellipse 34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47" name="Ellipse 34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8" name="Ellipse 34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9" name="Ellipse 34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50" name="Gruppieren 34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51" name="Rechteck 35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2" name="Rechteck 35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3" name="Rechteck 35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4" name="Rechteck 35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5" name="Rechteck 35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6" name="Rechteck 35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7" name="Rechteck 35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8" name="Rechteck 35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9" name="Rechteck 35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0" name="Rechteck 35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1" name="Rechteck 36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2" name="Rechteck 36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3" name="Rechteck 36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4" name="Rechteck 36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5" name="Rechteck 36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6" name="Rechteck 36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7" name="Rechteck 36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0-1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2042464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" name="Gruppieren 307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639" name="Gruppieren 63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41" name="Gruppieren 6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43" name="Rechteck 6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4" name="Rechteck 6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Ellipse 6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" name="Ellipse 6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Ellipse 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" name="Ellipse 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" name="Rechteck 6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" name="Rechteck 6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Rechteck 6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6" name="Rechteck 6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2" name="Textfeld 6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40" name="Textfeld 6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609" name="Gruppieren 6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11" name="Gruppieren 6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13" name="Rechteck 6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4" name="Rechteck 6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7" name="Ellipse 6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28" name="Ellipse 6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Textfeld 6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0" name="Textfeld 6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5" name="Rechteck 6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" name="Rechteck 6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" name="Rechteck 6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" name="Rechteck 6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12" name="Textfeld 6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10" name="Textfeld 6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79" name="Gruppieren 5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81" name="Gruppieren 5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83" name="Rechteck 5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4" name="Rechteck 5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7" name="Ellipse 5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Ellipse 5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Textfeld 5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00" name="Textfeld 5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5" name="Rechteck 6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6" name="Rechteck 6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7" name="Rechteck 6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8" name="Rechteck 6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82" name="Textfeld 5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80" name="Textfeld 5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49" name="Gruppieren 5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1" name="Gruppieren 5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3" name="Rechteck 5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4" name="Rechteck 5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5" name="Ellipse 5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7" name="Textfeld 5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59" name="Ellipse 5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0" name="Ellipse 5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Textfeld 5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2" name="Textfeld 5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3" name="Ellipse 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4" name="Ellipse 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5" name="Textfeld 5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6" name="Textfeld 5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7" name="Ellipse 5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8" name="Ellipse 5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Textfeld 5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70" name="Textfeld 5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71" name="Rechteck 5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2" name="Rechteck 5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3" name="Rechteck 5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Rechteck 5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Rechteck 5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6" name="Rechteck 5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7" name="Rechteck 5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Rechteck 5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2" name="Textfeld 5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50" name="Textfeld 5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8" name="Gruppieren 317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19" name="Gruppieren 5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1" name="Gruppieren 5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3" name="Rechteck 5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4" name="Rechteck 5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4" name="Rechteck 5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2" name="Textfeld 5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0" name="Textfeld 5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489" name="Gruppieren 48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1" name="Gruppieren 4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3" name="Rechteck 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Ellipse 4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8" name="Textfeld 4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4" name="Rechteck 5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2" name="Textfeld 49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90" name="Textfeld 4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459" name="Gruppieren 45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1" name="Gruppieren 4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3" name="Rechteck 4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Ellipse 4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Ellipse 4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Textfeld 4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68" name="Textfeld 4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1" name="Rechteck 4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Rechteck 4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Rechteck 4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4" name="Rechteck 4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2" name="Textfeld 46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60" name="Textfeld 4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429" name="Gruppieren 4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1" name="Gruppieren 4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3" name="Rechteck 4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Ellipse 4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Ellipse 4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7" name="Textfeld 4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8" name="Textfeld 4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Rechteck 4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Rechteck 4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Rechteck 4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" name="Textfeld 4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30" name="Textfeld 4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1" name="Gruppieren 4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3" name="Rechteck 4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4" name="Rechteck 4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" name="Ellipse 4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" name="Ellipse 4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Textfeld 4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8" name="Textfeld 4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1" name="Rechteck 4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Rechteck 4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Rechteck 4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" name="Rechteck 4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" name="Textfeld 4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3" name="Gruppieren 322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395" name="Gruppieren 39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97" name="Rechteck 39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8" name="Textfeld 39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96" name="Textfeld 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4" name="Textfeld 323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5" name="Gruppieren 324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364" name="Gruppieren 36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6" name="Gruppieren 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68" name="Gruppieren 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0" name="Rechteck 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1" name="Rechteck 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2" name="Ellipse 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3" name="Ellipse 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4" name="Textfeld 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5" name="Ellipse 37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7" name="Textfeld 37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87" name="Rechteck 38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Rechteck 38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Rechteck 38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0" name="Rechteck 38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9" name="Textfeld 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67" name="Textfeld 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5" name="Textfeld 36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327" name="Rechteck 326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28" name="Ellipse 327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29" name="Ellipse 328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0" name="Ellipse 329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1" name="Ellipse 330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2" name="Textfeld 331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33" name="Textfeld 332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Ellipse 33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5" name="Ellipse 334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6" name="Ellipse 335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7" name="Ellipse 33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8" name="Ellipse 33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9" name="Ellipse 33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0" name="Ellipse 33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1" name="Ellipse 34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2" name="Ellipse 341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43" name="Ellipse 342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4" name="Ellipse 343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5" name="Ellipse 344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46" name="Gruppieren 34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47" name="Rechteck 346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48" name="Rechteck 347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49" name="Rechteck 348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0" name="Rechteck 349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1" name="Rechteck 350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2" name="Rechteck 351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3" name="Rechteck 352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4" name="Rechteck 353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5" name="Rechteck 354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6" name="Rechteck 355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7" name="Rechteck 356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8" name="Rechteck 357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9" name="Rechteck 358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0" name="Rechteck 359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1" name="Rechteck 360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2" name="Rechteck 361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3" name="Rechteck 362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2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2387524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" name="Gruppieren 644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646" name="Gruppieren 645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312" name="Gruppieren 13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314" name="Gruppieren 13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316" name="Rechteck 13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Ellipse 13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15" name="Textfeld 13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3" name="Textfeld 13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647" name="Rechteck 646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1" name="Rechteck 650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52" name="Gruppieren 651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282" name="Gruppieren 12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84" name="Gruppieren 12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86" name="Rechteck 12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6" name="Ellipse 12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Ellipse 12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Textfeld 12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9" name="Textfeld 12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00" name="Ellipse 12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Textfeld 13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Rechteck 13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Rechteck 13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85" name="Textfeld 12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283" name="Textfeld 12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3" name="Gruppieren 652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70" name="Gruppieren 11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72" name="Gruppieren 11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8" name="Ellipse 11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Textfeld 11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91" name="Textfeld 11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Rechteck 11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Rechteck 11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Rechteck 12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73" name="Textfeld 11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71" name="Textfeld 11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4" name="Gruppieren 653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40" name="Gruppieren 11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42" name="Gruppieren 11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7" name="Textfeld 11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Rechteck 11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6" name="Rechteck 11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43" name="Textfeld 11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41" name="Textfeld 11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5" name="Gruppieren 654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10" name="Gruppieren 11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12" name="Gruppieren 11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14" name="Rechteck 11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5" name="Rechteck 11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Ellipse 11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7" name="Textfeld 11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9" name="Ellipse 11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1" name="Textfeld 11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Rechteck 11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Rechteck 11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13" name="Textfeld 11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11" name="Textfeld 1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6" name="Gruppieren 655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990" name="Gruppieren 9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92" name="Gruppieren 9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4" name="Rechteck 9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Ellipse 10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7" name="Textfeld 10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8" name="Ellipse 10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9" name="Ellipse 10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0" name="Textfeld 10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1" name="Textfeld 10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3" name="Textfeld 9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91" name="Textfeld 9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7" name="Gruppieren 656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9" name="Gruppieren 8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4" name="Rechteck 9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Ellipse 9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Ellipse 9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69" name="Textfeld 9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0" name="Ellipse 9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1" name="Ellipse 9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2" name="Textfeld 9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3" name="Textfeld 9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4" name="Ellipse 9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5" name="Ellipse 9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Textfeld 9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7" name="Textfeld 9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8" name="Ellipse 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Ellipse 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Textfeld 9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1" name="Textfeld 9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3" name="Textfeld 9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8" name="Textfeld 8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8" name="Gruppieren 657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766" name="Gruppieren 76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68" name="Gruppieren 7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0" name="Rechteck 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Ellipse 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5" name="Textfeld 7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6" name="Ellipse 7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Ellipse 7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Textfeld 7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9" name="Textfeld 7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0" name="Ellipse 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Ellipse 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3" name="Textfeld 7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8" name="Rechteck 7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Rechteck 7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Rechteck 7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Rechteck 7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69" name="Textfeld 7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67" name="Textfeld 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9" name="Gruppieren 658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736" name="Gruppieren 73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38" name="Gruppieren 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" name="Rechteck 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Ellipse 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Ellipse 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Textfeld 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5" name="Textfeld 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6" name="Ellipse 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" name="Ellipse 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8" name="Textfeld 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9" name="Textfeld 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50" name="Ellipse 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1" name="Ellipse 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2" name="Textfeld 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3" name="Textfeld 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4" name="Ellipse 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5" name="Ellipse 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Textfeld 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7" name="Textfeld 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8" name="Rechteck 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9" name="Rechteck 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0" name="Rechteck 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Rechteck 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Rechteck 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Rechteck 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Rechteck 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Rechteck 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" name="Textfeld 73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37" name="Textfeld 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660" name="Gruppieren 659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732" name="Gruppieren 731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734" name="Rechteck 733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" name="Textfeld 734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33" name="Textfeld 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1" name="Textfeld 660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701" name="Gruppieren 700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03" name="Gruppieren 70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05" name="Gruppieren 70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7" name="Rechteck 70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8" name="Rechteck 70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" name="Ellipse 70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0" name="Ellipse 70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" name="Textfeld 71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2" name="Ellipse 71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" name="Ellipse 71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" name="Textfeld 71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5" name="Textfeld 71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6" name="Ellipse 71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" name="Ellipse 71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" name="Textfeld 71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9" name="Textfeld 71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0" name="Ellipse 71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" name="Ellipse 72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" name="Textfeld 72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" name="Textfeld 72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4" name="Rechteck 72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" name="Rechteck 72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" name="Rechteck 72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" name="Rechteck 72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" name="Rechteck 72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" name="Rechteck 72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" name="Rechteck 72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" name="Rechteck 73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6" name="Textfeld 70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04" name="Textfeld 70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02" name="Textfeld 701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663" name="Gruppieren 662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664" name="Rechteck 663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5" name="Ellipse 664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6" name="Ellipse 665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Textfeld 668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670" name="Textfeld 669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1" name="Ellipse 670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2" name="Ellipse 671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3" name="Gruppieren 682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4" name="Rechteck 683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5" name="Rechteck 684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6" name="Rechteck 685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3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5396147" y="917816"/>
            <a:ext cx="4172409" cy="1654781"/>
            <a:chOff x="5190114" y="934009"/>
            <a:chExt cx="4172409" cy="1654781"/>
          </a:xfrm>
        </p:grpSpPr>
        <p:grpSp>
          <p:nvGrpSpPr>
            <p:cNvPr id="793" name="Gruppieren 792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258" name="Gruppieren 12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260" name="Gruppieren 12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5" name="Ellipse 12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Ellipse 12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Ellipse 12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Ellipse 12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Ellipse 12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Ellipse 12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Rechteck 12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1" name="Textfeld 12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9" name="Textfeld 12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4" name="Rechteck 793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5" name="Rechteck 794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6" name="Rechteck 795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7" name="Rechteck 796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8" name="Rechteck 797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" name="Gruppieren 798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228" name="Gruppieren 12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30" name="Gruppieren 12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5" name="Ellipse 12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37" name="Textfeld 12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38" name="Ellipse 12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Ellipse 12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Textfeld 12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1" name="Textfeld 12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Ellipse 12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5" name="Textfeld 12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Rechteck 12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Rechteck 12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Rechteck 12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Rechteck 12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Rechteck 12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Rechteck 12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1" name="Textfeld 12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229" name="Textfeld 12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0" name="Gruppieren 799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98" name="Gruppieren 11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00" name="Gruppieren 11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9" name="Ellipse 12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0" name="Textfeld 12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2" name="Ellipse 12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3" name="Ellipse 12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4" name="Textfeld 12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5" name="Textfeld 12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Rechteck 12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Rechteck 12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Rechteck 12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Rechteck 12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Rechteck 12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Rechteck 12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01" name="Textfeld 12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99" name="Textfeld 11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4" name="Gruppieren 80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078" name="Gruppieren 10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80" name="Gruppieren 10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82" name="Rechteck 10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3" name="Rechteck 10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Ellipse 10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Textfeld 10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8" name="Ellipse 1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Textfeld 1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2" name="Ellipse 1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Textfeld 10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6" name="Ellipse 1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97" name="Ellipse 1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Textfeld 10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9" name="Textfeld 10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Rechteck 11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6" name="Rechteck 11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81" name="Textfeld 10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79" name="Textfeld 10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5" name="Gruppieren 80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048" name="Gruppieren 104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050" name="Gruppieren 10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52" name="Rechteck 10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3" name="Rechteck 10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1" name="Textfeld 10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Textfeld 10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5" name="Textfeld 10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6" name="Ellipse 10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Ellipse 10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Textfeld 10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69" name="Textfeld 10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Rechteck 10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Rechteck 10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Rechteck 10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1" name="Textfeld 105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049" name="Textfeld 10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07" name="Gruppieren 806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996" name="Gruppieren 99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98" name="Gruppieren 9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Ellipse 10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7" name="Textfeld 10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Rechteck 10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Rechteck 10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Rechteck 10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Rechteck 10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9" name="Textfeld 99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97" name="Textfeld 9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0" name="Gruppieren 809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1" name="Gruppieren 810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03" name="Gruppieren 9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5" name="Gruppieren 9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" name="Rechteck 9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8" name="Rechteck 9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6" name="Textfeld 9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04" name="Textfeld 9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12" name="Gruppieren 811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Ellipse 8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Textfeld 8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9" name="Ellipse 8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Textfeld 890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3" name="Ellipse 8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" name="Ellipse 8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13" name="Gruppieren 812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49" name="Gruppieren 84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51" name="Gruppieren 85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53" name="Rechteck 8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Ellipse 8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Textfeld 8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9" name="Ellipse 8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Ellipse 8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4" name="Textfeld 8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Ellipse 8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8" name="Textfeld 8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" name="Rechteck 8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" name="Textfeld 85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50" name="Textfeld 8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4" name="Gruppieren 813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21" name="Gruppieren 82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23" name="Gruppieren 82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5" name="Rechteck 8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Ellipse 8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0" name="Textfeld 8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Ellipse 8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" name="Ellipse 8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" name="Ellipse 8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Textfeld 8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6" name="Textfeld 8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7" name="Ellipse 8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Textfeld 8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" name="Rechteck 8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Rechteck 8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Rechteck 8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5" name="Rechteck 8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6" name="Rechteck 8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Rechteck 8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4" name="Textfeld 8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22" name="Textfeld 8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5" name="Gruppieren 814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817" name="Gruppieren 81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19" name="Rechteck 81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0" name="Textfeld 8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18" name="Textfeld 8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16" name="Textfeld 815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1163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" name="Gruppieren 716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740" name="Rechteck 739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1" name="Ellipse 740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2" name="Ellipse 741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3" name="Ellipse 742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4" name="Ellipse 743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5" name="Textfeld 744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746" name="Textfeld 745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" name="Ellipse 746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8" name="Ellipse 747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9" name="Ellipse 748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0" name="Ellipse 749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1" name="Ellipse 750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2" name="Ellipse 751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3" name="Ellipse 752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4" name="Ellipse 753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5" name="Ellipse 754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6" name="Ellipse 755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7" name="Ellipse 756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8" name="Ellipse 757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59" name="Gruppieren 758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60" name="Rechteck 759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1" name="Rechteck 760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2" name="Rechteck 761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3" name="Rechteck 762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64" name="Rechteck 763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5" name="Rechteck 764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6" name="Rechteck 765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7" name="Rechteck 766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8" name="Rechteck 767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9" name="Rechteck 768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" name="Rechteck 769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" name="Rechteck 770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" name="Rechteck 771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" name="Rechteck 772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4" name="Rechteck 773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5" name="Rechteck 774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6" name="Rechteck 775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1936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4a-6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4517" y="919541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86911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" name="Gruppieren 716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740" name="Rechteck 739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1" name="Ellipse 740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2" name="Ellipse 741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3" name="Ellipse 742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4" name="Ellipse 743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5" name="Textfeld 744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746" name="Textfeld 745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" name="Ellipse 746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8" name="Ellipse 747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9" name="Ellipse 748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0" name="Ellipse 749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1" name="Ellipse 750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2" name="Ellipse 751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3" name="Ellipse 752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4" name="Ellipse 753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5" name="Ellipse 754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6" name="Ellipse 755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7" name="Ellipse 756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8" name="Ellipse 757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59" name="Gruppieren 758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60" name="Rechteck 759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1" name="Rechteck 760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2" name="Rechteck 761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3" name="Rechteck 762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64" name="Rechteck 763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5" name="Rechteck 764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6" name="Rechteck 765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7" name="Rechteck 766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8" name="Rechteck 767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9" name="Rechteck 768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" name="Rechteck 769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" name="Rechteck 770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" name="Rechteck 771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" name="Rechteck 772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4" name="Rechteck 773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5" name="Rechteck 774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6" name="Rechteck 775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7-8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5992" y="919542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3039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9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5394914" y="920253"/>
            <a:ext cx="4813733" cy="1654228"/>
            <a:chOff x="5190114" y="934542"/>
            <a:chExt cx="4813733" cy="16542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187" name="Gruppieren 11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189" name="Gruppieren 11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Ellipse 11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Ellipse 11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0" name="Textfeld 11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188" name="Textfeld 11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57" name="Gruppieren 11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59" name="Gruppieren 11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4" name="Ellipse 11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66" name="Textfeld 11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Ellipse 11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Textfeld 11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0" name="Textfeld 11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79" name="Rechteck 11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Rechteck 11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Rechteck 11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Rechteck 11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0" name="Textfeld 11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158" name="Textfeld 11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27" name="Gruppieren 11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29" name="Gruppieren 11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Ellipse 11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Ellipse 11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Textfeld 11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36" name="Textfeld 11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37" name="Ellipse 11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Ellipse 11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Textfeld 11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0" name="Textfeld 11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49" name="Rechteck 11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Rechteck 11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Rechteck 11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Rechteck 11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0" name="Textfeld 1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28" name="Textfeld 1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6409141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097" name="Gruppieren 109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99" name="Gruppieren 109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Ellipse 1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Ellipse 1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Textfeld 110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06" name="Textfeld 110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07" name="Ellipse 11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Ellipse 11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Textfeld 11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0" name="Textfeld 11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19" name="Rechteck 11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Rechteck 11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Rechteck 11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Rechteck 11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0" name="Textfeld 109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098" name="Textfeld 1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6736635" y="934542"/>
              <a:ext cx="327049" cy="1652928"/>
              <a:chOff x="1692193" y="1141150"/>
              <a:chExt cx="327049" cy="1652928"/>
            </a:xfrm>
          </p:grpSpPr>
          <p:grpSp>
            <p:nvGrpSpPr>
              <p:cNvPr id="1007" name="Gruppieren 100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09" name="Gruppieren 10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Ellipse 10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Textfeld 10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17" name="Ellipse 10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Ellipse 10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Textfeld 10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0" name="Textfeld 10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29" name="Rechteck 10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Rechteck 10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Rechteck 10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Rechteck 10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Rechteck 10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Rechteck 10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0" name="Textfeld 100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08" name="Textfeld 10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7057683" y="935842"/>
              <a:ext cx="420326" cy="1652928"/>
              <a:chOff x="1688847" y="1141150"/>
              <a:chExt cx="420326" cy="1652928"/>
            </a:xfrm>
          </p:grpSpPr>
          <p:grpSp>
            <p:nvGrpSpPr>
              <p:cNvPr id="977" name="Gruppieren 976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79" name="Gruppieren 9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1" name="Rechteck 9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Ellipse 9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Textfeld 9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7" name="Ellipse 9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Textfeld 9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Rechteck 10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Rechteck 10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Rechteck 10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0" name="Textfeld 979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78" name="Textfeld 9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7387263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925" name="Gruppieren 92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27" name="Gruppieren 9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9" name="Rechteck 9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Ellipse 9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2" name="Ellipse 9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Textfeld 9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4" name="Textfeld 9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5" name="Ellipse 9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Ellipse 9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Textfeld 9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8" name="Textfeld 9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47" name="Rechteck 9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Rechteck 9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Rechteck 9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Rechteck 9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Rechteck 9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Rechteck 9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Rechteck 9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8" name="Textfeld 9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26" name="Textfeld 9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8" name="Gruppieren 737"/>
            <p:cNvGrpSpPr/>
            <p:nvPr/>
          </p:nvGrpSpPr>
          <p:grpSpPr>
            <a:xfrm>
              <a:off x="7709934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92" name="Gruppieren 8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4" name="Gruppieren 8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6" name="Rechteck 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Ellipse 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Ellipse 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Textfeld 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2" name="Ellipse 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Ellipse 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Textfeld 9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" name="Textfeld 9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6" name="Ellipse 9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" name="Ellipse 9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Textfeld 9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9" name="Textfeld 9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Ellipse 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3" name="Textfeld 9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" name="Rechteck 9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Rechteck 9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Rechteck 9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Rechteck 9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Rechteck 9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Rechteck 9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Rechteck 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Rechteck 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" name="Textfeld 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93" name="Textfeld 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8032440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62" name="Gruppieren 86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64" name="Gruppieren 8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6" name="Rechteck 8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Ellipse 8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Ellipse 8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Textfeld 8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" name="Textfeld 8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2" name="Ellipse 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Ellipse 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Textfeld 8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5" name="Textfeld 8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6" name="Ellipse 8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" name="Ellipse 8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Textfeld 8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9" name="Textfeld 8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0" name="Ellipse 8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" name="Ellipse 8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" name="Textfeld 8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3" name="Textfeld 8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4" name="Rechteck 8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Rechteck 8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Rechteck 8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Rechteck 8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Rechteck 8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Rechteck 8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Rechteck 8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Rechteck 8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5" name="Textfeld 86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63" name="Textfeld 8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40" name="Gruppieren 739"/>
            <p:cNvGrpSpPr/>
            <p:nvPr/>
          </p:nvGrpSpPr>
          <p:grpSpPr>
            <a:xfrm>
              <a:off x="8354946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32" name="Gruppieren 83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34" name="Gruppieren 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" name="Rechteck 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Ellipse 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1" name="Textfeld 8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2" name="Ellipse 8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Ellipse 8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Textfeld 8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5" name="Textfeld 8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6" name="Ellipse 8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Ellipse 8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Textfeld 8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0" name="Ellipse 8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" name="Ellipse 8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Textfeld 8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3" name="Textfeld 8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Rechteck 8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Rechteck 8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Rechteck 8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Rechteck 8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" name="Rechteck 8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Rechteck 8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Rechteck 8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5" name="Textfeld 83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33" name="Textfeld 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41" name="Gruppieren 740"/>
            <p:cNvGrpSpPr/>
            <p:nvPr/>
          </p:nvGrpSpPr>
          <p:grpSpPr>
            <a:xfrm>
              <a:off x="8672452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08" name="Gruppieren 8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10" name="Rechteck 8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Ellipse 8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Ellipse 8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" name="Ellipse 8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" name="Ellipse 8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" name="Textfeld 8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7" name="Textfeld 8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Rechteck 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" name="Rechteck 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Rechteck 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Rechteck 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Rechteck 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" name="Rechteck 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Rechteck 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" name="Textfeld 8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07" name="Textfeld 8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42" name="Gruppieren 741"/>
            <p:cNvGrpSpPr/>
            <p:nvPr/>
          </p:nvGrpSpPr>
          <p:grpSpPr>
            <a:xfrm>
              <a:off x="899758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78" name="Gruppieren 77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80" name="Gruppieren 77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82" name="Rechteck 7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" name="Rechteck 7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8" name="Ellipse 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Ellipse 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8" name="Rechteck 7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Rechteck 7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Rechteck 7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Rechteck 8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" name="Rechteck 8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1" name="Textfeld 78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779" name="Textfeld 7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3" name="Gruppieren 742"/>
            <p:cNvGrpSpPr/>
            <p:nvPr/>
          </p:nvGrpSpPr>
          <p:grpSpPr>
            <a:xfrm>
              <a:off x="932202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50" name="Gruppieren 74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52" name="Gruppieren 75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54" name="Rechteck 7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55" name="Rechteck 7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Ellipse 7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7" name="Ellipse 7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8" name="Textfeld 7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59" name="Textfeld 7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0" name="Ellipse 7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Ellipse 7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Ellipse 7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Textfeld 7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6" name="Ellipse 7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Textfeld 7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0" name="Rechteck 7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Rechteck 7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Rechteck 7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Rechteck 7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53" name="Textfeld 7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751" name="Textfeld 7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4" name="Gruppieren 743"/>
            <p:cNvGrpSpPr/>
            <p:nvPr/>
          </p:nvGrpSpPr>
          <p:grpSpPr>
            <a:xfrm>
              <a:off x="9647854" y="941765"/>
              <a:ext cx="355993" cy="1646254"/>
              <a:chOff x="1694292" y="1147824"/>
              <a:chExt cx="355993" cy="1646254"/>
            </a:xfrm>
          </p:grpSpPr>
          <p:grpSp>
            <p:nvGrpSpPr>
              <p:cNvPr id="746" name="Gruppieren 74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48" name="Rechteck 74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9" name="Textfeld 74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747" name="Textfeld 7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45" name="Textfeld 744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22" name="Gruppieren 921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477" name="Gruppieren 14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79" name="Gruppieren 147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4" name="Ellipse 14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Ellipse 14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Rechteck 1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Rechteck 1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Rechteck 1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0" name="Textfeld 14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78" name="Textfeld 14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47" name="Gruppieren 144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49" name="Gruppieren 144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Ellipse 145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Textfeld 145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0" name="Textfeld 144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48" name="Textfeld 144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95" name="Gruppieren 1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7" name="Gruppieren 1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0" name="Rechteck 1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Textfeld 14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26" name="Textfeld 14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39" name="Rechteck 1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Rechteck 1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Rechteck 1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2" name="Rechteck 1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8" name="Textfeld 1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396" name="Textfeld 1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65" name="Gruppieren 13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7" name="Gruppieren 13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Ellipse 13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6" name="Textfeld 13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4" name="Rechteck 13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8" name="Textfeld 13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66" name="Textfeld 13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305" name="Gruppieren 13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07" name="Gruppieren 13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Rechteck 13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8" name="Textfeld 13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06" name="Textfeld 13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275" name="Gruppieren 127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277" name="Gruppieren 12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Ellipse 1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6" name="Textfeld 1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8" name="Textfeld 127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6" name="Textfeld 12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45" name="Gruppieren 124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7" name="Gruppieren 124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9" name="Rechteck 12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3" name="Ellipse 126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Textfeld 12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66" name="Textfeld 12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Rechteck 12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8" name="Textfeld 124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46" name="Textfeld 12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6" name="Gruppieren 965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15" name="Gruppieren 121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17" name="Gruppieren 12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19" name="Rechteck 12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8" name="Textfeld 12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Ellipse 12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2" name="Textfeld 12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3" name="Ellipse 12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Textfeld 12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Rechteck 12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Rechteck 12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Rechteck 12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Rechteck 12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8" name="Textfeld 12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16" name="Textfeld 12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Textfeld 121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68" name="Textfeld 967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969" name="Gruppieren 968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072" name="Gruppieren 10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074" name="Rechteck 10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5" name="Rechteck 10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6" name="Ellipse 10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7" name="Ellipse 10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8" name="Textfeld 10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079" name="Ellipse 10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0" name="Ellipse 10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1" name="Textfeld 10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2" name="Textfeld 10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3" name="Ellipse 10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4" name="Ellipse 10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5" name="Textfeld 10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6" name="Textfeld 10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7" name="Ellipse 10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8" name="Ellipse 10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9" name="Textfeld 10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090" name="Textfeld 10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091" name="Rechteck 10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2" name="Rechteck 10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3" name="Rechteck 10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4" name="Rechteck 10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5" name="Rechteck 10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6" name="Rechteck 10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09" name="Rechteck 12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0" name="Rechteck 12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073" name="Textfeld 10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971" name="Rechteck 97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72" name="Ellipse 97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73" name="Ellipse 97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974" name="Ellipse 97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975" name="Ellipse 97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976" name="Textfeld 97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1037" name="Textfeld 103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8" name="Ellipse 103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9" name="Ellipse 103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0" name="Ellipse 103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1" name="Ellipse 104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2" name="Ellipse 104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3" name="Ellipse 104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4" name="Ellipse 104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5" name="Ellipse 104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6" name="Ellipse 104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7" name="Ellipse 104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8" name="Ellipse 104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9" name="Ellipse 104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050" name="Gruppieren 104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051" name="Rechteck 105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Rechteck 105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Rechteck 105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Rechteck 105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55" name="Rechteck 105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6" name="Rechteck 105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7" name="Rechteck 105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Rechteck 105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Rechteck 105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0" name="Rechteck 105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889022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10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5599" y="2872756"/>
            <a:ext cx="1249214" cy="1652928"/>
            <a:chOff x="395599" y="2872756"/>
            <a:chExt cx="1249214" cy="1652928"/>
          </a:xfrm>
        </p:grpSpPr>
        <p:grpSp>
          <p:nvGrpSpPr>
            <p:cNvPr id="645" name="Gruppieren 644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1403" name="Gruppieren 140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05" name="Gruppieren 140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07" name="Rechteck 1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8" name="Rechteck 1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Ellipse 1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6" name="Textfeld 1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04" name="Textfeld 1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646" name="Rechteck 645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7" name="Rechteck 646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1288820" y="2877343"/>
              <a:ext cx="355993" cy="1646254"/>
              <a:chOff x="1694292" y="1147824"/>
              <a:chExt cx="355993" cy="1646254"/>
            </a:xfrm>
          </p:grpSpPr>
          <p:grpSp>
            <p:nvGrpSpPr>
              <p:cNvPr id="733" name="Gruppieren 73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35" name="Rechteck 73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6" name="Textfeld 7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34" name="Textfeld 7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4" name="Textfeld 663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665" name="Gruppieren 664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666" name="Rechteck 6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Ellipse 6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0" name="Ellipse 6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1" name="Textfeld 6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672" name="Textfeld 6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3" name="Ellipse 6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4" name="Ellipse 6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5" name="Gruppieren 6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6" name="Rechteck 6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1" name="Rechteck 7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2" name="Rechteck 7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" name="Gruppieren 1"/>
          <p:cNvGrpSpPr/>
          <p:nvPr/>
        </p:nvGrpSpPr>
        <p:grpSpPr>
          <a:xfrm>
            <a:off x="5396266" y="920650"/>
            <a:ext cx="5462740" cy="1653922"/>
            <a:chOff x="5396266" y="920650"/>
            <a:chExt cx="5462740" cy="1653922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1612" name="Gruppieren 16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14" name="Gruppieren 16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Ellipse 16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5" name="Textfeld 1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13" name="Textfeld 1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82" name="Gruppieren 15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4" name="Gruppieren 15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9" name="Ellipse 15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1" name="Textfeld 15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Ellipse 15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5" name="Textfeld 15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Rechteck 1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Rechteck 1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5" name="Textfeld 15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583" name="Textfeld 15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52" name="Gruppieren 155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4" name="Gruppieren 15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Ellipse 15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Ellipse 15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0" name="Textfeld 15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1" name="Textfeld 15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2" name="Ellipse 15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Ellipse 15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Textfeld 15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5" name="Textfeld 15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Rechteck 15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Rechteck 15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5" name="Textfeld 15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53" name="Textfeld 15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22" name="Gruppieren 15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4" name="Gruppieren 15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Ellipse 15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Ellipse 15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Textfeld 15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1" name="Textfeld 15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2" name="Ellipse 15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Ellipse 15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Textfeld 15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5" name="Textfeld 15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Rechteck 15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1" name="Rechteck 15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5" name="Textfeld 15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23" name="Textfeld 15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92" name="Gruppieren 14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4" name="Gruppieren 14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Rechteck 15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Rechteck 15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5" name="Textfeld 14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93" name="Textfeld 14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62" name="Gruppieren 14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4" name="Gruppieren 14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6" name="Rechteck 14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7" name="Rechteck 14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6" name="Ellipse 14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Ellipse 14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8" name="Textfeld 147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9" name="Textfeld 14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80" name="Ellipse 14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Ellipse 14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Textfeld 14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3" name="Textfeld 14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Rechteck 14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5" name="Textfeld 14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463" name="Textfeld 14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32" name="Gruppieren 14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34" name="Gruppieren 14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6" name="Rechteck 14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7" name="Rechteck 14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6" name="Ellipse 14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Ellipse 14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Textfeld 14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9" name="Textfeld 14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50" name="Ellipse 14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1" name="Ellipse 14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Textfeld 14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3" name="Textfeld 14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Rechteck 14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Rechteck 14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5" name="Textfeld 14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433" name="Textfeld 14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910369" y="921644"/>
              <a:ext cx="420326" cy="1652928"/>
              <a:chOff x="1688847" y="1141150"/>
              <a:chExt cx="420326" cy="1652928"/>
            </a:xfrm>
          </p:grpSpPr>
          <p:grpSp>
            <p:nvGrpSpPr>
              <p:cNvPr id="1380" name="Gruppieren 137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382" name="Gruppieren 13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Ellipse 13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Ellipse 13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Textfeld 13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89" name="Textfeld 13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90" name="Ellipse 13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Ellipse 13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Textfeld 13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3" name="Textfeld 13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4" name="Ellipse 13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Ellipse 13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Textfeld 13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7" name="Textfeld 13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Ellipse 13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01" name="Textfeld 14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02" name="Rechteck 14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Rechteck 14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Rechteck 14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83" name="Textfeld 138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81" name="Textfeld 13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8242422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328" name="Gruppieren 13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30" name="Gruppieren 1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Ellipse 1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5" name="Ellipse 1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6" name="Textfeld 1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37" name="Textfeld 1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Ellipse 1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1" name="Textfeld 1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Ellipse 1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Textfeld 1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Ellipse 1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49" name="Textfeld 1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0" name="Rechteck 1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Rechteck 1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2" name="Rechteck 1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1" name="Textfeld 13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29" name="Textfeld 1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8565093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95" name="Gruppieren 129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97" name="Gruppieren 12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Ellipse 13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04" name="Textfeld 13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05" name="Ellipse 13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Ellipse 13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Textfeld 13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8" name="Textfeld 13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9" name="Ellipse 13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Textfeld 13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3" name="Ellipse 13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Textfeld 13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Rechteck 13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Rechteck 13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Rechteck 13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Rechteck 13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Rechteck 13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98" name="Textfeld 129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96" name="Textfeld 12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8887599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65" name="Gruppieren 126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67" name="Gruppieren 12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Ellipse 12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Textfeld 12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74" name="Textfeld 12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75" name="Ellipse 12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Ellipse 12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Textfeld 12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8" name="Textfeld 12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9" name="Ellipse 12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Textfeld 12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3" name="Ellipse 12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Textfeld 12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Rechteck 12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Rechteck 12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Rechteck 12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Rechteck 12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2" name="Rechteck 12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8" name="Textfeld 126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66" name="Textfeld 12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1" name="Gruppieren 970"/>
            <p:cNvGrpSpPr/>
            <p:nvPr/>
          </p:nvGrpSpPr>
          <p:grpSpPr>
            <a:xfrm>
              <a:off x="9210105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35" name="Gruppieren 12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37" name="Gruppieren 12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Ellipse 12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Textfeld 12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45" name="Ellipse 12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Textfeld 12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9" name="Ellipse 12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0" name="Ellipse 12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Textfeld 12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2" name="Textfeld 12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3" name="Ellipse 12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Ellipse 12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Textfeld 12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56" name="Textfeld 12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8" name="Rechteck 1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9" name="Rechteck 1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Rechteck 1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Rechteck 1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8" name="Textfeld 12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6" name="Textfeld 12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72" name="Gruppieren 971"/>
            <p:cNvGrpSpPr/>
            <p:nvPr/>
          </p:nvGrpSpPr>
          <p:grpSpPr>
            <a:xfrm>
              <a:off x="9527611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09" name="Gruppieren 1208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211" name="Gruppieren 1210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213" name="Rechteck 1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5" name="Ellipse 1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Ellipse 12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0" name="Textfeld 12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8" name="Rechteck 12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Rechteck 12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Rechteck 12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Rechteck 12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2" name="Textfeld 121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210" name="Textfeld 1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73" name="Gruppieren 972"/>
            <p:cNvGrpSpPr/>
            <p:nvPr/>
          </p:nvGrpSpPr>
          <p:grpSpPr>
            <a:xfrm>
              <a:off x="985274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69" name="Gruppieren 106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1" name="Gruppieren 107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Ellipse 1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8" name="Textfeld 10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Ellipse 10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9" name="Rechteck 1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2" name="Textfeld 10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070" name="Textfeld 1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4" name="Gruppieren 973"/>
            <p:cNvGrpSpPr/>
            <p:nvPr/>
          </p:nvGrpSpPr>
          <p:grpSpPr>
            <a:xfrm>
              <a:off x="1017718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41" name="Gruppieren 104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43" name="Gruppieren 104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4" name="Textfeld 10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042" name="Textfeld 1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5" name="Gruppieren 974"/>
            <p:cNvGrpSpPr/>
            <p:nvPr/>
          </p:nvGrpSpPr>
          <p:grpSpPr>
            <a:xfrm>
              <a:off x="10503013" y="928318"/>
              <a:ext cx="355993" cy="1646254"/>
              <a:chOff x="1694292" y="1147824"/>
              <a:chExt cx="355993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039" name="Rechteck 10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76" name="Textfeld 975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842" name="Gruppieren 841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843" name="Gruppieren 842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655" name="Gruppieren 165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7" name="Gruppieren 165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Ellipse 16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8" name="Textfeld 16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6" name="Textfeld 16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4" name="Rechteck 843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7" name="Rechteck 846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8" name="Rechteck 847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9" name="Gruppieren 848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71" name="Gruppieren 13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3" name="Gruppieren 1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Ellipse 1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Textfeld 1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34" name="Textfeld 16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Ellipse 16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8" name="Textfeld 16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Ellipse 16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2" name="Textfeld 16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3" name="Ellipse 16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4" name="Ellipse 16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Textfeld 16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6" name="Textfeld 16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Rechteck 16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4" name="Textfeld 13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2" name="Textfeld 1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95" name="Gruppieren 11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7" name="Gruppieren 11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9" name="Rechteck 11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0" name="Rechteck 11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Ellipse 12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Ellipse 12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Textfeld 12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4" name="Textfeld 12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Ellipse 12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8" name="Textfeld 12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Ellipse 1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Textfeld 1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8" name="Textfeld 11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6" name="Textfeld 11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65" name="Gruppieren 11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7" name="Gruppieren 11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9" name="Ellipse 11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Textfeld 11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Ellipse 11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Textfeld 11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8" name="Textfeld 11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6" name="Textfeld 11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35" name="Gruppieren 11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7" name="Gruppieren 11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9" name="Ellipse 11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Textfeld 11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3" name="Ellipse 11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Textfeld 11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8" name="Textfeld 11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6" name="Textfeld 11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105" name="Gruppieren 11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7" name="Gruppieren 11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0" name="Rechteck 11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9" name="Ellipse 11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Textfeld 11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8" name="Textfeld 11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06" name="Textfeld 11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015" name="Gruppieren 101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7" name="Gruppieren 10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8" name="Textfeld 101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16" name="Textfeld 10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85" name="Gruppieren 98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7" name="Gruppieren 9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9" name="Rechteck 9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Ellipse 9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2" name="Textfeld 10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Ellipse 10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6" name="Textfeld 10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Rechteck 10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8" name="Textfeld 9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86" name="Textfeld 9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6" name="Gruppieren 855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35" name="Gruppieren 9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7" name="Gruppieren 9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9" name="Rechteck 9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0" name="Rechteck 9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Ellipse 9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Textfeld 9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Textfeld 9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8" name="Textfeld 9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6" name="Textfeld 9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7" name="Gruppieren 856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931" name="Gruppieren 93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3" name="Rechteck 93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4" name="Textfeld 93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2" name="Textfeld 9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8" name="Textfeld 857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9" name="Gruppieren 858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898" name="Gruppieren 89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00" name="Gruppieren 89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2" name="Gruppieren 90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4" name="Rechteck 90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Rechteck 90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Ellipse 90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Textfeld 90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9" name="Ellipse 9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" name="Ellipse 9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" name="Textfeld 9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2" name="Textfeld 9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3" name="Ellipse 9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" name="Ellipse 9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" name="Textfeld 9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" name="Textfeld 9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7" name="Ellipse 9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" name="Ellipse 9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" name="Textfeld 9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" name="Textfeld 9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" name="Rechteck 9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" name="Rechteck 9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" name="Textfeld 90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01" name="Textfeld 90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9" name="Textfeld 89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860" name="Gruppieren 859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861" name="Rechteck 86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2" name="Ellipse 86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3" name="Ellipse 86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4" name="Ellipse 86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5" name="Ellipse 86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" name="Textfeld 86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867" name="Textfeld 86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8" name="Ellipse 86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9" name="Ellipse 86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0" name="Ellipse 86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1" name="Ellipse 87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2" name="Ellipse 87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3" name="Ellipse 87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4" name="Ellipse 87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5" name="Ellipse 87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6" name="Ellipse 87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7" name="Ellipse 87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8" name="Ellipse 87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9" name="Ellipse 87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80" name="Gruppieren 87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2" name="Rechteck 88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3" name="Rechteck 88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4" name="Rechteck 88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5" name="Rechteck 88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6" name="Rechteck 88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7" name="Rechteck 88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8" name="Rechteck 88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" name="Rechteck 88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" name="Rechteck 88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" name="Rechteck 89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" name="Rechteck 89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" name="Rechteck 89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" name="Rechteck 89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" name="Rechteck 89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" name="Rechteck 89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" name="Rechteck 89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778365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Clamps</a:t>
            </a:r>
            <a:r>
              <a:rPr lang="de-DE" dirty="0" smtClean="0"/>
              <a:t> Scenario 11-12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rgbClr val="5B9BD5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923" name="Gruppieren 922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1612" name="Gruppieren 1611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614" name="Gruppieren 1613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616" name="Rechteck 16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7" name="Rechteck 161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8" name="Ellipse 161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9" name="Ellipse 161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0" name="Ellipse 161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1" name="Ellipse 162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2" name="Ellipse 162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3" name="Ellipse 162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4" name="Ellipse 16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5" name="Ellipse 16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6" name="Rechteck 16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7" name="Rechteck 16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8" name="Rechteck 16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9" name="Rechteck 16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0" name="Rechteck 16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1" name="Rechteck 16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2" name="Rechteck 16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3" name="Rechteck 16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615" name="Textfeld 161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613" name="Textfeld 161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924" name="Rechteck 923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5" name="Rechteck 954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6" name="Rechteck 955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7" name="Rechteck 956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8" name="Rechteck 957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959" name="Gruppieren 958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1582" name="Gruppieren 158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84" name="Gruppieren 158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86" name="Rechteck 15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7" name="Rechteck 158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8" name="Ellipse 158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9" name="Ellipse 158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0" name="Textfeld 158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91" name="Textfeld 159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92" name="Ellipse 159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3" name="Ellipse 159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4" name="Textfeld 159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5" name="Textfeld 159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6" name="Ellipse 159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7" name="Ellipse 159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8" name="Textfeld 159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9" name="Textfeld 159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600" name="Ellipse 159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1" name="Ellipse 160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2" name="Textfeld 160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603" name="Textfeld 160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604" name="Rechteck 160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5" name="Rechteck 160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6" name="Rechteck 160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7" name="Rechteck 160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8" name="Rechteck 160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9" name="Rechteck 160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0" name="Rechteck 160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1" name="Rechteck 161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85" name="Textfeld 158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1583" name="Textfeld 158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0" name="Gruppieren 959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1552" name="Gruppieren 155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54" name="Gruppieren 155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56" name="Rechteck 155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57" name="Rechteck 155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8" name="Ellipse 155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9" name="Ellipse 155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0" name="Textfeld 155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61" name="Textfeld 156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62" name="Ellipse 156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3" name="Ellipse 156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4" name="Textfeld 156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5" name="Textfeld 156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6" name="Ellipse 15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7" name="Ellipse 15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8" name="Textfeld 156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9" name="Textfeld 156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70" name="Ellipse 156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1" name="Ellipse 157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73" name="Textfeld 157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74" name="Rechteck 157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5" name="Rechteck 157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6" name="Rechteck 157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7" name="Rechteck 157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8" name="Rechteck 157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9" name="Rechteck 157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0" name="Rechteck 157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1" name="Rechteck 158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55" name="Textfeld 155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1553" name="Textfeld 155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1" name="Gruppieren 960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1522" name="Gruppieren 152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24" name="Gruppieren 152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26" name="Rechteck 152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27" name="Rechteck 152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8" name="Ellipse 152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9" name="Ellipse 152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0" name="Textfeld 152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31" name="Textfeld 153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32" name="Ellipse 153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3" name="Ellipse 153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4" name="Textfeld 153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5" name="Textfeld 153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6" name="Ellipse 153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7" name="Ellipse 153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8" name="Textfeld 153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9" name="Textfeld 153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40" name="Ellipse 153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1" name="Ellipse 154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2" name="Textfeld 154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43" name="Textfeld 154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44" name="Rechteck 154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5" name="Rechteck 154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6" name="Rechteck 154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7" name="Rechteck 154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8" name="Rechteck 154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9" name="Rechteck 154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0" name="Rechteck 154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1" name="Rechteck 155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25" name="Textfeld 152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23" name="Textfeld 15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2" name="Gruppieren 961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1492" name="Gruppieren 149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94" name="Gruppieren 14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96" name="Rechteck 1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97" name="Rechteck 14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8" name="Ellipse 14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9" name="Ellipse 14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0" name="Textfeld 14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01" name="Textfeld 15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02" name="Ellipse 15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3" name="Ellipse 15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4" name="Textfeld 15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5" name="Textfeld 150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6" name="Ellipse 15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7" name="Ellipse 15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8" name="Textfeld 15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9" name="Textfeld 150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10" name="Ellipse 15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1" name="Ellipse 15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2" name="Textfeld 15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13" name="Textfeld 15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14" name="Rechteck 15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5" name="Rechteck 15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6" name="Rechteck 15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7" name="Rechteck 15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8" name="Rechteck 15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9" name="Rechteck 15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0" name="Rechteck 15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1" name="Rechteck 15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95" name="Textfeld 149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1493" name="Textfeld 14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3" name="Gruppieren 962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1462" name="Gruppieren 146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64" name="Gruppieren 146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66" name="Rechteck 146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67" name="Rechteck 146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8" name="Ellipse 146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9" name="Ellipse 146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0" name="Textfeld 146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71" name="Textfeld 147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472" name="Ellipse 147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3" name="Ellipse 147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4" name="Textfeld 147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5" name="Textfeld 147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6" name="Ellipse 147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7" name="Ellipse 147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8" name="Textfeld 1477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9" name="Textfeld 147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80" name="Ellipse 147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1" name="Ellipse 148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2" name="Textfeld 148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83" name="Textfeld 148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84" name="Rechteck 148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5" name="Rechteck 148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6" name="Rechteck 148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7" name="Rechteck 148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8" name="Rechteck 148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9" name="Rechteck 148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0" name="Rechteck 148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1" name="Rechteck 149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65" name="Textfeld 146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1463" name="Textfeld 146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4" name="Gruppieren 963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1432" name="Gruppieren 143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34" name="Gruppieren 143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36" name="Rechteck 143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37" name="Rechteck 143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8" name="Ellipse 143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9" name="Ellipse 143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0" name="Textfeld 143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41" name="Textfeld 144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442" name="Ellipse 144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3" name="Ellipse 144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4" name="Textfeld 144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5" name="Textfeld 144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6" name="Ellipse 144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7" name="Ellipse 144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8" name="Textfeld 144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9" name="Textfeld 144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50" name="Ellipse 144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1" name="Ellipse 145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2" name="Textfeld 145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53" name="Textfeld 145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54" name="Rechteck 145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5" name="Rechteck 145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6" name="Rechteck 145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7" name="Rechteck 145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8" name="Rechteck 145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9" name="Rechteck 145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0" name="Rechteck 145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1" name="Rechteck 146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35" name="Textfeld 143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1433" name="Textfeld 143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5" name="Gruppieren 964"/>
          <p:cNvGrpSpPr/>
          <p:nvPr/>
        </p:nvGrpSpPr>
        <p:grpSpPr>
          <a:xfrm>
            <a:off x="7910369" y="921644"/>
            <a:ext cx="420326" cy="1652928"/>
            <a:chOff x="1688847" y="1141150"/>
            <a:chExt cx="420326" cy="1652928"/>
          </a:xfrm>
        </p:grpSpPr>
        <p:grpSp>
          <p:nvGrpSpPr>
            <p:cNvPr id="1380" name="Gruppieren 1379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1382" name="Gruppieren 1381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84" name="Rechteck 138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85" name="Rechteck 138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6" name="Ellipse 138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7" name="Ellipse 138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8" name="Textfeld 138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89" name="Textfeld 138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90" name="Ellipse 138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1" name="Ellipse 139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2" name="Textfeld 1391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3" name="Textfeld 1392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4" name="Ellipse 139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5" name="Ellipse 139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6" name="Textfeld 139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7" name="Textfeld 139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8" name="Ellipse 139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9" name="Ellipse 139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0" name="Textfeld 139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01" name="Textfeld 140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02" name="Rechteck 140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5" name="Rechteck 142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6" name="Rechteck 142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7" name="Rechteck 142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8" name="Rechteck 142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9" name="Rechteck 142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0" name="Rechteck 142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1" name="Rechteck 143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83" name="Textfeld 1382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1381" name="Textfeld 138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8242422" y="928318"/>
            <a:ext cx="358092" cy="1646254"/>
            <a:chOff x="1692193" y="1147824"/>
            <a:chExt cx="358092" cy="1646254"/>
          </a:xfrm>
        </p:grpSpPr>
        <p:grpSp>
          <p:nvGrpSpPr>
            <p:cNvPr id="1328" name="Gruppieren 1327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330" name="Gruppieren 1329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Ellipse 133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5" name="Ellipse 133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6" name="Textfeld 1335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37" name="Textfeld 1336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38" name="Ellipse 1337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Ellipse 1338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Textfeld 1339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1" name="Textfeld 1340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2" name="Ellipse 134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Ellipse 134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Textfeld 134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5" name="Textfeld 134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6" name="Ellipse 134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Ellipse 134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8" name="Textfeld 134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349" name="Textfeld 134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350" name="Rechteck 134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1" name="Rechteck 135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2" name="Rechteck 135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3" name="Rechteck 135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4" name="Rechteck 135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5" name="Rechteck 135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6" name="Rechteck 135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7" name="Rechteck 135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31" name="Textfeld 133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1329" name="Textfeld 132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9" name="Gruppieren 968"/>
          <p:cNvGrpSpPr/>
          <p:nvPr/>
        </p:nvGrpSpPr>
        <p:grpSpPr>
          <a:xfrm>
            <a:off x="8565093" y="928318"/>
            <a:ext cx="358092" cy="1646254"/>
            <a:chOff x="1692193" y="1147824"/>
            <a:chExt cx="358092" cy="1646254"/>
          </a:xfrm>
        </p:grpSpPr>
        <p:grpSp>
          <p:nvGrpSpPr>
            <p:cNvPr id="1295" name="Gruppieren 129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97" name="Gruppieren 129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99" name="Rechteck 12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00" name="Rechteck 12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1" name="Ellipse 13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2" name="Ellipse 13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3" name="Textfeld 13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04" name="Textfeld 13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05" name="Ellipse 13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6" name="Ellipse 13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7" name="Textfeld 130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08" name="Textfeld 130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09" name="Ellipse 130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0" name="Ellipse 130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1" name="Textfeld 131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12" name="Textfeld 131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13" name="Ellipse 131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4" name="Ellipse 131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5" name="Textfeld 131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316" name="Textfeld 131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317" name="Rechteck 13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8" name="Rechteck 13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9" name="Rechteck 13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0" name="Rechteck 13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1" name="Rechteck 13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2" name="Rechteck 13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3" name="Rechteck 13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4" name="Rechteck 13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98" name="Textfeld 129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1296" name="Textfeld 12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0" name="Gruppieren 969"/>
          <p:cNvGrpSpPr/>
          <p:nvPr/>
        </p:nvGrpSpPr>
        <p:grpSpPr>
          <a:xfrm>
            <a:off x="8887599" y="928318"/>
            <a:ext cx="358092" cy="1646254"/>
            <a:chOff x="1692193" y="1147824"/>
            <a:chExt cx="358092" cy="1646254"/>
          </a:xfrm>
        </p:grpSpPr>
        <p:grpSp>
          <p:nvGrpSpPr>
            <p:cNvPr id="1265" name="Gruppieren 126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67" name="Gruppieren 126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69" name="Rechteck 12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0" name="Rechteck 12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1" name="Ellipse 12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2" name="Ellipse 12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74" name="Textfeld 127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275" name="Ellipse 127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6" name="Ellipse 127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7" name="Textfeld 127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78" name="Textfeld 127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79" name="Ellipse 127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0" name="Ellipse 127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1" name="Textfeld 128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82" name="Textfeld 128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83" name="Ellipse 128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4" name="Ellipse 128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5" name="Textfeld 128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286" name="Textfeld 128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287" name="Rechteck 128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8" name="Rechteck 128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9" name="Rechteck 128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0" name="Rechteck 128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1" name="Rechteck 129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2" name="Rechteck 129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3" name="Rechteck 129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4" name="Rechteck 129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68" name="Textfeld 126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1266" name="Textfeld 12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1" name="Gruppieren 970"/>
          <p:cNvGrpSpPr/>
          <p:nvPr/>
        </p:nvGrpSpPr>
        <p:grpSpPr>
          <a:xfrm>
            <a:off x="9210105" y="928318"/>
            <a:ext cx="358092" cy="1646254"/>
            <a:chOff x="1692193" y="1147824"/>
            <a:chExt cx="358092" cy="1646254"/>
          </a:xfrm>
        </p:grpSpPr>
        <p:grpSp>
          <p:nvGrpSpPr>
            <p:cNvPr id="1235" name="Gruppieren 123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Rechteck 12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1" name="Ellipse 12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2" name="Ellipse 12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3" name="Textfeld 124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245" name="Ellipse 124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6" name="Ellipse 124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7" name="Textfeld 124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48" name="Textfeld 124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49" name="Ellipse 124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0" name="Ellipse 124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1" name="Textfeld 125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52" name="Textfeld 125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53" name="Ellipse 125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4" name="Ellipse 125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5" name="Textfeld 125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256" name="Textfeld 125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257" name="Rechteck 125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8" name="Rechteck 125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9" name="Rechteck 125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0" name="Rechteck 125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1" name="Rechteck 126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2" name="Rechteck 126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3" name="Rechteck 126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4" name="Rechteck 126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1236" name="Textfeld 12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72" name="Gruppieren 971"/>
          <p:cNvGrpSpPr/>
          <p:nvPr/>
        </p:nvGrpSpPr>
        <p:grpSpPr>
          <a:xfrm>
            <a:off x="9527611" y="928318"/>
            <a:ext cx="358092" cy="1646254"/>
            <a:chOff x="1692193" y="1147824"/>
            <a:chExt cx="358092" cy="1646254"/>
          </a:xfrm>
        </p:grpSpPr>
        <p:grpSp>
          <p:nvGrpSpPr>
            <p:cNvPr id="1209" name="Gruppieren 1208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Rechteck 1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5" name="Ellipse 1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6" name="Ellipse 1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7" name="Ellipse 121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8" name="Ellipse 121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9" name="Textfeld 121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20" name="Textfeld 121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21" name="Ellipse 122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2" name="Ellipse 122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Textfeld 1222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24" name="Textfeld 122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25" name="Ellipse 122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6" name="Ellipse 122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1210" name="Textfeld 1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973" name="Gruppieren 972"/>
          <p:cNvGrpSpPr/>
          <p:nvPr/>
        </p:nvGrpSpPr>
        <p:grpSpPr>
          <a:xfrm>
            <a:off x="9852747" y="928318"/>
            <a:ext cx="357561" cy="1646254"/>
            <a:chOff x="1692724" y="1147824"/>
            <a:chExt cx="357561" cy="1646254"/>
          </a:xfrm>
        </p:grpSpPr>
        <p:grpSp>
          <p:nvGrpSpPr>
            <p:cNvPr id="1069" name="Gruppieren 1068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71" name="Gruppieren 1070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73" name="Rechteck 10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4" name="Rechteck 10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5" name="Ellipse 10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6" name="Ellipse 10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7" name="Textfeld 10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78" name="Textfeld 10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079" name="Ellipse 10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0" name="Ellipse 10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1" name="Ellipse 1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2" name="Ellipse 1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3" name="Textfeld 1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84" name="Textfeld 1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85" name="Ellipse 1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6" name="Ellipse 1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7" name="Textfeld 1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88" name="Textfeld 1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89" name="Rechteck 1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0" name="Rechteck 1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1" name="Rechteck 1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2" name="Rechteck 1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3" name="Rechteck 1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4" name="Rechteck 1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5" name="Rechteck 1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6" name="Rechteck 1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72" name="Textfeld 107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1070" name="Textfeld 10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4" name="Gruppieren 973"/>
          <p:cNvGrpSpPr/>
          <p:nvPr/>
        </p:nvGrpSpPr>
        <p:grpSpPr>
          <a:xfrm>
            <a:off x="10177187" y="928318"/>
            <a:ext cx="357561" cy="1646254"/>
            <a:chOff x="1692724" y="1147824"/>
            <a:chExt cx="357561" cy="1646254"/>
          </a:xfrm>
        </p:grpSpPr>
        <p:grpSp>
          <p:nvGrpSpPr>
            <p:cNvPr id="1041" name="Gruppieren 1040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43" name="Gruppieren 1042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45" name="Rechteck 10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6" name="Rechteck 1045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7" name="Ellipse 1046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8" name="Ellipse 1047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9" name="Textfeld 1048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50" name="Textfeld 1049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051" name="Ellipse 105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Ellipse 105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Ellipse 10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Ellipse 10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5" name="Textfeld 10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56" name="Textfeld 10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57" name="Ellipse 10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Ellipse 10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Textfeld 10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60" name="Textfeld 10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8" name="Rechteck 10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44" name="Textfeld 1043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1042" name="Textfeld 104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5" name="Gruppieren 974"/>
          <p:cNvGrpSpPr/>
          <p:nvPr/>
        </p:nvGrpSpPr>
        <p:grpSpPr>
          <a:xfrm>
            <a:off x="10503013" y="928318"/>
            <a:ext cx="355993" cy="1646254"/>
            <a:chOff x="1694292" y="1147824"/>
            <a:chExt cx="355993" cy="1646254"/>
          </a:xfrm>
        </p:grpSpPr>
        <p:grpSp>
          <p:nvGrpSpPr>
            <p:cNvPr id="1037" name="Gruppieren 1036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1039" name="Rechteck 1038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0" name="Textfeld 103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1038" name="Textfeld 103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976" name="Textfeld 975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40" name="Gruppieren 839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841" name="Gruppieren 840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653" name="Gruppieren 16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5" name="Gruppieren 16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Ellipse 16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Rechteck 16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Rechteck 16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6" name="Textfeld 16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4" name="Textfeld 16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2" name="Rechteck 841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3" name="Rechteck 842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" name="Rechteck 843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7" name="Gruppieren 846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69" name="Gruppieren 13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1" name="Gruppieren 13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Textfeld 16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7" name="Ellipse 16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Textfeld 16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1" name="Ellipse 16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2" name="Ellipse 16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Textfeld 16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4" name="Textfeld 16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2" name="Textfeld 13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0" name="Textfeld 13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8" name="Gruppieren 847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93" name="Gruppieren 11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5" name="Gruppieren 11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8" name="Rechteck 11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Textfeld 12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2" name="Textfeld 12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3" name="Ellipse 12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Textfeld 12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7" name="Ellipse 12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7" name="Ellipse 13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Ellipse 13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Textfeld 13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0" name="Textfeld 13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6" name="Textfeld 11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4" name="Textfeld 11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9" name="Gruppieren 848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63" name="Gruppieren 11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5" name="Gruppieren 11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Ellipse 11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Ellipse 11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Textfeld 11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2" name="Textfeld 11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3" name="Ellipse 11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Ellipse 11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Textfeld 11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6" name="Textfeld 11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Ellipse 11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0" name="Textfeld 11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Ellipse 11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4" name="Textfeld 11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6" name="Textfeld 11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4" name="Textfeld 11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33" name="Gruppieren 11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5" name="Gruppieren 11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Ellipse 11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Ellipse 11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Textfeld 11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2" name="Textfeld 11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3" name="Ellipse 11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Ellipse 11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Textfeld 11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6" name="Textfeld 11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Ellipse 11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0" name="Textfeld 11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2" name="Ellipse 11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4" name="Textfeld 11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6" name="Textfeld 11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4" name="Textfeld 11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103" name="Gruppieren 110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5" name="Gruppieren 11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Ellipse 11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0" name="Ellipse 11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Textfeld 11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2" name="Textfeld 11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3" name="Ellipse 11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4" name="Ellipse 11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5" name="Textfeld 11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6" name="Textfeld 11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Ellipse 11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0" name="Textfeld 11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Ellipse 11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4" name="Textfeld 11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6" name="Textfeld 110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04" name="Textfeld 11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013" name="Gruppieren 101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5" name="Gruppieren 10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Ellipse 10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Ellipse 10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Textfeld 10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2" name="Textfeld 10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3" name="Ellipse 10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Ellipse 10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Textfeld 10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6" name="Textfeld 10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6" name="Textfeld 101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14" name="Textfeld 10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83" name="Gruppieren 9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5" name="Gruppieren 9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7" name="Rechteck 9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Ellipse 9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2" name="Textfeld 9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3" name="Ellipse 9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Ellipse 9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Textfeld 9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6" name="Textfeld 9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7" name="Ellipse 9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Textfeld 9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1" name="Ellipse 10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Textfeld 10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6" name="Textfeld 9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84" name="Textfeld 9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929" name="Gruppieren 92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1" name="Rechteck 93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2" name="Textfeld 93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0" name="Textfeld 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6" name="Textfeld 855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7" name="Gruppieren 856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896" name="Gruppieren 89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98" name="Gruppieren 89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0" name="Gruppieren 89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2" name="Rechteck 90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" name="Rechteck 90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" name="Ellipse 90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Ellipse 90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Textfeld 90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Ellipse 90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" name="Textfeld 90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0" name="Textfeld 90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1" name="Ellipse 91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" name="Ellipse 91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" name="Textfeld 91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4" name="Textfeld 91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5" name="Ellipse 91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" name="Ellipse 91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" name="Textfeld 91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8" name="Textfeld 91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9" name="Rechteck 91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" name="Rechteck 91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99" name="Textfeld 89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7" name="Textfeld 89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858" name="Gruppieren 857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859" name="Rechteck 85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0" name="Ellipse 85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1" name="Ellipse 86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2" name="Ellipse 86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3" name="Ellipse 86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4" name="Textfeld 86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865" name="Textfeld 86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6" name="Ellipse 86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7" name="Ellipse 86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8" name="Ellipse 86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9" name="Ellipse 86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0" name="Ellipse 86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1" name="Ellipse 87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2" name="Ellipse 87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3" name="Ellipse 87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4" name="Ellipse 87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5" name="Ellipse 87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6" name="Ellipse 87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7" name="Ellipse 87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78" name="Gruppieren 87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879" name="Rechteck 87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0" name="Rechteck 87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1" name="Rechteck 88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2" name="Rechteck 88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3" name="Rechteck 88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4" name="Rechteck 88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5" name="Rechteck 88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6" name="Rechteck 88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7" name="Rechteck 88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8" name="Rechteck 88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" name="Rechteck 88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" name="Rechteck 88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" name="Rechteck 89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" name="Rechteck 89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" name="Rechteck 89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" name="Rechteck 89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" name="Rechteck 89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177341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536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12f</a:t>
            </a:r>
            <a:endParaRPr lang="de-DE" dirty="0"/>
          </a:p>
        </p:txBody>
      </p:sp>
      <p:grpSp>
        <p:nvGrpSpPr>
          <p:cNvPr id="7034" name="Gruppieren 7033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7456" name="Gruppieren 7455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7458" name="Gruppieren 7457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7460" name="Rechteck 74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1" name="Rechteck 74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2" name="Ellipse 74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3" name="Ellipse 74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4" name="Ellipse 746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5" name="Ellipse 746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6" name="Ellipse 74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7" name="Ellipse 74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8" name="Ellipse 746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9" name="Ellipse 746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0" name="Rechteck 746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1" name="Rechteck 747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2" name="Rechteck 747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3" name="Rechteck 747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4" name="Rechteck 747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5" name="Rechteck 747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6" name="Rechteck 747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7" name="Rechteck 747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59" name="Textfeld 745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7457" name="Textfeld 74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7035" name="Rechteck 7034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6" name="Rechteck 7035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7" name="Rechteck 7036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8" name="Rechteck 7037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9" name="Rechteck 7038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7040" name="Gruppieren 7039"/>
          <p:cNvGrpSpPr/>
          <p:nvPr/>
        </p:nvGrpSpPr>
        <p:grpSpPr>
          <a:xfrm>
            <a:off x="1289910" y="2872756"/>
            <a:ext cx="327049" cy="1652928"/>
            <a:chOff x="1692193" y="1141150"/>
            <a:chExt cx="327049" cy="1652928"/>
          </a:xfrm>
        </p:grpSpPr>
        <p:grpSp>
          <p:nvGrpSpPr>
            <p:cNvPr id="7426" name="Gruppieren 742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428" name="Gruppieren 74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30" name="Rechteck 74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31" name="Rechteck 74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2" name="Ellipse 74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3" name="Ellipse 74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4" name="Textfeld 74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35" name="Textfeld 74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436" name="Ellipse 74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7" name="Ellipse 74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8" name="Textfeld 74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39" name="Textfeld 74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0" name="Ellipse 74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1" name="Ellipse 74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2" name="Textfeld 74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3" name="Textfeld 74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4" name="Ellipse 74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45" name="Ellipse 74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6" name="Textfeld 74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447" name="Textfeld 74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448" name="Rechteck 74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9" name="Rechteck 74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0" name="Rechteck 74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1" name="Rechteck 74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2" name="Rechteck 74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3" name="Rechteck 74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4" name="Rechteck 74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5" name="Rechteck 74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29" name="Textfeld 742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7427" name="Textfeld 74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1" name="Gruppieren 7040"/>
          <p:cNvGrpSpPr/>
          <p:nvPr/>
        </p:nvGrpSpPr>
        <p:grpSpPr>
          <a:xfrm>
            <a:off x="1613889" y="2872756"/>
            <a:ext cx="327049" cy="1652928"/>
            <a:chOff x="1692193" y="1141150"/>
            <a:chExt cx="327049" cy="1652928"/>
          </a:xfrm>
        </p:grpSpPr>
        <p:grpSp>
          <p:nvGrpSpPr>
            <p:cNvPr id="7396" name="Gruppieren 739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98" name="Gruppieren 739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00" name="Rechteck 739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01" name="Rechteck 740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2" name="Ellipse 740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3" name="Ellipse 740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4" name="Textfeld 740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05" name="Textfeld 740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406" name="Ellipse 740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7" name="Ellipse 740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8" name="Textfeld 740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09" name="Textfeld 740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0" name="Ellipse 740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1" name="Ellipse 741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2" name="Textfeld 741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3" name="Textfeld 741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4" name="Ellipse 741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5" name="Ellipse 741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6" name="Textfeld 741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417" name="Textfeld 741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418" name="Rechteck 741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9" name="Rechteck 741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0" name="Rechteck 741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1" name="Rechteck 742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2" name="Rechteck 742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3" name="Rechteck 742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4" name="Rechteck 742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5" name="Rechteck 742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99" name="Textfeld 739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7397" name="Textfeld 739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3" name="Gruppieren 7042"/>
          <p:cNvGrpSpPr/>
          <p:nvPr/>
        </p:nvGrpSpPr>
        <p:grpSpPr>
          <a:xfrm>
            <a:off x="1939382" y="2872756"/>
            <a:ext cx="327049" cy="1652928"/>
            <a:chOff x="1692193" y="1141150"/>
            <a:chExt cx="327049" cy="1652928"/>
          </a:xfrm>
        </p:grpSpPr>
        <p:grpSp>
          <p:nvGrpSpPr>
            <p:cNvPr id="7336" name="Gruppieren 733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38" name="Gruppieren 733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40" name="Rechteck 73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1" name="Rechteck 734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2" name="Ellipse 734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3" name="Ellipse 734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4" name="Textfeld 734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45" name="Textfeld 734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346" name="Ellipse 734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7" name="Ellipse 734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8" name="Textfeld 734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49" name="Textfeld 734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0" name="Ellipse 734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1" name="Ellipse 735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2" name="Textfeld 7351"/>
                <p:cNvSpPr txBox="1"/>
                <p:nvPr/>
              </p:nvSpPr>
              <p:spPr>
                <a:xfrm>
                  <a:off x="1692643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3" name="Textfeld 735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4" name="Ellipse 735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5" name="Ellipse 735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6" name="Textfeld 735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357" name="Textfeld 735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358" name="Rechteck 735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9" name="Rechteck 735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0" name="Rechteck 735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1" name="Rechteck 736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2" name="Rechteck 736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3" name="Rechteck 736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4" name="Rechteck 736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5" name="Rechteck 736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39" name="Textfeld 733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7337" name="Textfeld 733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4" name="Gruppieren 7043"/>
          <p:cNvGrpSpPr/>
          <p:nvPr/>
        </p:nvGrpSpPr>
        <p:grpSpPr>
          <a:xfrm>
            <a:off x="2266307" y="2872756"/>
            <a:ext cx="327049" cy="1652928"/>
            <a:chOff x="1692193" y="1141150"/>
            <a:chExt cx="327049" cy="1652928"/>
          </a:xfrm>
        </p:grpSpPr>
        <p:grpSp>
          <p:nvGrpSpPr>
            <p:cNvPr id="7306" name="Gruppieren 730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08" name="Gruppieren 730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10" name="Rechteck 73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11" name="Rechteck 731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2" name="Ellipse 731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3" name="Ellipse 731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4" name="Textfeld 731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15" name="Textfeld 731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316" name="Ellipse 731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7" name="Ellipse 731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8" name="Textfeld 731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19" name="Textfeld 731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0" name="Ellipse 731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1" name="Ellipse 732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2" name="Textfeld 732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3" name="Textfeld 732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4" name="Ellipse 73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25" name="Ellipse 73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6" name="Textfeld 732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327" name="Textfeld 732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328" name="Rechteck 732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9" name="Rechteck 732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0" name="Rechteck 732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1" name="Rechteck 733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2" name="Rechteck 733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3" name="Rechteck 733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4" name="Rechteck 733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5" name="Rechteck 733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09" name="Textfeld 730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7307" name="Textfeld 730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6" name="Gruppieren 7045"/>
          <p:cNvGrpSpPr/>
          <p:nvPr/>
        </p:nvGrpSpPr>
        <p:grpSpPr>
          <a:xfrm>
            <a:off x="2913173" y="2872756"/>
            <a:ext cx="371759" cy="1652928"/>
            <a:chOff x="1692193" y="1141150"/>
            <a:chExt cx="371759" cy="1652928"/>
          </a:xfrm>
        </p:grpSpPr>
        <p:grpSp>
          <p:nvGrpSpPr>
            <p:cNvPr id="7246" name="Gruppieren 7245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248" name="Gruppieren 724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50" name="Rechteck 72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51" name="Rechteck 725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2" name="Ellipse 725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3" name="Ellipse 725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4" name="Textfeld 725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55" name="Textfeld 725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256" name="Ellipse 72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7" name="Ellipse 72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8" name="Textfeld 72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59" name="Textfeld 7258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0" name="Ellipse 72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1" name="Ellipse 72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2" name="Textfeld 726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63" name="Textfeld 72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64" name="Ellipse 72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5" name="Ellipse 72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6" name="Textfeld 726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7" name="Textfeld 726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8" name="Rechteck 726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9" name="Rechteck 726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0" name="Rechteck 726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1" name="Rechteck 727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2" name="Rechteck 727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3" name="Rechteck 727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4" name="Rechteck 727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5" name="Rechteck 727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49" name="Textfeld 7248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9</a:t>
                </a:r>
              </a:p>
            </p:txBody>
          </p:sp>
        </p:grpSp>
        <p:sp>
          <p:nvSpPr>
            <p:cNvPr id="7247" name="Textfeld 724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grpSp>
        <p:nvGrpSpPr>
          <p:cNvPr id="7047" name="Gruppieren 7046"/>
          <p:cNvGrpSpPr/>
          <p:nvPr/>
        </p:nvGrpSpPr>
        <p:grpSpPr>
          <a:xfrm>
            <a:off x="3237611" y="2881052"/>
            <a:ext cx="358092" cy="1646254"/>
            <a:chOff x="1692193" y="1147824"/>
            <a:chExt cx="358092" cy="1646254"/>
          </a:xfrm>
        </p:grpSpPr>
        <p:grpSp>
          <p:nvGrpSpPr>
            <p:cNvPr id="7216" name="Gruppieren 721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218" name="Gruppieren 721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20" name="Rechteck 721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1" name="Rechteck 722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2" name="Ellipse 722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3" name="Ellipse 722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4" name="Textfeld 722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25" name="Textfeld 722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226" name="Ellipse 722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7" name="Ellipse 722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8" name="Textfeld 722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29" name="Textfeld 722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0" name="Ellipse 722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1" name="Ellipse 723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2" name="Textfeld 723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33" name="Textfeld 723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34" name="Ellipse 723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5" name="Ellipse 723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6" name="Textfeld 723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7" name="Textfeld 723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8" name="Rechteck 723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9" name="Rechteck 723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0" name="Rechteck 723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1" name="Rechteck 724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2" name="Rechteck 724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3" name="Rechteck 724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4" name="Rechteck 724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5" name="Rechteck 724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19" name="Textfeld 721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7217" name="Textfeld 721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EL3054</a:t>
              </a:r>
            </a:p>
          </p:txBody>
        </p:sp>
      </p:grpSp>
      <p:grpSp>
        <p:nvGrpSpPr>
          <p:cNvPr id="7048" name="Gruppieren 7047"/>
          <p:cNvGrpSpPr/>
          <p:nvPr/>
        </p:nvGrpSpPr>
        <p:grpSpPr>
          <a:xfrm>
            <a:off x="3560282" y="2881052"/>
            <a:ext cx="358092" cy="1646254"/>
            <a:chOff x="1692193" y="1147824"/>
            <a:chExt cx="358092" cy="1646254"/>
          </a:xfrm>
        </p:grpSpPr>
        <p:grpSp>
          <p:nvGrpSpPr>
            <p:cNvPr id="7186" name="Gruppieren 718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88" name="Gruppieren 718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90" name="Rechteck 71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1" name="Rechteck 719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2" name="Ellipse 719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3" name="Ellipse 719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4" name="Textfeld 719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95" name="Textfeld 719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96" name="Ellipse 719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7" name="Ellipse 719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8" name="Textfeld 719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99" name="Textfeld 719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00" name="Ellipse 719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1" name="Ellipse 720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2" name="Textfeld 720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5</a:t>
                  </a:r>
                  <a:endParaRPr lang="de-DE" dirty="0"/>
                </a:p>
              </p:txBody>
            </p:sp>
            <p:sp>
              <p:nvSpPr>
                <p:cNvPr id="7203" name="Textfeld 720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6</a:t>
                  </a:r>
                  <a:endParaRPr lang="de-DE" dirty="0"/>
                </a:p>
              </p:txBody>
            </p:sp>
            <p:sp>
              <p:nvSpPr>
                <p:cNvPr id="7204" name="Ellipse 720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5" name="Ellipse 720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6" name="Textfeld 720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7</a:t>
                  </a:r>
                  <a:endParaRPr lang="de-DE" dirty="0"/>
                </a:p>
              </p:txBody>
            </p:sp>
            <p:sp>
              <p:nvSpPr>
                <p:cNvPr id="7207" name="Textfeld 720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8</a:t>
                  </a:r>
                  <a:endParaRPr lang="de-DE" dirty="0"/>
                </a:p>
              </p:txBody>
            </p:sp>
            <p:sp>
              <p:nvSpPr>
                <p:cNvPr id="7208" name="Rechteck 720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9" name="Rechteck 720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0" name="Rechteck 720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1" name="Rechteck 721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2" name="Rechteck 721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3" name="Rechteck 721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4" name="Rechteck 721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5" name="Rechteck 721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89" name="Textfeld 718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7187" name="Textfeld 718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EL3058</a:t>
              </a:r>
            </a:p>
          </p:txBody>
        </p:sp>
      </p:grpSp>
      <p:grpSp>
        <p:nvGrpSpPr>
          <p:cNvPr id="7049" name="Gruppieren 7048"/>
          <p:cNvGrpSpPr/>
          <p:nvPr/>
        </p:nvGrpSpPr>
        <p:grpSpPr>
          <a:xfrm>
            <a:off x="3883319" y="2881052"/>
            <a:ext cx="357561" cy="1646254"/>
            <a:chOff x="1692724" y="1147824"/>
            <a:chExt cx="357561" cy="1646254"/>
          </a:xfrm>
        </p:grpSpPr>
        <p:grpSp>
          <p:nvGrpSpPr>
            <p:cNvPr id="7156" name="Gruppieren 7155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7158" name="Gruppieren 7157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7160" name="Rechteck 71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61" name="Rechteck 71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2" name="Ellipse 71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3" name="Ellipse 71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4" name="Textfeld 716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65" name="Textfeld 716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66" name="Ellipse 716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7" name="Ellipse 716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8" name="Textfeld 7167"/>
                <p:cNvSpPr txBox="1"/>
                <p:nvPr/>
              </p:nvSpPr>
              <p:spPr>
                <a:xfrm>
                  <a:off x="1704893" y="196092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69" name="Textfeld 7168"/>
                <p:cNvSpPr txBox="1"/>
                <p:nvPr/>
              </p:nvSpPr>
              <p:spPr>
                <a:xfrm>
                  <a:off x="1828246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0" name="Ellipse 716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1" name="Ellipse 717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2" name="Textfeld 717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3" name="Textfeld 717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4" name="Ellipse 717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5" name="Ellipse 717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6" name="Textfeld 717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77" name="Textfeld 717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78" name="Rechteck 717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9" name="Rechteck 717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0" name="Rechteck 717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1" name="Rechteck 718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2" name="Rechteck 718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3" name="Rechteck 718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4" name="Rechteck 718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5" name="Rechteck 718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59" name="Textfeld 715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7157" name="Textfeld 71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0" name="Gruppieren 7049"/>
          <p:cNvGrpSpPr/>
          <p:nvPr/>
        </p:nvGrpSpPr>
        <p:grpSpPr>
          <a:xfrm>
            <a:off x="4205294" y="2881052"/>
            <a:ext cx="358092" cy="1646254"/>
            <a:chOff x="1692193" y="1147824"/>
            <a:chExt cx="358092" cy="1646254"/>
          </a:xfrm>
        </p:grpSpPr>
        <p:grpSp>
          <p:nvGrpSpPr>
            <p:cNvPr id="7126" name="Gruppieren 712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28" name="Gruppieren 71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30" name="Rechteck 71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31" name="Rechteck 71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2" name="Ellipse 71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3" name="Ellipse 71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4" name="Textfeld 71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35" name="Textfeld 71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36" name="Ellipse 71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7" name="Ellipse 71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8" name="Textfeld 71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39" name="Textfeld 71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0" name="Ellipse 71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1" name="Ellipse 71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2" name="Textfeld 71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3" name="Textfeld 71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4" name="Ellipse 71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5" name="Ellipse 71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6" name="Textfeld 71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47" name="Textfeld 71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48" name="Rechteck 71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9" name="Rechteck 71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0" name="Rechteck 71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1" name="Rechteck 71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2" name="Rechteck 71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3" name="Rechteck 71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4" name="Rechteck 71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5" name="Rechteck 71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29" name="Textfeld 712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7127" name="Textfeld 71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1" name="Gruppieren 7050"/>
          <p:cNvGrpSpPr/>
          <p:nvPr/>
        </p:nvGrpSpPr>
        <p:grpSpPr>
          <a:xfrm>
            <a:off x="4532568" y="2881052"/>
            <a:ext cx="355993" cy="1646254"/>
            <a:chOff x="1694292" y="1147824"/>
            <a:chExt cx="355993" cy="1646254"/>
          </a:xfrm>
        </p:grpSpPr>
        <p:grpSp>
          <p:nvGrpSpPr>
            <p:cNvPr id="7122" name="Gruppieren 7121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124" name="Rechteck 7123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125" name="Textfeld 712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123" name="Textfeld 71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7052" name="Gruppieren 7051"/>
          <p:cNvGrpSpPr/>
          <p:nvPr/>
        </p:nvGrpSpPr>
        <p:grpSpPr>
          <a:xfrm>
            <a:off x="2590519" y="2872756"/>
            <a:ext cx="371759" cy="1652928"/>
            <a:chOff x="1692193" y="1141150"/>
            <a:chExt cx="371759" cy="1652928"/>
          </a:xfrm>
        </p:grpSpPr>
        <p:grpSp>
          <p:nvGrpSpPr>
            <p:cNvPr id="7092" name="Gruppieren 7091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094" name="Gruppieren 70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096" name="Rechteck 70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97" name="Rechteck 70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8" name="Ellipse 70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9" name="Ellipse 70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0" name="Textfeld 70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01" name="Textfeld 71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02" name="Ellipse 71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3" name="Ellipse 71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4" name="Textfeld 71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05" name="Textfeld 7104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06" name="Ellipse 71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7" name="Ellipse 71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8" name="Textfeld 71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09" name="Textfeld 7108"/>
                <p:cNvSpPr txBox="1"/>
                <p:nvPr/>
              </p:nvSpPr>
              <p:spPr>
                <a:xfrm>
                  <a:off x="1819252" y="21952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10" name="Ellipse 71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1" name="Ellipse 71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2" name="Textfeld 71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13" name="Textfeld 71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14" name="Rechteck 71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5" name="Rechteck 71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6" name="Rechteck 71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7" name="Rechteck 71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8" name="Rechteck 71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9" name="Rechteck 71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0" name="Rechteck 71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1" name="Rechteck 71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095" name="Textfeld 7094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7093" name="Textfeld 70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sp>
        <p:nvSpPr>
          <p:cNvPr id="7053" name="Textfeld 7052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7054" name="Gruppieren 7053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7055" name="Rechteck 7054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6" name="Ellipse 7055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7" name="Ellipse 7056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8" name="Ellipse 7057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9" name="Ellipse 7058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0" name="Textfeld 7059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061" name="Textfeld 7060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62" name="Ellipse 7061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3" name="Ellipse 7062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4" name="Ellipse 7063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5" name="Ellipse 7064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6" name="Ellipse 7065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7" name="Ellipse 7066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8" name="Ellipse 7067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9" name="Ellipse 7068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0" name="Ellipse 7069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71" name="Ellipse 7070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2" name="Ellipse 7071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3" name="Ellipse 7072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74" name="Gruppieren 7073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7075" name="Rechteck 7074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6" name="Rechteck 7075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7" name="Rechteck 7076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8" name="Rechteck 7077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9" name="Rechteck 7078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0" name="Rechteck 7079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1" name="Rechteck 7080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2" name="Rechteck 7081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3" name="Rechteck 7082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4" name="Rechteck 7083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5" name="Rechteck 7084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6" name="Rechteck 7085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7" name="Rechteck 7086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8" name="Rechteck 7087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9" name="Rechteck 7088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0" name="Rechteck 7089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1" name="Rechteck 7090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4" name="Gruppieren 8863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9329" name="Gruppieren 9328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9331" name="Gruppieren 9330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9333" name="Rechteck 933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4" name="Rechteck 933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5" name="Ellipse 933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6" name="Ellipse 933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7" name="Ellipse 933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8" name="Ellipse 933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9" name="Ellipse 933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0" name="Ellipse 933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1" name="Ellipse 93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2" name="Ellipse 93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3" name="Rechteck 934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4" name="Rechteck 934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5" name="Rechteck 934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6" name="Rechteck 934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7" name="Rechteck 934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8" name="Rechteck 934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9" name="Rechteck 934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50" name="Rechteck 934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32" name="Textfeld 933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9330" name="Textfeld 932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865" name="Rechteck 8864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6" name="Rechteck 8865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7" name="Rechteck 8866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8" name="Rechteck 8867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9" name="Rechteck 8868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870" name="Gruppieren 8869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9299" name="Gruppieren 929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301" name="Gruppieren 930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303" name="Rechteck 930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4" name="Rechteck 930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5" name="Ellipse 930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6" name="Ellipse 930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7" name="Textfeld 930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308" name="Textfeld 930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309" name="Ellipse 930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0" name="Ellipse 930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1" name="Textfeld 931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2" name="Textfeld 931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3" name="Ellipse 93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4" name="Ellipse 93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5" name="Textfeld 931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6" name="Textfeld 931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7" name="Ellipse 931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8" name="Ellipse 931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9" name="Textfeld 931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320" name="Textfeld 931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321" name="Rechteck 932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2" name="Rechteck 932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3" name="Rechteck 932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4" name="Rechteck 932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5" name="Rechteck 932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6" name="Rechteck 932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7" name="Rechteck 932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8" name="Rechteck 932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02" name="Textfeld 930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9300" name="Textfeld 929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1" name="Gruppieren 8870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9269" name="Gruppieren 926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71" name="Gruppieren 927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73" name="Rechteck 92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74" name="Rechteck 92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5" name="Ellipse 92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6" name="Ellipse 92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7" name="Textfeld 92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78" name="Textfeld 92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79" name="Ellipse 92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0" name="Ellipse 92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1" name="Textfeld 928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2" name="Textfeld 928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3" name="Ellipse 928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4" name="Ellipse 928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5" name="Textfeld 928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6" name="Textfeld 928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7" name="Ellipse 928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88" name="Ellipse 928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9" name="Textfeld 928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90" name="Textfeld 928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91" name="Rechteck 929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2" name="Rechteck 929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3" name="Rechteck 929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4" name="Rechteck 929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5" name="Rechteck 929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6" name="Rechteck 929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7" name="Rechteck 929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8" name="Rechteck 929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72" name="Textfeld 927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9270" name="Textfeld 92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2" name="Gruppieren 8871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9239" name="Gruppieren 923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41" name="Gruppieren 924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43" name="Rechteck 924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44" name="Rechteck 924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5" name="Ellipse 924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6" name="Ellipse 924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7" name="Textfeld 924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48" name="Textfeld 924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49" name="Ellipse 924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0" name="Ellipse 924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1" name="Textfeld 925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2" name="Textfeld 925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3" name="Ellipse 92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4" name="Ellipse 92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5" name="Textfeld 92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6" name="Textfeld 92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7" name="Ellipse 92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8" name="Ellipse 92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9" name="Textfeld 92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60" name="Textfeld 92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61" name="Rechteck 92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2" name="Rechteck 92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3" name="Rechteck 92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4" name="Rechteck 92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5" name="Rechteck 92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6" name="Rechteck 92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7" name="Rechteck 92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8" name="Rechteck 92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42" name="Textfeld 924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9240" name="Textfeld 923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3" name="Gruppieren 8872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9209" name="Gruppieren 920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11" name="Gruppieren 921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13" name="Rechteck 9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14" name="Rechteck 9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5" name="Ellipse 9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6" name="Ellipse 9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7" name="Textfeld 921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18" name="Textfeld 921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19" name="Ellipse 921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0" name="Ellipse 921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1" name="Textfeld 922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2" name="Textfeld 922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3" name="Ellipse 922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4" name="Ellipse 922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5" name="Textfeld 922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6" name="Textfeld 922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7" name="Ellipse 922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8" name="Ellipse 922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9" name="Textfeld 922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30" name="Textfeld 922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31" name="Rechteck 923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2" name="Rechteck 923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3" name="Rechteck 923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4" name="Rechteck 923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5" name="Rechteck 923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6" name="Rechteck 923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7" name="Rechteck 923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8" name="Rechteck 923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12" name="Textfeld 921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9210" name="Textfeld 9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4" name="Gruppieren 8873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9179" name="Gruppieren 917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81" name="Gruppieren 918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83" name="Rechteck 918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84" name="Rechteck 918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5" name="Ellipse 918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6" name="Ellipse 918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7" name="Textfeld 918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88" name="Textfeld 918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89" name="Ellipse 918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0" name="Ellipse 918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1" name="Textfeld 919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2" name="Textfeld 919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3" name="Ellipse 919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4" name="Ellipse 919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5" name="Textfeld 9194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6" name="Textfeld 919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7" name="Ellipse 919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8" name="Ellipse 919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9" name="Textfeld 919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00" name="Textfeld 919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01" name="Rechteck 920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2" name="Rechteck 920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3" name="Rechteck 920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4" name="Rechteck 920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5" name="Rechteck 920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6" name="Rechteck 920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7" name="Rechteck 920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8" name="Rechteck 920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82" name="Textfeld 918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9180" name="Textfeld 917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5" name="Gruppieren 8874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9149" name="Gruppieren 914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51" name="Gruppieren 915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53" name="Rechteck 91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54" name="Rechteck 915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5" name="Ellipse 915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6" name="Ellipse 915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7" name="Textfeld 915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58" name="Textfeld 915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59" name="Ellipse 915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0" name="Ellipse 915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1" name="Textfeld 916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2" name="Textfeld 916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3" name="Ellipse 916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4" name="Ellipse 916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5" name="Textfeld 916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6" name="Textfeld 916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7" name="Ellipse 916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68" name="Ellipse 916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9" name="Textfeld 916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170" name="Textfeld 916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171" name="Rechteck 917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2" name="Rechteck 917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3" name="Rechteck 917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4" name="Rechteck 917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5" name="Rechteck 917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6" name="Rechteck 917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7" name="Rechteck 917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8" name="Rechteck 917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52" name="Textfeld 915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9150" name="Textfeld 914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6" name="Gruppieren 8875"/>
          <p:cNvGrpSpPr/>
          <p:nvPr/>
        </p:nvGrpSpPr>
        <p:grpSpPr>
          <a:xfrm>
            <a:off x="7912006" y="920251"/>
            <a:ext cx="420326" cy="1652928"/>
            <a:chOff x="1688847" y="1141150"/>
            <a:chExt cx="420326" cy="1652928"/>
          </a:xfrm>
        </p:grpSpPr>
        <p:grpSp>
          <p:nvGrpSpPr>
            <p:cNvPr id="9119" name="Gruppieren 9118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9121" name="Gruppieren 912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23" name="Rechteck 912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24" name="Rechteck 912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5" name="Ellipse 912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6" name="Ellipse 912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7" name="Textfeld 912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28" name="Textfeld 912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29" name="Ellipse 912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0" name="Ellipse 912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1" name="Textfeld 913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2" name="Textfeld 913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3" name="Ellipse 913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4" name="Ellipse 913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5" name="Textfeld 913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6" name="Textfeld 913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7" name="Ellipse 913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8" name="Ellipse 913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9" name="Textfeld 913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140" name="Textfeld 913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141" name="Rechteck 914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2" name="Rechteck 914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3" name="Rechteck 914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4" name="Rechteck 914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5" name="Rechteck 914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6" name="Rechteck 914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7" name="Rechteck 914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8" name="Rechteck 914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22" name="Textfeld 9121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9120" name="Textfeld 911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78" name="Gruppieren 8877"/>
          <p:cNvGrpSpPr/>
          <p:nvPr/>
        </p:nvGrpSpPr>
        <p:grpSpPr>
          <a:xfrm>
            <a:off x="8244059" y="926925"/>
            <a:ext cx="358092" cy="1646254"/>
            <a:chOff x="1692193" y="1147824"/>
            <a:chExt cx="358092" cy="1646254"/>
          </a:xfrm>
        </p:grpSpPr>
        <p:grpSp>
          <p:nvGrpSpPr>
            <p:cNvPr id="9067" name="Gruppieren 9066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69" name="Gruppieren 9068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71" name="Rechteck 907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2" name="Rechteck 9071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3" name="Ellipse 9072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4" name="Ellipse 9073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5" name="Textfeld 9074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76" name="Textfeld 9075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77" name="Ellipse 907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8" name="Ellipse 907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9" name="Textfeld 907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0" name="Textfeld 907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1" name="Ellipse 9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2" name="Ellipse 9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3" name="Textfeld 9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4" name="Textfeld 9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5" name="Ellipse 9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6" name="Ellipse 9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7" name="Textfeld 9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88" name="Textfeld 9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89" name="Rechteck 9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0" name="Rechteck 9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1" name="Rechteck 9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2" name="Rechteck 9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3" name="Rechteck 9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4" name="Rechteck 9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5" name="Rechteck 9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6" name="Rechteck 9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70" name="Textfeld 906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9068" name="Textfeld 906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0" name="Gruppieren 8879"/>
          <p:cNvGrpSpPr/>
          <p:nvPr/>
        </p:nvGrpSpPr>
        <p:grpSpPr>
          <a:xfrm>
            <a:off x="8566730" y="926925"/>
            <a:ext cx="358092" cy="1646254"/>
            <a:chOff x="1692193" y="1147824"/>
            <a:chExt cx="358092" cy="1646254"/>
          </a:xfrm>
        </p:grpSpPr>
        <p:grpSp>
          <p:nvGrpSpPr>
            <p:cNvPr id="9034" name="Gruppieren 903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36" name="Gruppieren 903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38" name="Rechteck 903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39" name="Rechteck 903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0" name="Ellipse 903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1" name="Ellipse 904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2" name="Textfeld 904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43" name="Textfeld 904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44" name="Ellipse 904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5" name="Ellipse 904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6" name="Textfeld 904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47" name="Textfeld 904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48" name="Ellipse 904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9" name="Ellipse 904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0" name="Textfeld 904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51" name="Textfeld 905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52" name="Ellipse 905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3" name="Ellipse 905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4" name="Textfeld 905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55" name="Textfeld 905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56" name="Rechteck 905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7" name="Rechteck 905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8" name="Rechteck 905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9" name="Rechteck 905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0" name="Rechteck 905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1" name="Rechteck 906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2" name="Rechteck 906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3" name="Rechteck 906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37" name="Textfeld 903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9035" name="Textfeld 903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1" name="Gruppieren 8880"/>
          <p:cNvGrpSpPr/>
          <p:nvPr/>
        </p:nvGrpSpPr>
        <p:grpSpPr>
          <a:xfrm>
            <a:off x="8889236" y="926925"/>
            <a:ext cx="358092" cy="1646254"/>
            <a:chOff x="1692193" y="1147824"/>
            <a:chExt cx="358092" cy="1646254"/>
          </a:xfrm>
        </p:grpSpPr>
        <p:grpSp>
          <p:nvGrpSpPr>
            <p:cNvPr id="9004" name="Gruppieren 900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06" name="Gruppieren 900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08" name="Rechteck 90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09" name="Rechteck 900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0" name="Ellipse 900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1" name="Ellipse 901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2" name="Textfeld 901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13" name="Textfeld 901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14" name="Ellipse 901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5" name="Ellipse 901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6" name="Textfeld 901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17" name="Textfeld 901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18" name="Ellipse 901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9" name="Ellipse 901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0" name="Textfeld 901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21" name="Textfeld 902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22" name="Ellipse 902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3" name="Ellipse 902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4" name="Textfeld 902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25" name="Textfeld 902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26" name="Rechteck 90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7" name="Rechteck 90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8" name="Rechteck 90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9" name="Rechteck 90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0" name="Rechteck 90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1" name="Rechteck 90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2" name="Rechteck 90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3" name="Rechteck 90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07" name="Textfeld 900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9005" name="Textfeld 900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2" name="Gruppieren 8881"/>
          <p:cNvGrpSpPr/>
          <p:nvPr/>
        </p:nvGrpSpPr>
        <p:grpSpPr>
          <a:xfrm>
            <a:off x="9211742" y="926925"/>
            <a:ext cx="358092" cy="1646254"/>
            <a:chOff x="1692193" y="1147824"/>
            <a:chExt cx="358092" cy="1646254"/>
          </a:xfrm>
        </p:grpSpPr>
        <p:grpSp>
          <p:nvGrpSpPr>
            <p:cNvPr id="8974" name="Gruppieren 897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8976" name="Gruppieren 897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978" name="Rechteck 897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79" name="Rechteck 897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0" name="Ellipse 897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1" name="Ellipse 898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2" name="Textfeld 898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83" name="Textfeld 898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84" name="Ellipse 898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5" name="Ellipse 898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6" name="Textfeld 898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87" name="Textfeld 898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88" name="Ellipse 898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9" name="Ellipse 898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0" name="Textfeld 898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91" name="Textfeld 899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92" name="Ellipse 899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3" name="Ellipse 899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4" name="Textfeld 899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995" name="Textfeld 899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996" name="Rechteck 899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7" name="Rechteck 899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8" name="Rechteck 899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9" name="Rechteck 899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0" name="Rechteck 899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1" name="Rechteck 900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2" name="Rechteck 900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3" name="Rechteck 900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77" name="Textfeld 897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8975" name="Textfeld 897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83" name="Gruppieren 8882"/>
          <p:cNvGrpSpPr/>
          <p:nvPr/>
        </p:nvGrpSpPr>
        <p:grpSpPr>
          <a:xfrm>
            <a:off x="9529248" y="926925"/>
            <a:ext cx="358092" cy="1646254"/>
            <a:chOff x="1692193" y="1147824"/>
            <a:chExt cx="358092" cy="1646254"/>
          </a:xfrm>
        </p:grpSpPr>
        <p:grpSp>
          <p:nvGrpSpPr>
            <p:cNvPr id="8948" name="Gruppieren 8947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8950" name="Gruppieren 8949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952" name="Rechteck 89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53" name="Rechteck 895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4" name="Ellipse 895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5" name="Ellipse 895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6" name="Ellipse 89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7" name="Ellipse 89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8" name="Textfeld 89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59" name="Textfeld 895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60" name="Ellipse 89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1" name="Ellipse 89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2" name="Textfeld 8961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963" name="Textfeld 89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964" name="Ellipse 89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5" name="Ellipse 89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6" name="Rechteck 896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7" name="Rechteck 896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8" name="Rechteck 896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9" name="Rechteck 896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0" name="Rechteck 896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1" name="Rechteck 897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2" name="Rechteck 897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3" name="Rechteck 897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51" name="Textfeld 895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8949" name="Textfeld 894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8884" name="Gruppieren 8883"/>
          <p:cNvGrpSpPr/>
          <p:nvPr/>
        </p:nvGrpSpPr>
        <p:grpSpPr>
          <a:xfrm>
            <a:off x="9854384" y="926925"/>
            <a:ext cx="357561" cy="1646254"/>
            <a:chOff x="1692724" y="1147824"/>
            <a:chExt cx="357561" cy="1646254"/>
          </a:xfrm>
        </p:grpSpPr>
        <p:grpSp>
          <p:nvGrpSpPr>
            <p:cNvPr id="8920" name="Gruppieren 8919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922" name="Gruppieren 8921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924" name="Rechteck 89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25" name="Rechteck 892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6" name="Ellipse 892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7" name="Ellipse 892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8" name="Textfeld 892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29" name="Textfeld 892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30" name="Ellipse 892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1" name="Ellipse 893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2" name="Ellipse 893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3" name="Ellipse 893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4" name="Textfeld 893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35" name="Textfeld 893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36" name="Ellipse 893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7" name="Ellipse 893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8" name="Textfeld 893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39" name="Textfeld 893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40" name="Rechteck 893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1" name="Rechteck 894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2" name="Rechteck 894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3" name="Rechteck 894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4" name="Rechteck 894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5" name="Rechteck 894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6" name="Rechteck 894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7" name="Rechteck 894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23" name="Textfeld 8922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8921" name="Textfeld 892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5" name="Gruppieren 8884"/>
          <p:cNvGrpSpPr/>
          <p:nvPr/>
        </p:nvGrpSpPr>
        <p:grpSpPr>
          <a:xfrm>
            <a:off x="10178824" y="926925"/>
            <a:ext cx="357561" cy="1646254"/>
            <a:chOff x="1692724" y="1147824"/>
            <a:chExt cx="357561" cy="1646254"/>
          </a:xfrm>
        </p:grpSpPr>
        <p:grpSp>
          <p:nvGrpSpPr>
            <p:cNvPr id="8892" name="Gruppieren 8891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894" name="Gruppieren 8893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896" name="Rechteck 88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7" name="Rechteck 88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8" name="Ellipse 88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9" name="Ellipse 88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0" name="Textfeld 88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01" name="Textfeld 89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02" name="Ellipse 89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3" name="Ellipse 89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4" name="Ellipse 890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5" name="Ellipse 890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6" name="Textfeld 890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07" name="Textfeld 890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08" name="Ellipse 890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9" name="Ellipse 890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0" name="Textfeld 890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11" name="Textfeld 891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12" name="Rechteck 891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3" name="Rechteck 8912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4" name="Rechteck 8913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5" name="Rechteck 8914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6" name="Rechteck 8915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7" name="Rechteck 8916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8" name="Rechteck 8917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9" name="Rechteck 8918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895" name="Textfeld 889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8893" name="Textfeld 88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6" name="Gruppieren 8885"/>
          <p:cNvGrpSpPr/>
          <p:nvPr/>
        </p:nvGrpSpPr>
        <p:grpSpPr>
          <a:xfrm>
            <a:off x="10504650" y="926925"/>
            <a:ext cx="355993" cy="1646254"/>
            <a:chOff x="1694292" y="1147824"/>
            <a:chExt cx="355993" cy="1646254"/>
          </a:xfrm>
        </p:grpSpPr>
        <p:grpSp>
          <p:nvGrpSpPr>
            <p:cNvPr id="8888" name="Gruppieren 8887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8890" name="Rechteck 8889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891" name="Textfeld 889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8889" name="Textfeld 888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8887" name="Textfeld 8886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50" name="Gruppieren 1149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151" name="Gruppieren 1150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481" name="Gruppieren 148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83" name="Gruppieren 148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4" name="Textfeld 14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82" name="Textfeld 14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52" name="Rechteck 1151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3" name="Rechteck 1152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4" name="Rechteck 1153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5" name="Rechteck 1154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6" name="Rechteck 1155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57" name="Gruppieren 1156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51" name="Gruppieren 14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3" name="Gruppieren 14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0" name="Ellipse 14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2" name="Textfeld 14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4" name="Textfeld 14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52" name="Textfeld 14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8" name="Gruppieren 1157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21" name="Gruppieren 14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3" name="Gruppieren 14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Ellipse 14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2" name="Textfeld 14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4" name="Textfeld 14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22" name="Textfeld 14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9" name="Gruppieren 1158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91" name="Gruppieren 13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3" name="Gruppieren 13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5" name="Rechteck 1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6" name="Rechteck 1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7" name="Ellipse 1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Textfeld 13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4" name="Textfeld 14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Ellipse 14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8" name="Textfeld 14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2" name="Textfeld 14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3" name="Rechteck 14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Rechteck 14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Rechteck 14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4" name="Textfeld 1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92" name="Textfeld 1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0" name="Gruppieren 1159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61" name="Gruppieren 1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3" name="Gruppieren 1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3" name="Rechteck 1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4" name="Textfeld 1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62" name="Textfeld 1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1" name="Gruppieren 1160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331" name="Gruppieren 133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33" name="Gruppieren 1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5" name="Rechteck 1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6" name="Rechteck 1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7" name="Ellipse 1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Textfeld 1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4" name="Textfeld 133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32" name="Textfeld 1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2" name="Gruppieren 1161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301" name="Gruppieren 13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03" name="Gruppieren 1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Ellipse 1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Ellipse 1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Textfeld 1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0" name="Textfeld 1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Rechteck 1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4" name="Textfeld 13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02" name="Textfeld 1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3" name="Gruppieren 1162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71" name="Gruppieren 12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3" name="Gruppieren 12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Ellipse 12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Ellipse 12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Textfeld 12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0" name="Textfeld 12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Rechteck 1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4" name="Textfeld 12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2" name="Textfeld 12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4" name="Gruppieren 1163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3" name="Gruppieren 12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5" name="Rechteck 12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6" name="Rechteck 12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Ellipse 12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0" name="Textfeld 12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Rechteck 12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Rechteck 12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65" name="Gruppieren 1164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Textfeld 12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66" name="Textfeld 1165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167" name="Gruppieren 1166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206" name="Gruppieren 120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08" name="Gruppieren 12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10" name="Gruppieren 12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12" name="Rechteck 12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3" name="Rechteck 12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4" name="Ellipse 12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5" name="Ellipse 12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6" name="Textfeld 12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17" name="Ellipse 121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8" name="Ellipse 121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9" name="Textfeld 121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0" name="Textfeld 121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1" name="Ellipse 122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2" name="Ellipse 122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3" name="Textfeld 122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4" name="Textfeld 122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5" name="Ellipse 122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6" name="Ellipse 122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7" name="Textfeld 122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28" name="Textfeld 122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29" name="Rechteck 122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0" name="Rechteck 122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1" name="Rechteck 123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2" name="Rechteck 123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3" name="Rechteck 123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4" name="Rechteck 123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5" name="Rechteck 123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6" name="Rechteck 123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09" name="Textfeld 12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07" name="Textfeld 120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168" name="Gruppieren 1167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169" name="Rechteck 116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70" name="Ellipse 116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71" name="Ellipse 117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2" name="Ellipse 117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3" name="Ellipse 117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4" name="Textfeld 117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1175" name="Textfeld 117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6" name="Ellipse 117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77" name="Ellipse 117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8" name="Ellipse 117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9" name="Ellipse 117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0" name="Ellipse 117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81" name="Ellipse 118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2" name="Ellipse 118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3" name="Ellipse 118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4" name="Ellipse 118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85" name="Ellipse 118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6" name="Ellipse 118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7" name="Ellipse 118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188" name="Gruppieren 118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189" name="Rechteck 11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0" name="Rechteck 118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1" name="Rechteck 119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2" name="Rechteck 119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93" name="Rechteck 119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4" name="Rechteck 119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5" name="Rechteck 119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6" name="Rechteck 119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7" name="Rechteck 119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8" name="Rechteck 119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9" name="Rechteck 119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0" name="Rechteck 119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1" name="Rechteck 120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2" name="Rechteck 120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3" name="Rechteck 120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4" name="Rechteck 120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5" name="Rechteck 120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920335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3" name="Gruppieren 1182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184" name="Gruppieren 1183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514" name="Gruppieren 1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516" name="Gruppieren 151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Ellipse 15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Ellipse 15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Ellipse 15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Ellipse 15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17" name="Textfeld 1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515" name="Textfeld 1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85" name="Rechteck 1184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6" name="Rechteck 1185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7" name="Rechteck 1186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8" name="Rechteck 1187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9" name="Rechteck 1188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90" name="Gruppieren 1189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84" name="Gruppieren 1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86" name="Gruppieren 1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Textfeld 1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93" name="Textfeld 1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Ellipse 1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Textfeld 1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7" name="Textfeld 1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06" name="Rechteck 1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Rechteck 1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Rechteck 1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Rechteck 1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Rechteck 1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Rechteck 1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7" name="Textfeld 1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85" name="Textfeld 1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1" name="Gruppieren 1190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54" name="Gruppieren 14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6" name="Gruppieren 14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Rechteck 14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7" name="Textfeld 14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55" name="Textfeld 14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2" name="Gruppieren 1191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24" name="Gruppieren 14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6" name="Gruppieren 14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Ellipse 14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Textfeld 14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4" name="Ellipse 14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Textfeld 14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7" name="Textfeld 14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25" name="Textfeld 14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3" name="Gruppieren 1192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94" name="Gruppieren 13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6" name="Gruppieren 13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8" name="Rechteck 13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Ellipse 13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Textfeld 14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4" name="Ellipse 140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Textfeld 140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8" name="Ellipse 1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Textfeld 140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Textfeld 141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5" name="Textfeld 141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7" name="Textfeld 13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95" name="Textfeld 13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4" name="Gruppieren 1193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364" name="Gruppieren 1363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66" name="Gruppieren 13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Ellipse 13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Textfeld 13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4" name="Ellipse 13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Textfeld 13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Textfeld 13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2" name="Ellipse 13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Textfeld 13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7" name="Textfeld 1366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65" name="Textfeld 13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5" name="Gruppieren 1194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334" name="Gruppieren 1333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36" name="Gruppieren 13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8" name="Rechteck 13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Ellipse 13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Textfeld 13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4" name="Ellipse 13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Textfeld 13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Ellipse 13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Textfeld 13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Ellipse 13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Textfeld 13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7" name="Textfeld 1336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35" name="Textfeld 13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6" name="Gruppieren 1195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304" name="Gruppieren 13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06" name="Gruppieren 13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Textfeld 13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Textfeld 13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7" name="Textfeld 13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05" name="Textfeld 13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7" name="Gruppieren 1196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74" name="Gruppieren 12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6" name="Gruppieren 12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7" name="Textfeld 12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5" name="Textfeld 12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98" name="Gruppieren 1197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1270" name="Gruppieren 1269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72" name="Rechteck 12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1" name="Textfeld 1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99" name="Textfeld 1198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200" name="Gruppieren 1199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239" name="Gruppieren 1238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41" name="Gruppieren 124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43" name="Gruppieren 12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45" name="Rechteck 12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6" name="Rechteck 12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7" name="Ellipse 12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8" name="Ellipse 12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9" name="Textfeld 12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50" name="Ellipse 12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1" name="Ellipse 12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2" name="Textfeld 12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3" name="Textfeld 12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4" name="Ellipse 12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5" name="Ellipse 12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6" name="Textfeld 125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7" name="Textfeld 125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8" name="Ellipse 12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9" name="Ellipse 12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0" name="Textfeld 12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61" name="Textfeld 12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62" name="Rechteck 12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3" name="Rechteck 12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4" name="Rechteck 12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5" name="Rechteck 12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6" name="Rechteck 12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7" name="Rechteck 12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8" name="Rechteck 12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9" name="Rechteck 12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42" name="Textfeld 12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40" name="Textfeld 1239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201" name="Gruppieren 1200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202" name="Rechteck 120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03" name="Ellipse 120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04" name="Ellipse 120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05" name="Ellipse 120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06" name="Ellipse 120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07" name="Textfeld 120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1208" name="Textfeld 120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9" name="Ellipse 120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10" name="Ellipse 120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1" name="Ellipse 121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2" name="Ellipse 121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3" name="Ellipse 121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14" name="Ellipse 121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5" name="Ellipse 121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6" name="Ellipse 121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7" name="Ellipse 121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18" name="Ellipse 121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9" name="Ellipse 121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20" name="Ellipse 121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221" name="Gruppieren 122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222" name="Rechteck 122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Rechteck 122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4" name="Rechteck 122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5" name="Rechteck 122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26" name="Rechteck 122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5" name="Rechteck 123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6" name="Rechteck 123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7" name="Rechteck 123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8" name="Rechteck 123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13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" name="Gruppieren 5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547" name="Textfeld 1546"/>
          <p:cNvSpPr txBox="1"/>
          <p:nvPr/>
        </p:nvSpPr>
        <p:spPr>
          <a:xfrm>
            <a:off x="1087911" y="1533486"/>
            <a:ext cx="146400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50" dirty="0" smtClean="0"/>
              <a:t>2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023555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14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" name="Gruppieren 1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7695" name="Gruppieren 769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8" name="Textfeld 7697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1" name="Gruppieren 2660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3022" name="Gruppieren 30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24" name="Gruppieren 30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Ellipse 3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Ellipse 3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2" name="Ellipse 30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5" name="Textfeld 3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23" name="Textfeld 3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92" name="Gruppieren 2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4" name="Gruppieren 2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1" name="Ellipse 3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3" name="Textfeld 3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Rechteck 3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5" name="Textfeld 2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93" name="Textfeld 2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62" name="Gruppieren 2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4" name="Gruppieren 2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6" name="Rechteck 2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Ellipse 2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3" name="Textfeld 2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Rechteck 2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0" name="Rechteck 2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5" name="Textfeld 2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963" name="Textfeld 2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32" name="Gruppieren 2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Ellipse 2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Textfeld 2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42" name="Ellipse 2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4" name="Textfeld 2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6" name="Ellipse 2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8" name="Textfeld 2947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50" name="Ellipse 2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1" name="Ellipse 2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Textfeld 2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3" name="Textfeld 2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Rechteck 2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0" name="Rechteck 2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Rechteck 2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33" name="Textfeld 2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02" name="Gruppieren 29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04" name="Gruppieren 2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6" name="Rechteck 2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7" name="Rechteck 2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Textfeld 2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12" name="Ellipse 2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Textfeld 2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6" name="Ellipse 2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Textfeld 2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20" name="Ellipse 2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1" name="Ellipse 2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Textfeld 2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3" name="Textfeld 2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Rechteck 2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Rechteck 2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Rechteck 2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5" name="Textfeld 29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03" name="Textfeld 2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872" name="Gruppieren 2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874" name="Gruppieren 2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5" name="Textfeld 2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73" name="Textfeld 2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42" name="Gruppieren 2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44" name="Gruppieren 2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5" name="Textfeld 2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843" name="Textfeld 2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2674" name="Gruppieren 2673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12" name="Gruppieren 2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14" name="Gruppieren 2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5" name="Textfeld 2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813" name="Textfeld 2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2675" name="Gruppieren 2674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2782" name="Gruppieren 278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4" name="Gruppieren 278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Ellipse 28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3" name="Textfeld 28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85" name="Textfeld 27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783" name="Textfeld 27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6" name="Gruppieren 2675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752" name="Gruppieren 27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754" name="Gruppieren 27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2" name="Ellipse 27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Ellipse 2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Textfeld 27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5" name="Textfeld 27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Rechteck 27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Rechteck 27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Rechteck 27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Rechteck 27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55" name="Textfeld 27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753" name="Textfeld 27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7" name="Gruppieren 2676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2748" name="Gruppieren 27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50" name="Rechteck 27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1" name="Textfeld 27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749" name="Textfeld 27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678" name="Gruppieren 2677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718" name="Gruppieren 27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720" name="Gruppieren 27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Textfeld 27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35" name="Textfeld 2734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Rechteck 27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1" name="Textfeld 27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19" name="Textfeld 27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679" name="Textfeld 2678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2680" name="Gruppieren 2679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2681" name="Rechteck 268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Textfeld 268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2687" name="Textfeld 268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1" name="Ellipse 269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2" name="Ellipse 269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3" name="Ellipse 269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4" name="Ellipse 269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5" name="Ellipse 269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6" name="Ellipse 269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7" name="Ellipse 269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8" name="Ellipse 269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9" name="Ellipse 269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700" name="Gruppieren 269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701" name="Rechteck 270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9" name="Rechteck 270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0" name="Rechteck 270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1" name="Rechteck 271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2" name="Rechteck 271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3" name="Rechteck 271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4" name="Rechteck 271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5" name="Rechteck 271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6" name="Rechteck 271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7" name="Rechteck 271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1661" name="Gruppieren 1660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1662" name="Gruppieren 1661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100" name="Gruppieren 209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102" name="Gruppieren 210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Ellipse 21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7" name="Ellipse 21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Ellipse 21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Ellipse 21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Ellipse 21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1" name="Ellipse 21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2" name="Ellipse 21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3" name="Ellipse 21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4" name="Rechteck 2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Rechteck 2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Rechteck 2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Rechteck 2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0" name="Rechteck 2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1" name="Rechteck 2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03" name="Textfeld 21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101" name="Textfeld 21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663" name="Rechteck 1662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4" name="Rechteck 1663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5" name="Rechteck 1664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6" name="Rechteck 1665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7" name="Rechteck 1666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668" name="Gruppieren 1667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70" name="Gruppieren 20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72" name="Gruppieren 20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Ellipse 20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7" name="Ellipse 20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Textfeld 20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79" name="Textfeld 20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0" name="Ellipse 20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1" name="Ellipse 20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2" name="Textfeld 20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3" name="Textfeld 20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4" name="Ellipse 20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7" name="Textfeld 20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1" name="Textfeld 20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92" name="Rechteck 20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Rechteck 20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Rechteck 20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5" name="Rechteck 20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Rechteck 20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Rechteck 20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Rechteck 20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9" name="Rechteck 20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73" name="Textfeld 20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071" name="Textfeld 20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69" name="Gruppieren 1668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40" name="Gruppieren 20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42" name="Gruppieren 20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Ellipse 20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Ellipse 20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Textfeld 20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49" name="Textfeld 20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50" name="Ellipse 20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Ellipse 20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Textfeld 20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3" name="Textfeld 20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4" name="Ellipse 20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5" name="Ellipse 20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6" name="Textfeld 20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7" name="Textfeld 20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9" name="Ellipse 20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61" name="Textfeld 20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62" name="Rechteck 20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Rechteck 20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4" name="Rechteck 20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5" name="Rechteck 20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Rechteck 20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Rechteck 20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8" name="Rechteck 20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9" name="Rechteck 20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43" name="Textfeld 20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041" name="Textfeld 20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0" name="Gruppieren 1669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10" name="Gruppieren 20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12" name="Gruppieren 20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14" name="Rechteck 20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15" name="Rechteck 20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6" name="Ellipse 20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7" name="Ellipse 20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8" name="Textfeld 20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19" name="Textfeld 20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20" name="Ellipse 20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1" name="Ellipse 20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2" name="Textfeld 20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3" name="Textfeld 20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4" name="Ellipse 20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5" name="Ellipse 20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6" name="Textfeld 20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7" name="Textfeld 20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Ellipse 20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31" name="Textfeld 20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32" name="Rechteck 20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Rechteck 20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4" name="Rechteck 20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5" name="Rechteck 20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Rechteck 20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Rechteck 20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8" name="Rechteck 20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9" name="Rechteck 20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13" name="Textfeld 20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011" name="Textfeld 20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1" name="Gruppieren 1670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80" name="Gruppieren 19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82" name="Gruppieren 19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84" name="Rechteck 19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85" name="Rechteck 19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6" name="Ellipse 19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7" name="Ellipse 19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8" name="Textfeld 19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89" name="Textfeld 19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90" name="Ellipse 19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1" name="Ellipse 19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2" name="Textfeld 19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3" name="Textfeld 19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4" name="Ellipse 19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5" name="Ellipse 19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6" name="Textfeld 19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7" name="Textfeld 19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8" name="Ellipse 19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9" name="Ellipse 19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0" name="Textfeld 19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01" name="Textfeld 20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02" name="Rechteck 20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3" name="Rechteck 20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4" name="Rechteck 20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5" name="Rechteck 20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6" name="Rechteck 20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7" name="Rechteck 20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8" name="Rechteck 20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9" name="Rechteck 20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83" name="Textfeld 19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981" name="Textfeld 19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2" name="Gruppieren 1671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50" name="Gruppieren 19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52" name="Gruppieren 19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54" name="Rechteck 19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55" name="Rechteck 19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6" name="Ellipse 19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7" name="Ellipse 19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8" name="Textfeld 19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59" name="Textfeld 19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60" name="Ellipse 19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1" name="Ellipse 19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2" name="Textfeld 19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3" name="Textfeld 19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4" name="Ellipse 19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5" name="Ellipse 19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6" name="Textfeld 1965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7" name="Textfeld 19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8" name="Ellipse 19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9" name="Ellipse 19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0" name="Textfeld 19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71" name="Textfeld 19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72" name="Rechteck 19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3" name="Rechteck 19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4" name="Rechteck 19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5" name="Rechteck 19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6" name="Rechteck 19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7" name="Rechteck 19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8" name="Rechteck 19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9" name="Rechteck 19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53" name="Textfeld 19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951" name="Textfeld 19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3" name="Gruppieren 1672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20" name="Gruppieren 19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22" name="Gruppieren 19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6" name="Ellipse 1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7" name="Ellipse 1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8" name="Textfeld 1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29" name="Textfeld 1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30" name="Ellipse 1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1" name="Ellipse 1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2" name="Textfeld 19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3" name="Textfeld 19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4" name="Ellipse 19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5" name="Ellipse 19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6" name="Textfeld 19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7" name="Textfeld 19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8" name="Ellipse 19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39" name="Ellipse 19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0" name="Textfeld 19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41" name="Textfeld 19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42" name="Rechteck 19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3" name="Rechteck 19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4" name="Rechteck 19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5" name="Rechteck 19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6" name="Rechteck 19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7" name="Rechteck 19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8" name="Rechteck 19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9" name="Rechteck 19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23" name="Textfeld 19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921" name="Textfeld 1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4" name="Gruppieren 1673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1890" name="Gruppieren 188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892" name="Gruppieren 18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94" name="Rechteck 18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95" name="Rechteck 18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6" name="Ellipse 18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7" name="Ellipse 18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8" name="Textfeld 18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99" name="Textfeld 18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0" name="Ellipse 18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1" name="Ellipse 19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Textfeld 19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3" name="Textfeld 19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4" name="Ellipse 1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5" name="Ellipse 1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6" name="Textfeld 1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7" name="Textfeld 1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8" name="Ellipse 1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9" name="Ellipse 1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0" name="Textfeld 1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1" name="Textfeld 1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2" name="Rechteck 1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3" name="Rechteck 1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4" name="Rechteck 1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Rechteck 1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Rechteck 1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7" name="Rechteck 1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3" name="Textfeld 189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891" name="Textfeld 18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60" name="Gruppieren 18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62" name="Gruppieren 18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64" name="Rechteck 18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5" name="Rechteck 18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6" name="Ellipse 18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7" name="Ellipse 18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8" name="Textfeld 18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69" name="Textfeld 18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Textfeld 18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3" name="Textfeld 18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Textfeld 18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7" name="Textfeld 18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8" name="Ellipse 18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Ellipse 18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Textfeld 18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81" name="Textfeld 18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6" name="Rechteck 18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7" name="Rechteck 18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8" name="Rechteck 18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9" name="Rechteck 18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3" name="Textfeld 18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861" name="Textfeld 18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6" name="Gruppieren 1675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30" name="Gruppieren 18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32" name="Gruppieren 18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35" name="Rechteck 18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6" name="Ellipse 18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7" name="Ellipse 18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8" name="Textfeld 18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39" name="Textfeld 18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40" name="Ellipse 18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2" name="Textfeld 18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2" name="Rechteck 18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Rechteck 18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Rechteck 18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5" name="Rechteck 18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3" name="Textfeld 18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831" name="Textfeld 18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00" name="Gruppieren 17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02" name="Gruppieren 18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05" name="Rechteck 18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6" name="Ellipse 18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7" name="Ellipse 18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8" name="Textfeld 18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09" name="Textfeld 18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0" name="Ellipse 18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Textfeld 18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4" name="Ellipse 18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Textfeld 18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8" name="Ellipse 18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Textfeld 18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2" name="Rechteck 18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3" name="Rechteck 18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4" name="Rechteck 18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Rechteck 18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6" name="Rechteck 18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3" name="Textfeld 18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801" name="Textfeld 18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8" name="Gruppieren 1677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70" name="Gruppieren 17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772" name="Gruppieren 17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75" name="Rechteck 1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6" name="Ellipse 1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7" name="Ellipse 1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8" name="Textfeld 17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79" name="Textfeld 17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0" name="Ellipse 17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Textfeld 17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4" name="Ellipse 17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Textfeld 17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Ellipse 17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Textfeld 17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2" name="Rechteck 17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3" name="Rechteck 17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Rechteck 17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Rechteck 17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6" name="Rechteck 17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3" name="Textfeld 17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771" name="Textfeld 1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9" name="Gruppieren 1678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44" name="Gruppieren 174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746" name="Gruppieren 174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748" name="Rechteck 174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5" name="Textfeld 1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Ellipse 1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59" name="Textfeld 1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Ellipse 1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2" name="Rechteck 1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3" name="Rechteck 1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Rechteck 1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Rechteck 1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6" name="Rechteck 1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7" name="Textfeld 17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745" name="Textfeld 17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680" name="Gruppieren 1679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716" name="Gruppieren 171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718" name="Gruppieren 171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Ellipse 17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3" name="Ellipse 17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4" name="Textfeld 17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25" name="Textfeld 17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6" name="Ellipse 17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7" name="Ellipse 17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2" name="Ellipse 173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Ellipse 173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Textfeld 173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5" name="Textfeld 173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0" name="Rechteck 1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1" name="Rechteck 1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2" name="Rechteck 1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3" name="Rechteck 1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9" name="Textfeld 17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717" name="Textfeld 17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1" name="Gruppieren 1680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688" name="Gruppieren 168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690" name="Gruppieren 168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3" name="Rechteck 16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Ellipse 17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3" name="Textfeld 17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Ellipse 17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7" name="Textfeld 17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0" name="Rechteck 17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1" name="Rechteck 17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2" name="Rechteck 17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Rechteck 17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1" name="Textfeld 16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689" name="Textfeld 16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2" name="Gruppieren 1681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1684" name="Gruppieren 168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686" name="Rechteck 16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87" name="Textfeld 168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685" name="Textfeld 16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683" name="Textfeld 1682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293" name="Gruppieren 1292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294" name="Gruppieren 1293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2398" name="Gruppieren 23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00" name="Gruppieren 23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02" name="Rechteck 24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3" name="Rechteck 24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1" name="Textfeld 24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9" name="Textfeld 23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295" name="Rechteck 1294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6" name="Rechteck 1295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7" name="Rechteck 1296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8" name="Rechteck 1297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9" name="Rechteck 1298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300" name="Gruppieren 1299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68" name="Gruppieren 23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0" name="Gruppieren 23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Ellipse 23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5" name="Textfeld 23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7" name="Ellipse 23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9" name="Textfeld 23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Rechteck 23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Rechteck 23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1" name="Textfeld 23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9" name="Textfeld 23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1" name="Gruppieren 1300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38" name="Gruppieren 23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40" name="Gruppieren 23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2" name="Rechteck 23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3" name="Rechteck 23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Ellipse 23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9" name="Textfeld 23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1" name="Textfeld 23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9" name="Textfeld 23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2" name="Gruppieren 1301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08" name="Gruppieren 23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0" name="Gruppieren 23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Ellipse 2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Textfeld 23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Ellipse 23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9" name="Textfeld 23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0" name="Rechteck 23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Rechteck 23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2" name="Rechteck 23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1" name="Textfeld 23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9" name="Textfeld 23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3" name="Gruppieren 1302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278" name="Gruppieren 22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80" name="Gruppieren 22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0" name="Rechteck 22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Rechteck 23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1" name="Textfeld 22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9" name="Textfeld 22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4" name="Gruppieren 1303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248" name="Gruppieren 224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50" name="Gruppieren 22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2" name="Ellipse 22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Textfeld 22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6" name="Ellipse 22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Textfeld 22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70" name="Rechteck 22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Rechteck 22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2" name="Rechteck 22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Rechteck 22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1" name="Textfeld 225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49" name="Textfeld 22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5" name="Gruppieren 1304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218" name="Gruppieren 22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0" name="Gruppieren 22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2" name="Rechteck 22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Ellipse 22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5" name="Textfeld 22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Ellipse 22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9" name="Textfeld 22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0" name="Rechteck 22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Rechteck 22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Rechteck 22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Rechteck 22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Rechteck 22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1" name="Textfeld 22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19" name="Textfeld 22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6" name="Gruppieren 1305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88" name="Gruppieren 218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90" name="Gruppieren 21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92" name="Rechteck 21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2" name="Ellipse 22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Ellipse 22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Textfeld 22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5" name="Textfeld 22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6" name="Ellipse 22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Ellipse 22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Textfeld 22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9" name="Textfeld 22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1" name="Rechteck 22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Rechteck 22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91" name="Textfeld 21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9" name="Textfeld 21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7" name="Gruppieren 1306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58" name="Gruppieren 215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60" name="Gruppieren 21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62" name="Rechteck 21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2" name="Ellipse 21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Ellipse 21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Textfeld 21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5" name="Textfeld 21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6" name="Ellipse 21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Textfeld 21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80" name="Rechteck 21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1" name="Rechteck 21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Rechteck 21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Rechteck 21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Rechteck 21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Rechteck 21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61" name="Textfeld 216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9" name="Textfeld 21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308" name="Gruppieren 1307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154" name="Gruppieren 2153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56" name="Rechteck 2155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57" name="Textfeld 2156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5" name="Textfeld 21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309" name="Textfeld 1308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310" name="Gruppieren 1309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2123" name="Gruppieren 212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25" name="Gruppieren 212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27" name="Gruppieren 212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9" name="Rechteck 212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0" name="Rechteck 212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2" name="Ellipse 213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8" name="Ellipse 213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Ellipse 213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Textfeld 213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1" name="Textfeld 214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2" name="Ellipse 214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Ellipse 214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Textfeld 214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45" name="Textfeld 214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46" name="Rechteck 214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7" name="Rechteck 214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8" name="Rechteck 214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9" name="Rechteck 214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0" name="Rechteck 214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1" name="Rechteck 215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2" name="Rechteck 215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3" name="Rechteck 215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26" name="Textfeld 212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24" name="Textfeld 2123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311" name="Gruppieren 1310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312" name="Rechteck 131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13" name="Ellipse 131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14" name="Ellipse 131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15" name="Ellipse 131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16" name="Ellipse 131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17" name="Textfeld 131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1318" name="Textfeld 131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9" name="Ellipse 131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20" name="Ellipse 131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1" name="Ellipse 132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2" name="Ellipse 132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3" name="Ellipse 132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24" name="Ellipse 132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5" name="Ellipse 132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6" name="Ellipse 132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7" name="Ellipse 132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28" name="Ellipse 132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9" name="Ellipse 132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30" name="Ellipse 132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331" name="Gruppieren 133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Rechteck 133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5" name="Rechteck 133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6" name="Rechteck 133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7" name="Rechteck 133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8" name="Rechteck 133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Rechteck 133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Rechteck 133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1" name="Rechteck 134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2" name="Rechteck 134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Rechteck 134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Rechteck 134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5" name="Rechteck 134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6" name="Rechteck 134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Rechteck 134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22" name="Rechteck 212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869417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15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5" name="Gruppieren 4"/>
          <p:cNvGrpSpPr/>
          <p:nvPr/>
        </p:nvGrpSpPr>
        <p:grpSpPr>
          <a:xfrm>
            <a:off x="3751538" y="4875367"/>
            <a:ext cx="2241024" cy="1654859"/>
            <a:chOff x="3751538" y="4875367"/>
            <a:chExt cx="2241024" cy="1654859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3995939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56555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9666" y="4875367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7122" y="4875367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2902" y="4875367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7298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51538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6" name="Gruppieren 8445"/>
          <p:cNvGrpSpPr/>
          <p:nvPr/>
        </p:nvGrpSpPr>
        <p:grpSpPr>
          <a:xfrm>
            <a:off x="7002811" y="4869102"/>
            <a:ext cx="324950" cy="1652928"/>
            <a:chOff x="1694292" y="1141150"/>
            <a:chExt cx="324950" cy="1652928"/>
          </a:xfrm>
        </p:grpSpPr>
        <p:grpSp>
          <p:nvGrpSpPr>
            <p:cNvPr id="8635" name="Gruppieren 8634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8637" name="Gruppieren 8636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8639" name="Rechteck 86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40" name="Rechteck 86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1" name="Ellipse 86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42" name="Ellipse 86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3" name="Ellipse 864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4" name="Ellipse 864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5" name="Ellipse 8644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6" name="Ellipse 8645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7" name="Ellipse 864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8" name="Ellipse 864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9" name="Rechteck 864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0" name="Rechteck 864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1" name="Rechteck 865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2" name="Rechteck 865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3" name="Rechteck 865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4" name="Rechteck 865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5" name="Rechteck 865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6" name="Rechteck 865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638" name="Textfeld 863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8636" name="Textfeld 86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447" name="Rechteck 8446"/>
          <p:cNvSpPr/>
          <p:nvPr/>
        </p:nvSpPr>
        <p:spPr>
          <a:xfrm>
            <a:off x="6763427" y="5031803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48" name="Rechteck 8447"/>
          <p:cNvSpPr/>
          <p:nvPr/>
        </p:nvSpPr>
        <p:spPr>
          <a:xfrm>
            <a:off x="6840203" y="5213203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49" name="Rechteck 8448"/>
          <p:cNvSpPr/>
          <p:nvPr/>
        </p:nvSpPr>
        <p:spPr>
          <a:xfrm>
            <a:off x="6796729" y="5255879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50" name="Rechteck 8449"/>
          <p:cNvSpPr/>
          <p:nvPr/>
        </p:nvSpPr>
        <p:spPr>
          <a:xfrm>
            <a:off x="6840873" y="5821694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51" name="Rechteck 8450"/>
          <p:cNvSpPr/>
          <p:nvPr/>
        </p:nvSpPr>
        <p:spPr>
          <a:xfrm>
            <a:off x="6797399" y="5864370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452" name="Gruppieren 8451"/>
          <p:cNvGrpSpPr/>
          <p:nvPr/>
        </p:nvGrpSpPr>
        <p:grpSpPr>
          <a:xfrm>
            <a:off x="7317750" y="4869102"/>
            <a:ext cx="327049" cy="1652928"/>
            <a:chOff x="1692193" y="1141150"/>
            <a:chExt cx="327049" cy="1652928"/>
          </a:xfrm>
        </p:grpSpPr>
        <p:grpSp>
          <p:nvGrpSpPr>
            <p:cNvPr id="8605" name="Gruppieren 8604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8607" name="Gruppieren 860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609" name="Rechteck 860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10" name="Rechteck 860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1" name="Ellipse 861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2" name="Ellipse 861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3" name="Textfeld 861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614" name="Textfeld 861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615" name="Ellipse 861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6" name="Ellipse 861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7" name="Textfeld 861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18" name="Textfeld 861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19" name="Ellipse 861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0" name="Ellipse 861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1" name="Textfeld 862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22" name="Textfeld 862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23" name="Ellipse 862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24" name="Ellipse 862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5" name="Textfeld 862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626" name="Textfeld 862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627" name="Rechteck 86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8" name="Rechteck 86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9" name="Rechteck 86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0" name="Rechteck 86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1" name="Rechteck 86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2" name="Rechteck 86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3" name="Rechteck 86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4" name="Rechteck 86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608" name="Textfeld 860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8606" name="Textfeld 860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455" name="Gruppieren 8454"/>
          <p:cNvGrpSpPr/>
          <p:nvPr/>
        </p:nvGrpSpPr>
        <p:grpSpPr>
          <a:xfrm>
            <a:off x="7966930" y="4869580"/>
            <a:ext cx="327049" cy="1652928"/>
            <a:chOff x="1692193" y="1141150"/>
            <a:chExt cx="327049" cy="1652928"/>
          </a:xfrm>
        </p:grpSpPr>
        <p:grpSp>
          <p:nvGrpSpPr>
            <p:cNvPr id="8523" name="Gruppieren 8522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8525" name="Gruppieren 8524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527" name="Rechteck 85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28" name="Rechteck 852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9" name="Ellipse 852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30" name="Ellipse 852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31" name="Textfeld 8530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532" name="Textfeld 8531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533" name="Ellipse 853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4" name="Ellipse 853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5" name="Textfeld 8534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36" name="Textfeld 8535"/>
                <p:cNvSpPr txBox="1"/>
                <p:nvPr/>
              </p:nvSpPr>
              <p:spPr>
                <a:xfrm>
                  <a:off x="1831603" y="196279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37" name="Ellipse 853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8" name="Ellipse 853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9" name="Textfeld 8538"/>
                <p:cNvSpPr txBox="1"/>
                <p:nvPr/>
              </p:nvSpPr>
              <p:spPr>
                <a:xfrm>
                  <a:off x="1702168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40" name="Textfeld 8539"/>
                <p:cNvSpPr txBox="1"/>
                <p:nvPr/>
              </p:nvSpPr>
              <p:spPr>
                <a:xfrm>
                  <a:off x="1830521" y="219278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41" name="Ellipse 85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2" name="Ellipse 85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3" name="Textfeld 8542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544" name="Textfeld 8543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545" name="Rechteck 8544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6" name="Rechteck 8545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7" name="Rechteck 8546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8" name="Rechteck 8547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9" name="Rechteck 8548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0" name="Rechteck 8549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1" name="Rechteck 8550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2" name="Rechteck 8551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526" name="Textfeld 852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8524" name="Textfeld 852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456" name="Gruppieren 8455"/>
          <p:cNvGrpSpPr/>
          <p:nvPr/>
        </p:nvGrpSpPr>
        <p:grpSpPr>
          <a:xfrm>
            <a:off x="8294386" y="4869580"/>
            <a:ext cx="326518" cy="1652928"/>
            <a:chOff x="1692724" y="1141150"/>
            <a:chExt cx="326518" cy="1652928"/>
          </a:xfrm>
        </p:grpSpPr>
        <p:grpSp>
          <p:nvGrpSpPr>
            <p:cNvPr id="8495" name="Gruppieren 8494"/>
            <p:cNvGrpSpPr/>
            <p:nvPr/>
          </p:nvGrpSpPr>
          <p:grpSpPr>
            <a:xfrm>
              <a:off x="1692724" y="1141150"/>
              <a:ext cx="326518" cy="1536639"/>
              <a:chOff x="1692724" y="1141150"/>
              <a:chExt cx="326518" cy="1536639"/>
            </a:xfrm>
          </p:grpSpPr>
          <p:grpSp>
            <p:nvGrpSpPr>
              <p:cNvPr id="8497" name="Gruppieren 8496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499" name="Rechteck 84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0" name="Rechteck 84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1" name="Ellipse 85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6">
                    <a:lumMod val="75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2" name="Ellipse 85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3" name="Textfeld 85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504" name="Textfeld 85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505" name="Ellipse 85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6" name="Ellipse 85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7" name="Ellipse 850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8" name="Ellipse 850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9" name="Textfeld 8508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510" name="Textfeld 8509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511" name="Ellipse 851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12" name="Ellipse 851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3" name="Textfeld 8512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514" name="Textfeld 8513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515" name="Rechteck 8514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6" name="Rechteck 8515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7" name="Rechteck 8516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8" name="Rechteck 8517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9" name="Rechteck 8518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0" name="Rechteck 8519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1" name="Rechteck 8520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2" name="Rechteck 8521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498" name="Textfeld 849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8496" name="Textfeld 84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457" name="Gruppieren 8456"/>
          <p:cNvGrpSpPr/>
          <p:nvPr/>
        </p:nvGrpSpPr>
        <p:grpSpPr>
          <a:xfrm>
            <a:off x="8620166" y="4869580"/>
            <a:ext cx="369660" cy="1652928"/>
            <a:chOff x="1694292" y="1141150"/>
            <a:chExt cx="369660" cy="1652928"/>
          </a:xfrm>
        </p:grpSpPr>
        <p:grpSp>
          <p:nvGrpSpPr>
            <p:cNvPr id="8491" name="Gruppieren 8490"/>
            <p:cNvGrpSpPr/>
            <p:nvPr/>
          </p:nvGrpSpPr>
          <p:grpSpPr>
            <a:xfrm>
              <a:off x="1701466" y="1141150"/>
              <a:ext cx="362486" cy="1488063"/>
              <a:chOff x="1701466" y="1141150"/>
              <a:chExt cx="362486" cy="1488063"/>
            </a:xfrm>
          </p:grpSpPr>
          <p:sp>
            <p:nvSpPr>
              <p:cNvPr id="8493" name="Rechteck 8492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494" name="Textfeld 8493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8492" name="Textfeld 849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8459" name="Gruppieren 8458"/>
          <p:cNvGrpSpPr/>
          <p:nvPr/>
        </p:nvGrpSpPr>
        <p:grpSpPr>
          <a:xfrm>
            <a:off x="7642330" y="4869580"/>
            <a:ext cx="327049" cy="1652928"/>
            <a:chOff x="1692193" y="1141150"/>
            <a:chExt cx="327049" cy="1652928"/>
          </a:xfrm>
        </p:grpSpPr>
        <p:grpSp>
          <p:nvGrpSpPr>
            <p:cNvPr id="8465" name="Gruppieren 8464"/>
            <p:cNvGrpSpPr/>
            <p:nvPr/>
          </p:nvGrpSpPr>
          <p:grpSpPr>
            <a:xfrm>
              <a:off x="1692193" y="1141150"/>
              <a:ext cx="327049" cy="1488063"/>
              <a:chOff x="1692193" y="1141150"/>
              <a:chExt cx="327049" cy="1488063"/>
            </a:xfrm>
          </p:grpSpPr>
          <p:grpSp>
            <p:nvGrpSpPr>
              <p:cNvPr id="8467" name="Gruppieren 8466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469" name="Rechteck 84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70" name="Rechteck 84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1" name="Ellipse 84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2" name="Ellipse 84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3" name="Ellipse 847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4" name="Ellipse 847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5" name="Textfeld 8474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476" name="Textfeld 8475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477" name="Ellipse 847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8" name="Ellipse 847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9" name="Textfeld 8478"/>
                <p:cNvSpPr txBox="1"/>
                <p:nvPr/>
              </p:nvSpPr>
              <p:spPr>
                <a:xfrm>
                  <a:off x="1708599" y="21834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480" name="Textfeld 8479"/>
                <p:cNvSpPr txBox="1"/>
                <p:nvPr/>
              </p:nvSpPr>
              <p:spPr>
                <a:xfrm>
                  <a:off x="1835127" y="21825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481" name="Ellipse 848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2" name="Ellipse 848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3" name="Rechteck 848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4" name="Rechteck 848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5" name="Rechteck 848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6" name="Rechteck 848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7" name="Rechteck 848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8" name="Rechteck 848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9" name="Rechteck 848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90" name="Rechteck 848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468" name="Textfeld 846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8466" name="Textfeld 84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EL5152</a:t>
              </a:r>
            </a:p>
          </p:txBody>
        </p:sp>
      </p:grpSp>
      <p:sp>
        <p:nvSpPr>
          <p:cNvPr id="8460" name="Textfeld 8459"/>
          <p:cNvSpPr txBox="1"/>
          <p:nvPr/>
        </p:nvSpPr>
        <p:spPr>
          <a:xfrm>
            <a:off x="6758410" y="6353875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 smtClean="0">
                <a:latin typeface="Arial" panose="020B0604020202020204" pitchFamily="34" charset="0"/>
                <a:cs typeface="Arial" panose="020B0604020202020204" pitchFamily="34" charset="0"/>
              </a:rPr>
              <a:t>BC10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461" name="Textfeld 8460"/>
          <p:cNvSpPr txBox="1"/>
          <p:nvPr/>
        </p:nvSpPr>
        <p:spPr>
          <a:xfrm>
            <a:off x="7671820" y="5492200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A1</a:t>
            </a:r>
            <a:endParaRPr lang="de-DE" sz="1400" dirty="0"/>
          </a:p>
        </p:txBody>
      </p:sp>
      <p:sp>
        <p:nvSpPr>
          <p:cNvPr id="8462" name="Textfeld 8461"/>
          <p:cNvSpPr txBox="1"/>
          <p:nvPr/>
        </p:nvSpPr>
        <p:spPr>
          <a:xfrm>
            <a:off x="7794940" y="5492578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/>
              <a:t>B</a:t>
            </a:r>
            <a:r>
              <a:rPr lang="de-DE" sz="900" dirty="0" smtClean="0"/>
              <a:t>1</a:t>
            </a:r>
            <a:endParaRPr lang="de-DE" sz="1400" dirty="0"/>
          </a:p>
        </p:txBody>
      </p:sp>
      <p:sp>
        <p:nvSpPr>
          <p:cNvPr id="8463" name="Textfeld 8462"/>
          <p:cNvSpPr txBox="1"/>
          <p:nvPr/>
        </p:nvSpPr>
        <p:spPr>
          <a:xfrm>
            <a:off x="7675019" y="6180616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A2</a:t>
            </a:r>
            <a:endParaRPr lang="de-DE" sz="1400" dirty="0"/>
          </a:p>
        </p:txBody>
      </p:sp>
      <p:sp>
        <p:nvSpPr>
          <p:cNvPr id="8464" name="Textfeld 8463"/>
          <p:cNvSpPr txBox="1"/>
          <p:nvPr/>
        </p:nvSpPr>
        <p:spPr>
          <a:xfrm>
            <a:off x="7798139" y="6180994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B2</a:t>
            </a:r>
            <a:endParaRPr lang="de-DE" sz="1400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202" name="Gruppieren 2201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641" name="Gruppieren 26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3" name="Gruppieren 26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Ellipse 2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Ellipse 2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4" name="Textfeld 26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42" name="Textfeld 26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611" name="Gruppieren 26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3" name="Gruppieren 26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Ellipse 26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Textfeld 26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1" name="Ellipse 26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Textfeld 26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Rechteck 26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Rechteck 26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4" name="Textfeld 26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12" name="Textfeld 26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0" name="Gruppieren 220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81" name="Gruppieren 25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82" name="Textfeld 25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51" name="Gruppieren 25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3" name="Gruppieren 25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Ellipse 25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Ellipse 25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Textfeld 25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0" name="Textfeld 25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1" name="Ellipse 2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Textfeld 25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4" name="Textfeld 25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4" name="Textfeld 25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52" name="Textfeld 25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2" name="Gruppieren 221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21" name="Gruppieren 25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3" name="Gruppieren 25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Ellipse 25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Ellipse 25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Textfeld 25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0" name="Textfeld 25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1" name="Ellipse 2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Textfeld 25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3" name="Rechteck 25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Rechteck 25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4" name="Textfeld 25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2" name="Textfeld 25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3" name="Gruppieren 221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91" name="Gruppieren 24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93" name="Gruppieren 24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Textfeld 24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0" name="Textfeld 24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1" name="Ellipse 25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2" name="Ellipse 25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Textfeld 25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4" name="Textfeld 25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3" name="Rechteck 25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Rechteck 25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Rechteck 25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Rechteck 25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7" name="Rechteck 25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4" name="Textfeld 24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92" name="Textfeld 2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61" name="Gruppieren 24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63" name="Gruppieren 24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5" name="Rechteck 24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6" name="Rechteck 24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7" name="Rechteck 2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Rechteck 2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Rechteck 2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Rechteck 2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4" name="Textfeld 24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62" name="Textfeld 24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5" name="Gruppieren 2214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431" name="Gruppieren 2430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433" name="Gruppieren 24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9" name="Ellipse 24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Textfeld 24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2" name="Textfeld 24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7" name="Rechteck 24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8" name="Rechteck 24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Rechteck 24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Rechteck 24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4" name="Textfeld 2433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432" name="Textfeld 24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6" name="Gruppieren 2215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401" name="Gruppieren 240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03" name="Gruppieren 24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Ellipse 2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Textfeld 24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4" name="Textfeld 24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5" name="Ellipse 24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Ellipse 24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Textfeld 24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8" name="Textfeld 24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9" name="Ellipse 24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Ellipse 24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Textfeld 24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22" name="Textfeld 24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Rechteck 24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Rechteck 24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Rechteck 24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4" name="Textfeld 240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402" name="Textfeld 24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71" name="Gruppieren 23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73" name="Gruppieren 2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5" name="Rechteck 2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6" name="Rechteck 2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Rechteck 23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4" name="Textfeld 23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372" name="Textfeld 2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8" name="Gruppieren 2217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41" name="Gruppieren 23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43" name="Gruppieren 23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Ellipse 2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Textfeld 23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51" name="Ellipse 23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Textfeld 23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5" name="Ellipse 23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Textfeld 23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9" name="Ellipse 2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Ellipse 2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Textfeld 2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2" name="Textfeld 2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4" name="Textfeld 23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342" name="Textfeld 2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9" name="Gruppieren 2218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11" name="Gruppieren 231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13" name="Gruppieren 2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5" name="Rechteck 2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6" name="Rechteck 2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Rechteck 2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4" name="Textfeld 231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312" name="Textfeld 2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20" name="Gruppieren 2219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Ellipse 2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6" name="Textfeld 2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Ellipse 2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0" name="Textfeld 2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1" name="Ellipse 2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Ellipse 2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221" name="Gruppieren 2220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57" name="Gruppieren 225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59" name="Gruppieren 225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61" name="Rechteck 22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Ellipse 22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0" name="Ellipse 22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Textfeld 22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2" name="Textfeld 22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3" name="Ellipse 22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Ellipse 22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Textfeld 22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6" name="Textfeld 22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60" name="Textfeld 225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258" name="Textfeld 22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2" name="Gruppieren 2221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29" name="Gruppieren 222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31" name="Gruppieren 223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Ellipse 22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Ellipse 22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Textfeld 22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4" name="Textfeld 22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5" name="Ellipse 22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Textfeld 22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Rechteck 22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Rechteck 22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Rechteck 22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32" name="Textfeld 22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230" name="Textfeld 22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3" name="Gruppieren 2222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227" name="Rechteck 22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8" name="Textfeld 22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24" name="Textfeld 2223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450" name="Gruppieren 3449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640" name="Gruppieren 36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42" name="Gruppieren 36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3" name="Textfeld 36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41" name="Textfeld 36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51" name="Rechteck 3450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2" name="Rechteck 3451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3" name="Rechteck 3452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4" name="Rechteck 3453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5" name="Rechteck 3454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56" name="Gruppieren 3455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610" name="Gruppieren 3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2" name="Gruppieren 3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Ellipse 36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Ellipse 36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Textfeld 36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7" name="Textfeld 36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2" name="Rechteck 36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Rechteck 36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3" name="Textfeld 3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611" name="Textfeld 3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459" name="Gruppieren 3458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528" name="Gruppieren 35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0" name="Gruppieren 35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2" name="Rechteck 35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3" name="Rechteck 35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Ellipse 35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3" name="Ellipse 35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4" name="Textfeld 3543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45" name="Textfeld 3544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46" name="Ellipse 35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Ellipse 35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Textfeld 35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49" name="Textfeld 35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Rechteck 35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1" name="Textfeld 35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29" name="Textfeld 35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60" name="Gruppieren 3459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500" name="Gruppieren 3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502" name="Gruppieren 3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504" name="Rechteck 3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5" name="Rechteck 3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Ellipse 3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Ellipse 3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Textfeld 35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5" name="Textfeld 35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6" name="Ellipse 35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17" name="Ellipse 35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Textfeld 35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19" name="Textfeld 35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Rechteck 35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Rechteck 35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03" name="Textfeld 3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01" name="Textfeld 3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461" name="Gruppieren 3460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498" name="Rechteck 349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99" name="Textfeld 3498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63" name="Textfeld 3462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464" name="Gruppieren 3463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465" name="Gruppieren 3464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69" name="Gruppieren 3468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471" name="Gruppieren 3470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Ellipse 34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Ellipse 34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Textfeld 3476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478" name="Ellipse 34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9" name="Ellipse 34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0" name="Textfeld 347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1" name="Textfeld 34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2" name="Ellipse 34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3" name="Ellipse 34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Textfeld 34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5" name="Textfeld 34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6" name="Ellipse 34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7" name="Ellipse 34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8" name="Rechteck 34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Rechteck 34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Rechteck 34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1" name="Rechteck 34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2" name="Rechteck 34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Rechteck 34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Rechteck 34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5" name="Rechteck 34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0" name="Textfeld 34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466" name="Textfeld 3465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467" name="Textfeld 3466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468" name="Textfeld 3467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1930" name="Gruppieren 1929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931" name="Gruppieren 1930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2722" name="Gruppieren 27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24" name="Gruppieren 27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Ellipse 27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Ellipse 27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5" name="Textfeld 27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23" name="Textfeld 27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932" name="Rechteck 1931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3" name="Rechteck 1932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4" name="Rechteck 1933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5" name="Rechteck 1934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6" name="Rechteck 1935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937" name="Gruppieren 1936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692" name="Gruppieren 26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94" name="Gruppieren 26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96" name="Rechteck 26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Ellipse 26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Textfeld 26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01" name="Textfeld 27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Textfeld 27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5" name="Textfeld 27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Ellipse 27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Textfeld 27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9" name="Textfeld 27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10" name="Ellipse 27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Ellipse 27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Textfeld 27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13" name="Textfeld 27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Rechteck 27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Rechteck 27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Rechteck 27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Rechteck 27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5" name="Textfeld 26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693" name="Textfeld 26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8" name="Gruppieren 1937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201" name="Gruppieren 22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4" name="Gruppieren 2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6" name="Rechteck 2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8" name="Ellipse 2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0" name="Textfeld 2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2" name="Ellipse 2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Textfeld 2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Ellipse 2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Textfeld 2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Ellipse 2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4" name="Rechteck 2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5" name="Textfeld 2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63" name="Textfeld 2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9" name="Gruppieren 1938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171" name="Gruppieren 21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73" name="Gruppieren 2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Ellipse 2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0" name="Textfeld 2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81" name="Ellipse 2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Ellipse 2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Textfeld 2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4" name="Textfeld 2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5" name="Ellipse 2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Textfeld 2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9" name="Ellipse 2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Textfeld 2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Rechteck 2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Rechteck 2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Rechteck 2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7" name="Rechteck 2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8" name="Rechteck 2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Rechteck 2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Rechteck 2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74" name="Textfeld 21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172" name="Textfeld 2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0" name="Gruppieren 1939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141" name="Gruppieren 21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43" name="Gruppieren 21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45" name="Rechteck 21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46" name="Rechteck 21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7" name="Ellipse 21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8" name="Ellipse 21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9" name="Textfeld 21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0" name="Textfeld 21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51" name="Ellipse 21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2" name="Ellipse 21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3" name="Textfeld 21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4" name="Textfeld 21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5" name="Ellipse 21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Textfeld 21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9" name="Ellipse 21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Textfeld 21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Rechteck 21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Rechteck 21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Rechteck 21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7" name="Rechteck 21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8" name="Rechteck 21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Rechteck 21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Rechteck 21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44" name="Textfeld 21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42" name="Textfeld 21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1" name="Gruppieren 1940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111" name="Gruppieren 211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113" name="Gruppieren 21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Ellipse 21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Ellipse 21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Textfeld 21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21" name="Ellipse 21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2" name="Ellipse 21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3" name="Textfeld 21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4" name="Textfeld 21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5" name="Ellipse 21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6" name="Ellipse 21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7" name="Textfeld 21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9" name="Ellipse 21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0" name="Ellipse 21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1" name="Textfeld 21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32" name="Textfeld 21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33" name="Rechteck 21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4" name="Rechteck 21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5" name="Rechteck 21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6" name="Rechteck 21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7" name="Rechteck 21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8" name="Rechteck 21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9" name="Rechteck 21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0" name="Rechteck 21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14" name="Textfeld 211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12" name="Textfeld 21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2" name="Gruppieren 1941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081" name="Gruppieren 208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083" name="Gruppieren 20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5" name="Rechteck 20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6" name="Rechteck 20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7" name="Ellipse 20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Textfeld 20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91" name="Ellipse 20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2" name="Ellipse 20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Textfeld 20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4" name="Textfeld 20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Ellipse 20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Ellipse 20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Textfeld 20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8" name="Textfeld 20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9" name="Ellipse 20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0" name="Ellipse 20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Textfeld 21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02" name="Textfeld 21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3" name="Rechteck 21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Rechteck 21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Rechteck 21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Rechteck 21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4" name="Textfeld 208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82" name="Textfeld 20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3" name="Gruppieren 1942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051" name="Gruppieren 205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53" name="Gruppieren 20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55" name="Rechteck 20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6" name="Rechteck 20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7" name="Ellipse 20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9" name="Textfeld 20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61" name="Ellipse 20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2" name="Ellipse 20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Textfeld 20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4" name="Textfeld 20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5" name="Ellipse 20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Ellipse 20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Textfeld 20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8" name="Textfeld 20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9" name="Ellipse 20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0" name="Ellipse 20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1" name="Textfeld 20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72" name="Textfeld 20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73" name="Rechteck 20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Rechteck 20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7" name="Rechteck 20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Rechteck 20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9" name="Rechteck 20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0" name="Rechteck 20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54" name="Textfeld 205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52" name="Textfeld 20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4" name="Gruppieren 1943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021" name="Gruppieren 202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23" name="Gruppieren 20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5" name="Rechteck 20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26" name="Rechteck 20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7" name="Ellipse 20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Textfeld 20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3" name="Rechteck 20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Rechteck 20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4" name="Textfeld 20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22" name="Textfeld 20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945" name="Gruppieren 1944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017" name="Gruppieren 201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019" name="Rechteck 201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020" name="Textfeld 201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18" name="Textfeld 20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946" name="Textfeld 1945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947" name="Gruppieren 1946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986" name="Gruppieren 198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988" name="Gruppieren 19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990" name="Gruppieren 19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992" name="Rechteck 19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3" name="Rechteck 19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4" name="Ellipse 19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5" name="Ellipse 19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6" name="Textfeld 19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997" name="Ellipse 199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8" name="Ellipse 199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9" name="Textfeld 199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0" name="Textfeld 199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1" name="Ellipse 20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2" name="Ellipse 20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3" name="Textfeld 200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4" name="Textfeld 200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5" name="Ellipse 200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6" name="Ellipse 200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7" name="Textfeld 200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008" name="Textfeld 200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009" name="Rechteck 200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0" name="Rechteck 200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1" name="Rechteck 201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2" name="Rechteck 201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3" name="Rechteck 201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4" name="Rechteck 201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5" name="Rechteck 201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6" name="Rechteck 201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991" name="Textfeld 19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989" name="Textfeld 19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987" name="Textfeld 198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948" name="Gruppieren 1947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949" name="Rechteck 194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50" name="Ellipse 194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51" name="Ellipse 195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2" name="Ellipse 195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3" name="Ellipse 195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4" name="Textfeld 195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1955" name="Textfeld 195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6" name="Ellipse 195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57" name="Ellipse 195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8" name="Ellipse 195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9" name="Ellipse 195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0" name="Ellipse 195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61" name="Ellipse 196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2" name="Ellipse 196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3" name="Ellipse 196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4" name="Ellipse 196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65" name="Ellipse 196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6" name="Ellipse 196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7" name="Ellipse 196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968" name="Gruppieren 196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969" name="Rechteck 196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0" name="Rechteck 196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1" name="Rechteck 197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2" name="Rechteck 197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973" name="Rechteck 197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4" name="Rechteck 197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5" name="Rechteck 197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6" name="Rechteck 197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7" name="Rechteck 197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8" name="Rechteck 197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9" name="Rechteck 197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0" name="Rechteck 197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1" name="Rechteck 198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2" name="Rechteck 198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3" name="Rechteck 198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4" name="Rechteck 198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5" name="Rechteck 198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744" name="Gruppieren 27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45" name="Gruppieren 27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88" name="Gruppieren 2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0" name="Gruppieren 2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3" name="Rechteck 2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5" name="Ellipse 2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7" name="Textfeld 2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1" name="Textfeld 2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89" name="Textfeld 2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46" name="Rechteck 27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7" name="Rechteck 27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8" name="Rechteck 27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9" name="Rechteck 27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50" name="Rechteck 27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51" name="Gruppieren 27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8" name="Gruppieren 2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0" name="Gruppieren 2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Ellipse 2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Ellipse 2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Textfeld 2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7" name="Textfeld 2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8" name="Ellipse 2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Ellipse 2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0" name="Textfeld 2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1" name="Textfeld 2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4" name="Textfeld 2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5" name="Textfeld 27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Textfeld 2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79" name="Textfeld 2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1" name="Textfeld 2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59" name="Textfeld 2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52" name="Textfeld 27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53" name="Gruppieren 27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54" name="Gruppieren 27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56" name="Rechteck 27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7" name="Textfeld 27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55" name="Textfeld 27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39334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16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761062" y="4876820"/>
            <a:ext cx="2230445" cy="1654493"/>
            <a:chOff x="3761062" y="4876820"/>
            <a:chExt cx="2230445" cy="1654493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6758410" y="4867199"/>
            <a:ext cx="2232646" cy="1654831"/>
            <a:chOff x="6758410" y="4867199"/>
            <a:chExt cx="2232646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7" name="Gruppieren 6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425" name="Gruppieren 242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27" name="Gruppieren 242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Ellipse 24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Ellipse 24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Ellipse 2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Ellipse 2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Rechteck 2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0" name="Rechteck 2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1" name="Rechteck 2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Rechteck 2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Rechteck 2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Rechteck 2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Rechteck 2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28" name="Textfeld 242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26" name="Textfeld 24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395" name="Gruppieren 2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97" name="Gruppieren 2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Textfeld 24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04" name="Textfeld 24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Textfeld 24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08" name="Textfeld 24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Textfeld 24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12" name="Textfeld 24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13" name="Ellipse 24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Ellipse 24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Textfeld 24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16" name="Textfeld 24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Rechteck 2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Rechteck 2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2" name="Rechteck 2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8" name="Textfeld 2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396" name="Textfeld 2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335" name="Gruppieren 2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7" name="Gruppieren 2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Ellipse 2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4" name="Textfeld 2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Ellipse 2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48" name="Textfeld 2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Ellipse 2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352" name="Textfeld 2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Ellipse 2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356" name="Textfeld 2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8" name="Textfeld 2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6" name="Textfeld 2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2253" name="Gruppieren 22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55" name="Gruppieren 22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7" name="Rechteck 2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8" name="Rechteck 2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Ellipse 2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2" name="Textfeld 22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270" name="Textfeld 22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271" name="Ellipse 22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2" name="Ellipse 22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Textfeld 22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274" name="Textfeld 22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6" name="Textfeld 2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254" name="Textfeld 2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2219" name="Gruppieren 221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221" name="Rechteck 222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2" name="Textfeld 22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20" name="Textfeld 22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18" name="Textfeld 2217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2760" name="Gruppieren 2759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761" name="Gruppieren 2760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3359" name="Gruppieren 335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Rechteck 33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60" name="Textfeld 33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62" name="Rechteck 2761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3" name="Rechteck 2762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4" name="Rechteck 2763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5" name="Rechteck 2764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6" name="Rechteck 2765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67" name="Gruppieren 2766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329" name="Gruppieren 33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Ellipse 3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8" name="Textfeld 33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Ellipse 33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Textfeld 33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30" name="Textfeld 3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8" name="Gruppieren 2767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299" name="Gruppieren 3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Ellipse 3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8" name="Textfeld 3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Ellipse 3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2" name="Textfeld 3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00" name="Textfeld 3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9" name="Gruppieren 2768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109" name="Gruppieren 31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11" name="Gruppieren 31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Ellipse 3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Textfeld 3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9" name="Ellipse 3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12" name="Textfeld 31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10" name="Textfeld 31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0" name="Gruppieren 2769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79" name="Gruppieren 30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81" name="Gruppieren 30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Ellipse 30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88" name="Textfeld 30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Ellipse 30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Textfeld 30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6" name="Rechteck 31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Rechteck 31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Rechteck 31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2" name="Textfeld 30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80" name="Textfeld 30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1" name="Gruppieren 2770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49" name="Gruppieren 30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51" name="Gruppieren 30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Ellipse 30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Ellipse 30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Textfeld 30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58" name="Textfeld 30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59" name="Ellipse 30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0" name="Ellipse 30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1" name="Textfeld 30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3" name="Ellipse 30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5" name="Textfeld 306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7" name="Ellipse 30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Textfeld 30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71" name="Rechteck 30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2" name="Rechteck 30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Rechteck 30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Rechteck 30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Rechteck 30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6" name="Rechteck 30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Rechteck 30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Rechteck 30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52" name="Textfeld 30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50" name="Textfeld 30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2" name="Gruppieren 2771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3" name="Gruppieren 2772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989" name="Gruppieren 298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991" name="Gruppieren 29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2" name="Textfeld 299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990" name="Textfeld 29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4" name="Gruppieren 2773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59" name="Gruppieren 295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61" name="Gruppieren 29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4" name="Rechteck 29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Ellipse 29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6" name="Textfeld 29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Ellipse 29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0" name="Textfeld 29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2" name="Textfeld 296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960" name="Textfeld 29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5" name="Gruppieren 2774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29" name="Gruppieren 29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31" name="Gruppieren 29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3" name="Rechteck 29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4" name="Rechteck 29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2" name="Textfeld 29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Ellipse 29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6" name="Textfeld 29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Ellipse 29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0" name="Textfeld 29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1" name="Rechteck 29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Rechteck 29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3" name="Rechteck 29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2" name="Textfeld 29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30" name="Textfeld 2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6" name="Gruppieren 2775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99" name="Gruppieren 28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01" name="Gruppieren 29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Textfeld 29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08" name="Textfeld 29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2" name="Textfeld 29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Ellipse 29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6" name="Textfeld 29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Ellipse 29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0" name="Textfeld 29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Rechteck 29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3" name="Rechteck 29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2" name="Textfeld 29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00" name="Textfeld 28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7" name="Gruppieren 2776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69" name="Gruppieren 28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71" name="Gruppieren 28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4" name="Rechteck 28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Ellipse 28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8" name="Textfeld 28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Ellipse 28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2" name="Textfeld 28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Ellipse 28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6" name="Textfeld 28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Ellipse 28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0" name="Textfeld 28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2" name="Textfeld 28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870" name="Textfeld 28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8" name="Gruppieren 2777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43" name="Gruppieren 2842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845" name="Gruppieren 284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Ellipse 28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Ellipse 28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Textfeld 28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Ellipse 28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Textfeld 2856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6" name="Textfeld 284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844" name="Textfeld 28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815" name="Gruppieren 2814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817" name="Gruppieren 281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Ellipse 28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Textfeld 28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5" name="Ellipse 28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8" name="Textfeld 28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816" name="Textfeld 28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787" name="Gruppieren 278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9" name="Gruppieren 278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0" name="Textfeld 278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788" name="Textfeld 27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1" name="Gruppieren 2780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783" name="Gruppieren 278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85" name="Rechteck 278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86" name="Textfeld 27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784" name="Textfeld 27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82" name="Textfeld 2781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94" name="Gruppieren 359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595" name="Gruppieren 359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730" name="Gruppieren 37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2" name="Gruppieren 37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Ellipse 3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Ellipse 3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Rechteck 37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Rechteck 37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3" name="Textfeld 3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1" name="Textfeld 3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596" name="Rechteck 359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7" name="Rechteck 359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8" name="Rechteck 359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9" name="Rechteck 359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600" name="Rechteck 359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601" name="Gruppieren 360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700" name="Gruppieren 36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2" name="Gruppieren 37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Ellipse 37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Ellipse 37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Textfeld 37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09" name="Textfeld 37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0" name="Ellipse 37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Ellipse 37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2" name="Textfeld 37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3" name="Textfeld 37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4" name="Ellipse 37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5" name="Ellipse 37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6" name="Textfeld 37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7" name="Textfeld 37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2" name="Rechteck 3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Rechteck 3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3" name="Textfeld 37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1" name="Textfeld 37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602" name="Gruppieren 360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670" name="Gruppieren 36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2" name="Gruppieren 36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Ellipse 36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Ellipse 36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Textfeld 36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79" name="Textfeld 36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0" name="Ellipse 36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1" name="Ellipse 36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2" name="Textfeld 36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83" name="Textfeld 36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84" name="Ellipse 36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5" name="Ellipse 36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6" name="Textfeld 368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87" name="Textfeld 368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92" name="Rechteck 36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Rechteck 36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3" name="Textfeld 36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671" name="Textfeld 36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603" name="Gruppieren 360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Ellipse 36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Ellipse 36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Textfeld 36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7" name="Textfeld 36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2" name="Rechteck 36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Rechteck 36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604" name="Gruppieren 360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638" name="Gruppieren 363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640" name="Rechteck 36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641" name="Textfeld 364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639" name="Textfeld 3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605" name="Textfeld 360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606" name="Gruppieren 360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607" name="Gruppieren 360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11" name="Gruppieren 361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613" name="Gruppieren 361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615" name="Rechteck 36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16" name="Rechteck 36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7" name="Ellipse 36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8" name="Ellipse 36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9" name="Textfeld 361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620" name="Ellipse 361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1" name="Ellipse 362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2" name="Textfeld 362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3" name="Textfeld 362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4" name="Ellipse 36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5" name="Ellipse 36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6" name="Textfeld 36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7" name="Textfeld 36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8" name="Ellipse 36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29" name="Ellipse 36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0" name="Rechteck 36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1" name="Rechteck 36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2" name="Rechteck 36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3" name="Rechteck 36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4" name="Rechteck 36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5" name="Rechteck 36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6" name="Rechteck 36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7" name="Rechteck 36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612" name="Textfeld 36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608" name="Textfeld 36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609" name="Textfeld 36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610" name="Textfeld 36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059" name="Gruppieren 2058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Ellipse 3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2" name="Ellipse 3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Ellipse 31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Ellipse 31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1" name="Rechteck 32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Rechteck 32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Rechteck 32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4" name="Rechteck 32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3153" name="Gruppieren 31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55" name="Gruppieren 31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Ellipse 31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Ellipse 31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1" name="Textfeld 31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62" name="Textfeld 31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63" name="Ellipse 31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4" name="Ellipse 31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6" name="Textfeld 31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Textfeld 31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0" name="Textfeld 31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3" name="Textfeld 31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56" name="Textfeld 31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54" name="Textfeld 31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3123" name="Gruppieren 31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25" name="Gruppieren 31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27" name="Rechteck 31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28" name="Rechteck 31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Ellipse 31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Ellipse 31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1" name="Textfeld 31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32" name="Textfeld 31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33" name="Ellipse 31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4" name="Ellipse 31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5" name="Textfeld 31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6" name="Textfeld 31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Rechteck 31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Rechteck 31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Rechteck 31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8" name="Rechteck 31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9" name="Rechteck 31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Rechteck 31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Rechteck 31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2" name="Rechteck 31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26" name="Textfeld 31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24" name="Textfeld 31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75" name="Gruppieren 23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7" name="Gruppieren 23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3" name="Ellipse 23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Ellipse 23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4" name="Textfeld 31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5" name="Rechteck 31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Rechteck 31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Rechteck 31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8" name="Rechteck 31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9" name="Rechteck 31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Rechteck 31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Rechteck 31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2" name="Rechteck 31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8" name="Textfeld 23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76" name="Textfeld 23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15" name="Gruppieren 23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7" name="Gruppieren 23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9" name="Rechteck 2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3" name="Ellipse 2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4" name="Ellipse 2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Textfeld 23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Rechteck 23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Rechteck 23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8" name="Textfeld 2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316" name="Textfeld 2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Textfeld 22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95" name="Ellipse 22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Textfeld 22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9" name="Ellipse 22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0" name="Ellipse 22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Textfeld 23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2" name="Textfeld 23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3" name="Ellipse 23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Textfeld 23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Rechteck 23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Rechteck 23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7" name="Gruppieren 22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9" name="Rechteck 22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0" name="Rechteck 22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1" name="Ellipse 22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Textfeld 22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Textfeld 22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2" name="Textfeld 22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3" name="Ellipse 22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Ellipse 22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Textfeld 22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46" name="Textfeld 22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Rechteck 22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8" name="Textfeld 222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Rechteck 22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077" name="Gruppieren 2076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2078" name="Rechteck 207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79" name="Ellipse 2078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0" name="Ellipse 2079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1" name="Ellipse 2080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2" name="Ellipse 2081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3" name="Textfeld 2082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2084" name="Textfeld 2083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5" name="Ellipse 2084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6" name="Ellipse 2085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7" name="Ellipse 2086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8" name="Ellipse 2087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9" name="Ellipse 2088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0" name="Ellipse 2089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1" name="Ellipse 2090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2" name="Ellipse 2091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3" name="Ellipse 20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4" name="Ellipse 20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5" name="Ellipse 20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6" name="Ellipse 20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097" name="Gruppieren 2096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098" name="Rechteck 2097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099" name="Rechteck 209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0" name="Rechteck 2099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1" name="Rechteck 2100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02" name="Rechteck 2101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3" name="Rechteck 2102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4" name="Rechteck 2103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5" name="Rechteck 2104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6" name="Rechteck 2105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7" name="Rechteck 2106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8" name="Rechteck 2107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9" name="Rechteck 2108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0" name="Rechteck 2109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1" name="Rechteck 2110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2" name="Rechteck 2111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3" name="Rechteck 2112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4" name="Rechteck 2113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618" name="Gruppieren 2617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619" name="Gruppieren 261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93" name="Gruppieren 269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95" name="Gruppieren 269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00" name="Ellipse 26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Ellipse 27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Ellipse 27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Ellipse 270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Rechteck 27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9" name="Rechteck 27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6" name="Textfeld 26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94" name="Textfeld 26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20" name="Rechteck 261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1" name="Rechteck 262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2" name="Rechteck 262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3" name="Rechteck 262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4" name="Rechteck 262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25" name="Gruppieren 262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63" name="Gruppieren 26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5" name="Gruppieren 26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8" name="Rechteck 26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70" name="Ellipse 26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2" name="Textfeld 26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Ellipse 2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Textfeld 26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Ellipse 26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Textfeld 26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Rechteck 26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6" name="Textfeld 26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64" name="Textfeld 26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26" name="Gruppieren 2625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633" name="Gruppieren 26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5" name="Gruppieren 26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Textfeld 26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4" name="Textfeld 26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6" name="Textfeld 26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34" name="Textfeld 26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27" name="Gruppieren 2626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31" name="Rechteck 263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32" name="Textfeld 26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628" name="Textfeld 2627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715" name="Gruppieren 271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16" name="Gruppieren 271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9" name="Gruppieren 275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06" name="Gruppieren 32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Ellipse 32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Textfeld 32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14" name="Ellipse 32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Textfeld 321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18" name="Ellipse 32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Textfeld 32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22" name="Ellipse 32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Textfeld 32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1" name="Rechteck 32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Rechteck 32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Rechteck 32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7" name="Textfeld 32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05" name="Textfeld 32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17" name="Rechteck 271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8" name="Rechteck 271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9" name="Rechteck 271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0" name="Rechteck 271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1" name="Rechteck 272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22" name="Gruppieren 272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29" name="Gruppieren 27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1" name="Gruppieren 27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Textfeld 27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39" name="Ellipse 27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Textfeld 27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1" name="Rechteck 27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2" name="Textfeld 27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0" name="Textfeld 27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23" name="Textfeld 272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24" name="Gruppieren 272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25" name="Gruppieren 272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27" name="Rechteck 272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28" name="Textfeld 272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26" name="Textfeld 272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7137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16f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906" name="Gruppieren 2905"/>
          <p:cNvGrpSpPr/>
          <p:nvPr/>
        </p:nvGrpSpPr>
        <p:grpSpPr>
          <a:xfrm>
            <a:off x="3761062" y="4876820"/>
            <a:ext cx="2230445" cy="1654493"/>
            <a:chOff x="3761062" y="4876820"/>
            <a:chExt cx="2230445" cy="1654493"/>
          </a:xfrm>
        </p:grpSpPr>
        <p:grpSp>
          <p:nvGrpSpPr>
            <p:cNvPr id="2907" name="Gruppieren 2906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3041" name="Gruppieren 30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43" name="Gruppieren 30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Ellipse 3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0" name="Ellipse 3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Ellipse 3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Ellipse 3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Ellipse 30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Ellipse 30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9" name="Rechteck 30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0" name="Rechteck 30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1" name="Rechteck 30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44" name="Textfeld 30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42" name="Textfeld 3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08" name="Rechteck 2907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09" name="Rechteck 2908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0" name="Rechteck 2909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1" name="Rechteck 2910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2" name="Rechteck 2911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13" name="Gruppieren 2912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3011" name="Gruppieren 30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13" name="Gruppieren 30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1" name="Ellipse 30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Ellipse 30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Textfeld 30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4" name="Textfeld 30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Rechteck 30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14" name="Textfeld 30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012" name="Textfeld 30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914" name="Gruppieren 2913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2981" name="Gruppieren 29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83" name="Gruppieren 29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1" name="Ellipse 29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2" name="Ellipse 29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Textfeld 29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4" name="Textfeld 299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Rechteck 30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Rechteck 30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Rechteck 30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Rechteck 30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Rechteck 30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84" name="Textfeld 29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82" name="Textfeld 29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15" name="Gruppieren 2914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2953" name="Gruppieren 295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955" name="Gruppieren 295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Ellipse 29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0" name="Ellipse 29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Textfeld 29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2" name="Textfeld 29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3" name="Ellipse 29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Rechteck 29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Rechteck 29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Rechteck 29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Rechteck 29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Rechteck 29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56" name="Textfeld 29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54" name="Textfeld 29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916" name="Gruppieren 2915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2949" name="Gruppieren 294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2951" name="Rechteck 295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2" name="Textfeld 295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950" name="Textfeld 29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917" name="Gruppieren 291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2923" name="Gruppieren 292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2925" name="Gruppieren 292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Textfeld 29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4" name="Textfeld 29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Rechteck 29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Rechteck 29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6" name="Rechteck 29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7" name="Rechteck 29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Rechteck 29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6" name="Textfeld 29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24" name="Textfeld 29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918" name="Textfeld 291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2919" name="Textfeld 291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2920" name="Textfeld 291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2921" name="Textfeld 292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2922" name="Textfeld 292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063" name="Gruppieren 3062"/>
          <p:cNvGrpSpPr/>
          <p:nvPr/>
        </p:nvGrpSpPr>
        <p:grpSpPr>
          <a:xfrm>
            <a:off x="6758410" y="4867199"/>
            <a:ext cx="2232646" cy="1654831"/>
            <a:chOff x="6758410" y="4867199"/>
            <a:chExt cx="2232646" cy="1654831"/>
          </a:xfrm>
        </p:grpSpPr>
        <p:grpSp>
          <p:nvGrpSpPr>
            <p:cNvPr id="3064" name="Gruppieren 3063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3358" name="Gruppieren 33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0" name="Gruppieren 33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Ellipse 3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1" name="Textfeld 3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59" name="Textfeld 3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65" name="Rechteck 3064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6" name="Rechteck 3065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7" name="Rechteck 3066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8" name="Rechteck 3067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9" name="Rechteck 3068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70" name="Gruppieren 3069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3328" name="Gruppieren 33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0" name="Gruppieren 3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Textfeld 3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0" name="Rechteck 3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1" name="Textfeld 33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29" name="Textfeld 3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71" name="Gruppieren 3070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3298" name="Gruppieren 3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0" name="Gruppieren 3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Ellipse 3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Textfeld 3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0" name="Rechteck 3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1" name="Textfeld 33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299" name="Textfeld 3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72" name="Gruppieren 3071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3110" name="Gruppieren 310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112" name="Gruppieren 31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7" name="Ellipse 3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9" name="Textfeld 3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Ellipse 3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2" name="Ellipse 32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Textfeld 32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Textfeld 32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90" name="Rechteck 32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3" name="Textfeld 3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11" name="Textfeld 3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073" name="Gruppieren 3072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3106" name="Gruppieren 3105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3108" name="Rechteck 31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9" name="Textfeld 310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7" name="Textfeld 31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3074" name="Gruppieren 3073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3080" name="Gruppieren 3079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082" name="Gruppieren 3081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Ellipse 30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Ellipse 3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Textfeld 3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Ellipse 3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Textfeld 3093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Rechteck 30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Rechteck 30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Rechteck 30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3" name="Textfeld 30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081" name="Textfeld 30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3075" name="Textfeld 3074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76" name="Textfeld 3075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3077" name="Textfeld 3076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3078" name="Textfeld 3077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3079" name="Textfeld 3078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883" name="Gruppieren 3882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3884" name="Gruppieren 388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4322" name="Gruppieren 43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324" name="Gruppieren 43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326" name="Rechteck 43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7" name="Rechteck 43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8" name="Ellipse 43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9" name="Ellipse 43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0" name="Ellipse 43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1" name="Ellipse 43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2" name="Ellipse 43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3" name="Ellipse 43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4" name="Ellipse 43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5" name="Ellipse 43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6" name="Rechteck 43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7" name="Rechteck 43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8" name="Rechteck 43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9" name="Rechteck 43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0" name="Rechteck 43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1" name="Rechteck 43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2" name="Rechteck 43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3" name="Rechteck 43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5" name="Textfeld 43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23" name="Textfeld 43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885" name="Rechteck 388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6" name="Rechteck 388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7" name="Rechteck 388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8" name="Rechteck 388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9" name="Rechteck 388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90" name="Gruppieren 388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92" name="Gruppieren 42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94" name="Gruppieren 42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96" name="Rechteck 42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7" name="Rechteck 42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8" name="Ellipse 42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9" name="Ellipse 42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0" name="Textfeld 42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01" name="Textfeld 43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02" name="Ellipse 43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3" name="Ellipse 43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4" name="Textfeld 43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5" name="Textfeld 43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6" name="Ellipse 43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7" name="Ellipse 43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8" name="Textfeld 43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9" name="Textfeld 43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10" name="Ellipse 43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1" name="Ellipse 43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2" name="Textfeld 43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13" name="Textfeld 43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14" name="Rechteck 43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5" name="Rechteck 43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6" name="Rechteck 43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7" name="Rechteck 43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8" name="Rechteck 43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9" name="Rechteck 43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0" name="Rechteck 43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1" name="Rechteck 43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95" name="Textfeld 42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293" name="Textfeld 42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1" name="Gruppieren 389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62" name="Gruppieren 42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64" name="Gruppieren 42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66" name="Rechteck 42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67" name="Rechteck 42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8" name="Ellipse 42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9" name="Ellipse 42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0" name="Textfeld 42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71" name="Textfeld 42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72" name="Ellipse 42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3" name="Ellipse 42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4" name="Textfeld 42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5" name="Textfeld 42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6" name="Ellipse 42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7" name="Ellipse 42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8" name="Textfeld 42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9" name="Textfeld 42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80" name="Ellipse 42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81" name="Ellipse 42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2" name="Textfeld 42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3" name="Textfeld 42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84" name="Rechteck 42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5" name="Rechteck 42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6" name="Rechteck 42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7" name="Rechteck 42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8" name="Rechteck 42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9" name="Rechteck 42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0" name="Rechteck 42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1" name="Rechteck 42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65" name="Textfeld 42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263" name="Textfeld 42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2" name="Gruppieren 389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32" name="Gruppieren 42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34" name="Gruppieren 42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36" name="Rechteck 42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37" name="Rechteck 42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8" name="Ellipse 42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9" name="Ellipse 42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0" name="Textfeld 42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1" name="Textfeld 42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42" name="Ellipse 42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3" name="Ellipse 42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4" name="Textfeld 42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5" name="Textfeld 42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6" name="Ellipse 42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7" name="Ellipse 42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8" name="Textfeld 42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9" name="Textfeld 42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50" name="Ellipse 42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1" name="Ellipse 42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2" name="Textfeld 42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53" name="Textfeld 42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54" name="Rechteck 42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5" name="Rechteck 42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6" name="Rechteck 42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7" name="Rechteck 42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8" name="Rechteck 42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9" name="Rechteck 42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0" name="Rechteck 42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1" name="Rechteck 42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35" name="Textfeld 42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233" name="Textfeld 42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3" name="Gruppieren 389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02" name="Gruppieren 42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04" name="Gruppieren 42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06" name="Rechteck 42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7" name="Rechteck 42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8" name="Ellipse 42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9" name="Ellipse 42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0" name="Textfeld 42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11" name="Textfeld 42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12" name="Ellipse 42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3" name="Ellipse 42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4" name="Textfeld 42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5" name="Textfeld 42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6" name="Ellipse 42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7" name="Ellipse 42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8" name="Textfeld 42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9" name="Textfeld 42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20" name="Ellipse 42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1" name="Ellipse 42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2" name="Textfeld 42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23" name="Textfeld 42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24" name="Rechteck 42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5" name="Rechteck 42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6" name="Rechteck 42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7" name="Rechteck 42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8" name="Rechteck 42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9" name="Rechteck 42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0" name="Rechteck 42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1" name="Rechteck 42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05" name="Textfeld 42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203" name="Textfeld 42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4" name="Gruppieren 389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72" name="Gruppieren 41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4" name="Gruppieren 41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76" name="Rechteck 41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77" name="Rechteck 41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8" name="Ellipse 41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9" name="Ellipse 41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0" name="Textfeld 41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81" name="Textfeld 41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82" name="Ellipse 41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3" name="Ellipse 41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4" name="Textfeld 41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5" name="Textfeld 41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6" name="Ellipse 41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7" name="Ellipse 41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8" name="Textfeld 418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9" name="Textfeld 41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90" name="Ellipse 41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1" name="Ellipse 41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2" name="Textfeld 41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93" name="Textfeld 41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94" name="Rechteck 41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5" name="Rechteck 41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6" name="Rechteck 41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7" name="Rechteck 41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8" name="Rechteck 41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9" name="Rechteck 41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0" name="Rechteck 41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1" name="Rechteck 42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75" name="Textfeld 41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173" name="Textfeld 41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5" name="Gruppieren 389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42" name="Gruppieren 41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44" name="Gruppieren 41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46" name="Rechteck 41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47" name="Rechteck 41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8" name="Ellipse 41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9" name="Ellipse 41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0" name="Textfeld 41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51" name="Textfeld 41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52" name="Ellipse 41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3" name="Ellipse 41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4" name="Textfeld 41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5" name="Textfeld 41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6" name="Ellipse 41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7" name="Ellipse 41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8" name="Textfeld 41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9" name="Textfeld 41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0" name="Ellipse 41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61" name="Ellipse 41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2" name="Textfeld 41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63" name="Textfeld 41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64" name="Rechteck 41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5" name="Rechteck 41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6" name="Rechteck 41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7" name="Rechteck 41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8" name="Rechteck 41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9" name="Rechteck 41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0" name="Rechteck 41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1" name="Rechteck 41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45" name="Textfeld 41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143" name="Textfeld 41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6" name="Gruppieren 389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4112" name="Gruppieren 4111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4114" name="Gruppieren 41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6" name="Rechteck 41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17" name="Rechteck 41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8" name="Ellipse 41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9" name="Ellipse 41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0" name="Textfeld 41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1" name="Textfeld 41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22" name="Ellipse 41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3" name="Ellipse 41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4" name="Textfeld 41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5" name="Textfeld 41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6" name="Ellipse 41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7" name="Ellipse 41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8" name="Textfeld 41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9" name="Textfeld 41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30" name="Ellipse 41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1" name="Ellipse 41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2" name="Textfeld 41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33" name="Textfeld 41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34" name="Rechteck 41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5" name="Rechteck 41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6" name="Rechteck 41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7" name="Rechteck 41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8" name="Rechteck 41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9" name="Rechteck 41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0" name="Rechteck 41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1" name="Rechteck 41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15" name="Textfeld 4114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113" name="Textfeld 41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7" name="Gruppieren 3896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82" name="Gruppieren 408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84" name="Gruppieren 40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86" name="Rechteck 40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7" name="Rechteck 40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8" name="Ellipse 40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9" name="Ellipse 40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0" name="Textfeld 40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91" name="Textfeld 40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2" name="Ellipse 40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3" name="Ellipse 40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4" name="Textfeld 40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5" name="Textfeld 40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6" name="Ellipse 40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7" name="Ellipse 40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8" name="Textfeld 40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9" name="Textfeld 40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00" name="Ellipse 40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1" name="Ellipse 41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2" name="Textfeld 41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03" name="Textfeld 41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04" name="Rechteck 41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5" name="Rechteck 41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6" name="Rechteck 41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7" name="Rechteck 41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8" name="Rechteck 41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9" name="Rechteck 41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0" name="Rechteck 41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1" name="Rechteck 41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85" name="Textfeld 40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083" name="Textfeld 40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8" name="Gruppieren 3897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52" name="Gruppieren 40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4" name="Gruppieren 40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56" name="Rechteck 4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57" name="Rechteck 4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8" name="Ellipse 4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9" name="Ellipse 4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0" name="Textfeld 40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61" name="Textfeld 40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62" name="Ellipse 40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3" name="Ellipse 40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4" name="Textfeld 40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5" name="Textfeld 40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6" name="Ellipse 40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7" name="Ellipse 40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8" name="Textfeld 40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9" name="Textfeld 40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70" name="Ellipse 40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1" name="Ellipse 40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2" name="Textfeld 40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73" name="Textfeld 40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74" name="Rechteck 40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5" name="Rechteck 40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6" name="Rechteck 40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7" name="Rechteck 40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8" name="Rechteck 40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9" name="Rechteck 40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0" name="Rechteck 40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1" name="Rechteck 40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55" name="Textfeld 40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053" name="Textfeld 4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9" name="Gruppieren 3898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22" name="Gruppieren 40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24" name="Gruppieren 4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26" name="Rechteck 4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27" name="Rechteck 4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8" name="Ellipse 4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9" name="Ellipse 4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0" name="Textfeld 4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31" name="Textfeld 4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32" name="Ellipse 4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3" name="Ellipse 4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4" name="Textfeld 4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5" name="Textfeld 4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6" name="Ellipse 4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7" name="Ellipse 4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8" name="Textfeld 4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9" name="Textfeld 4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40" name="Ellipse 4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1" name="Ellipse 4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2" name="Textfeld 4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43" name="Textfeld 4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44" name="Rechteck 4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5" name="Rechteck 4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6" name="Rechteck 4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7" name="Rechteck 4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8" name="Rechteck 4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9" name="Rechteck 4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0" name="Rechteck 4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1" name="Rechteck 4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5" name="Textfeld 40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23" name="Textfeld 4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900" name="Gruppieren 3899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92" name="Gruppieren 39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994" name="Gruppieren 3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996" name="Rechteck 3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97" name="Rechteck 3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8" name="Ellipse 3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9" name="Ellipse 3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0" name="Textfeld 3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01" name="Textfeld 4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02" name="Ellipse 4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3" name="Ellipse 4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4" name="Textfeld 4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5" name="Textfeld 4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6" name="Ellipse 4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7" name="Ellipse 4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8" name="Textfeld 4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9" name="Textfeld 4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0" name="Ellipse 4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1" name="Ellipse 4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2" name="Textfeld 4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13" name="Textfeld 4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14" name="Rechteck 4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5" name="Rechteck 4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6" name="Rechteck 4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7" name="Rechteck 4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8" name="Rechteck 4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9" name="Rechteck 4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0" name="Rechteck 4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1" name="Rechteck 4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95" name="Textfeld 39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93" name="Textfeld 3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901" name="Gruppieren 3900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66" name="Gruppieren 396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3968" name="Gruppieren 396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970" name="Rechteck 3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71" name="Rechteck 3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2" name="Ellipse 3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3" name="Ellipse 3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4" name="Ellipse 3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5" name="Ellipse 3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6" name="Textfeld 39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7" name="Textfeld 39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8" name="Ellipse 39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9" name="Ellipse 39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0" name="Textfeld 397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1" name="Textfeld 39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2" name="Ellipse 39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3" name="Ellipse 39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4" name="Rechteck 3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5" name="Rechteck 3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6" name="Rechteck 3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7" name="Rechteck 3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8" name="Rechteck 3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9" name="Rechteck 3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0" name="Rechteck 3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1" name="Rechteck 3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69" name="Textfeld 39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3967" name="Textfeld 3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902" name="Gruppieren 3901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38" name="Gruppieren 393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40" name="Gruppieren 393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42" name="Rechteck 39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43" name="Rechteck 39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4" name="Ellipse 39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5" name="Ellipse 39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6" name="Textfeld 39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47" name="Textfeld 39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8" name="Ellipse 39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9" name="Ellipse 39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0" name="Ellipse 3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1" name="Ellipse 3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2" name="Textfeld 3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3" name="Textfeld 3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4" name="Ellipse 3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5" name="Ellipse 3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6" name="Textfeld 3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7" name="Textfeld 3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8" name="Rechteck 3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9" name="Rechteck 3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0" name="Rechteck 3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1" name="Rechteck 3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2" name="Rechteck 3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3" name="Rechteck 3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4" name="Rechteck 3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5" name="Rechteck 3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41" name="Textfeld 394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3939" name="Textfeld 39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3" name="Gruppieren 3902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10" name="Gruppieren 39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12" name="Gruppieren 39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14" name="Rechteck 39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15" name="Rechteck 39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6" name="Ellipse 39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7" name="Ellipse 39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8" name="Textfeld 39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19" name="Textfeld 39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20" name="Ellipse 39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1" name="Ellipse 39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2" name="Ellipse 3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3" name="Ellipse 3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4" name="Textfeld 3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5" name="Textfeld 3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6" name="Ellipse 3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7" name="Ellipse 3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8" name="Textfeld 3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29" name="Textfeld 3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30" name="Rechteck 3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1" name="Rechteck 3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2" name="Rechteck 3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3" name="Rechteck 3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4" name="Rechteck 3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5" name="Rechteck 3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6" name="Rechteck 3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7" name="Rechteck 3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13" name="Textfeld 39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3911" name="Textfeld 39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4" name="Gruppieren 3903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3906" name="Gruppieren 390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3908" name="Rechteck 39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9" name="Textfeld 39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3907" name="Textfeld 3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905" name="Textfeld 3904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44" name="Gruppieren 434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4345" name="Gruppieren 434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4480" name="Gruppieren 447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2" name="Gruppieren 448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484" name="Rechteck 44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5" name="Rechteck 44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6" name="Ellipse 44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7" name="Ellipse 44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8" name="Ellipse 44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9" name="Ellipse 44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0" name="Ellipse 44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1" name="Ellipse 44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2" name="Ellipse 4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3" name="Ellipse 4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4" name="Rechteck 44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5" name="Rechteck 44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6" name="Rechteck 44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7" name="Rechteck 44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8" name="Rechteck 44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9" name="Rechteck 44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0" name="Rechteck 44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1" name="Rechteck 45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83" name="Textfeld 44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481" name="Textfeld 44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346" name="Rechteck 434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7" name="Rechteck 434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8" name="Rechteck 434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9" name="Rechteck 434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50" name="Rechteck 434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351" name="Gruppieren 435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4450" name="Gruppieren 44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52" name="Gruppieren 44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54" name="Rechteck 44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5" name="Rechteck 44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6" name="Ellipse 44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7" name="Ellipse 44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8" name="Textfeld 44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59" name="Textfeld 44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60" name="Ellipse 44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1" name="Ellipse 44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2" name="Textfeld 44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63" name="Textfeld 44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64" name="Ellipse 44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5" name="Ellipse 44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6" name="Textfeld 44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67" name="Textfeld 44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68" name="Ellipse 4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9" name="Ellipse 4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0" name="Textfeld 44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71" name="Textfeld 44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72" name="Rechteck 44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3" name="Rechteck 44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4" name="Rechteck 44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5" name="Rechteck 44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6" name="Rechteck 44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7" name="Rechteck 44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8" name="Rechteck 44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9" name="Rechteck 44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53" name="Textfeld 44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451" name="Textfeld 44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352" name="Gruppieren 435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4420" name="Gruppieren 4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22" name="Gruppieren 4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24" name="Rechteck 4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25" name="Rechteck 4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6" name="Ellipse 4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7" name="Ellipse 4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8" name="Textfeld 4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9" name="Textfeld 4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0" name="Ellipse 4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1" name="Ellipse 4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2" name="Textfeld 4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33" name="Textfeld 4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34" name="Ellipse 4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5" name="Ellipse 4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6" name="Textfeld 443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37" name="Textfeld 443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38" name="Ellipse 4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9" name="Ellipse 4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0" name="Textfeld 4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41" name="Textfeld 4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42" name="Rechteck 4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3" name="Rechteck 4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4" name="Rechteck 4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5" name="Rechteck 4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6" name="Rechteck 4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7" name="Rechteck 44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8" name="Rechteck 44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9" name="Rechteck 44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23" name="Textfeld 4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421" name="Textfeld 4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353" name="Gruppieren 435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4392" name="Gruppieren 439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4394" name="Gruppieren 43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4396" name="Rechteck 43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97" name="Rechteck 43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8" name="Ellipse 43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9" name="Ellipse 43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0" name="Textfeld 43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01" name="Textfeld 44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02" name="Ellipse 44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3" name="Ellipse 44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4" name="Ellipse 44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5" name="Ellipse 44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6" name="Textfeld 44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7" name="Textfeld 44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8" name="Ellipse 44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09" name="Ellipse 44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0" name="Textfeld 44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1" name="Textfeld 44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2" name="Rechteck 4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3" name="Rechteck 4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4" name="Rechteck 4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5" name="Rechteck 4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6" name="Rechteck 4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7" name="Rechteck 4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8" name="Rechteck 4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9" name="Rechteck 4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95" name="Textfeld 43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393" name="Textfeld 43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4354" name="Gruppieren 435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4388" name="Gruppieren 438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4390" name="Rechteck 43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391" name="Textfeld 439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4389" name="Textfeld 43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355" name="Textfeld 435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356" name="Gruppieren 435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4357" name="Gruppieren 435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361" name="Gruppieren 436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4363" name="Gruppieren 436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4365" name="Rechteck 4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66" name="Rechteck 4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7" name="Ellipse 4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8" name="Ellipse 4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9" name="Textfeld 436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4370" name="Ellipse 436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1" name="Ellipse 437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2" name="Textfeld 437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3" name="Textfeld 437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4" name="Ellipse 437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5" name="Ellipse 437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6" name="Textfeld 437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7" name="Textfeld 437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8" name="Ellipse 43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79" name="Ellipse 43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0" name="Rechteck 43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1" name="Rechteck 43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2" name="Rechteck 43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3" name="Rechteck 43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4" name="Rechteck 43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5" name="Rechteck 43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6" name="Rechteck 43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7" name="Rechteck 43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364" name="Textfeld 4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4362" name="Textfeld 4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4358" name="Textfeld 435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4359" name="Textfeld 435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4360" name="Textfeld 435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4502" name="Gruppieren 4501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4503" name="Gruppieren 45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4608" name="Gruppieren 46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610" name="Gruppieren 46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612" name="Rechteck 4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3" name="Rechteck 4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4" name="Ellipse 4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5" name="Ellipse 4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6" name="Ellipse 46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7" name="Ellipse 46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8" name="Ellipse 4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9" name="Ellipse 4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0" name="Ellipse 4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1" name="Ellipse 4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2" name="Rechteck 46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3" name="Rechteck 46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4" name="Rechteck 46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5" name="Rechteck 46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6" name="Rechteck 46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7" name="Rechteck 46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8" name="Rechteck 46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9" name="Rechteck 46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11" name="Textfeld 4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609" name="Textfeld 4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504" name="Rechteck 45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5" name="Rechteck 45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6" name="Rechteck 45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7" name="Rechteck 45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8" name="Rechteck 45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509" name="Gruppieren 45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4578" name="Gruppieren 4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80" name="Gruppieren 4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82" name="Rechteck 4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3" name="Rechteck 4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4" name="Ellipse 4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5" name="Ellipse 4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6" name="Textfeld 4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87" name="Textfeld 4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88" name="Ellipse 4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9" name="Ellipse 4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0" name="Textfeld 4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91" name="Textfeld 4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92" name="Ellipse 4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3" name="Ellipse 4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4" name="Textfeld 4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95" name="Textfeld 4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96" name="Ellipse 4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7" name="Ellipse 4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8" name="Textfeld 4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99" name="Textfeld 4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600" name="Rechteck 4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1" name="Rechteck 4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2" name="Rechteck 4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3" name="Rechteck 4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4" name="Rechteck 4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5" name="Rechteck 4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6" name="Rechteck 4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7" name="Rechteck 4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81" name="Textfeld 4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79" name="Textfeld 4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510" name="Gruppieren 4509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4548" name="Gruppieren 4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50" name="Gruppieren 4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52" name="Rechteck 4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53" name="Rechteck 4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4" name="Ellipse 45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5" name="Ellipse 45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6" name="Textfeld 45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57" name="Textfeld 45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58" name="Ellipse 4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9" name="Ellipse 4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0" name="Textfeld 45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561" name="Textfeld 45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62" name="Ellipse 45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3" name="Ellipse 45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4" name="Textfeld 45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5" name="Textfeld 45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6" name="Ellipse 45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7" name="Ellipse 45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8" name="Textfeld 45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69" name="Textfeld 45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70" name="Rechteck 4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1" name="Rechteck 4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2" name="Rechteck 4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3" name="Rechteck 4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4" name="Rechteck 4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5" name="Rechteck 4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6" name="Rechteck 4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7" name="Rechteck 4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51" name="Textfeld 4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549" name="Textfeld 4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4511" name="Gruppieren 4510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4518" name="Gruppieren 451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20" name="Gruppieren 45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22" name="Rechteck 45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23" name="Rechteck 45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4" name="Ellipse 45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5" name="Ellipse 45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6" name="Textfeld 45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27" name="Textfeld 45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28" name="Ellipse 45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9" name="Ellipse 45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0" name="Textfeld 45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31" name="Textfeld 45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32" name="Ellipse 45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3" name="Ellipse 45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4" name="Textfeld 45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35" name="Textfeld 45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36" name="Ellipse 45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37" name="Ellipse 45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8" name="Textfeld 45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39" name="Textfeld 45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540" name="Rechteck 45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1" name="Rechteck 45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2" name="Rechteck 45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3" name="Rechteck 45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4" name="Rechteck 45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5" name="Rechteck 45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6" name="Rechteck 45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7" name="Rechteck 45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21" name="Textfeld 45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519" name="Textfeld 45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512" name="Gruppieren 4511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4514" name="Gruppieren 4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4516" name="Rechteck 45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517" name="Textfeld 4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515" name="Textfeld 4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513" name="Textfeld 4512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2059" name="Gruppieren 2058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2390" name="Gruppieren 23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92" name="Gruppieren 23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7" name="Ellipse 23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Ellipse 23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Rechteck 24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3" name="Textfeld 23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1" name="Textfeld 23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60" name="Gruppieren 23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2" name="Gruppieren 23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Ellipse 23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9" name="Textfeld 23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Ellipse 23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3" name="Textfeld 23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Rechteck 23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3" name="Textfeld 23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1" name="Textfeld 23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Textfeld 23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39" name="Textfeld 23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Textfeld 23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52" name="Rechteck 23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Rechteck 23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Rechteck 23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Rechteck 23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Rechteck 23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00" name="Gruppieren 22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2" name="Gruppieren 23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Ellipse 23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Ellipse 23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Textfeld 23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9" name="Textfeld 23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0" name="Ellipse 23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Ellipse 23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Textfeld 23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3" name="Textfeld 23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Rechteck 23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9" name="Rechteck 23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3" name="Textfeld 23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1" name="Textfeld 23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270" name="Gruppieren 2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72" name="Gruppieren 2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Ellipse 2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Ellipse 2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Textfeld 2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79" name="Textfeld 2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0" name="Ellipse 2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Ellipse 2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Textfeld 22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3" name="Textfeld 22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92" name="Rechteck 22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Rechteck 22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Rechteck 22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Rechteck 22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Rechteck 22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Rechteck 22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Rechteck 22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Rechteck 22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73" name="Textfeld 2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1" name="Textfeld 2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240" name="Gruppieren 223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42" name="Gruppieren 22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Ellipse 22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49" name="Textfeld 22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0" name="Ellipse 22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Ellipse 22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Textfeld 22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3" name="Textfeld 22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Rechteck 22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Rechteck 22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Rechteck 22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6" name="Rechteck 22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Rechteck 22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Rechteck 22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Rechteck 22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43" name="Textfeld 224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41" name="Textfeld 22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210" name="Gruppieren 220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12" name="Gruppieren 22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Ellipse 2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Ellipse 2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8" name="Textfeld 2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19" name="Textfeld 2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0" name="Ellipse 2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1" name="Ellipse 2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2" name="Textfeld 22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3" name="Textfeld 22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32" name="Rechteck 2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Rechteck 2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Rechteck 2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Rechteck 2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Rechteck 2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9" name="Rechteck 2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13" name="Textfeld 221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11" name="Textfeld 2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Rechteck 22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Rechteck 22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5" name="Rechteck 22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6" name="Rechteck 22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Rechteck 22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Rechteck 22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9" name="Rechteck 22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077" name="Gruppieren 2076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2078" name="Rechteck 207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79" name="Ellipse 2078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0" name="Ellipse 2079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1" name="Ellipse 2080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2" name="Ellipse 2081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3" name="Textfeld 2082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2084" name="Textfeld 2083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5" name="Ellipse 2084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6" name="Ellipse 2085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7" name="Ellipse 2086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8" name="Ellipse 2087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9" name="Ellipse 2088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0" name="Ellipse 2089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1" name="Ellipse 2090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2" name="Ellipse 2091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3" name="Ellipse 20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4" name="Ellipse 20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5" name="Ellipse 20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6" name="Ellipse 20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097" name="Gruppieren 2096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098" name="Rechteck 2097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099" name="Rechteck 209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0" name="Rechteck 2099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1" name="Rechteck 2100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02" name="Rechteck 2101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3" name="Rechteck 2102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4" name="Rechteck 2103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5" name="Rechteck 2104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6" name="Rechteck 2105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7" name="Rechteck 2106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8" name="Rechteck 2107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9" name="Rechteck 2108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0" name="Rechteck 2109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1" name="Rechteck 2110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2" name="Rechteck 2111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3" name="Rechteck 2112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4" name="Rechteck 2113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412" name="Gruppieren 2411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413" name="Gruppieren 2412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487" name="Gruppieren 24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89" name="Gruppieren 24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91" name="Rechteck 24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2" name="Rechteck 24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4" name="Ellipse 24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5" name="Ellipse 2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6" name="Ellipse 2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Ellipse 24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Ellipse 24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Rechteck 25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Rechteck 25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Rechteck 25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7" name="Rechteck 25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8" name="Rechteck 25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0" name="Textfeld 24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88" name="Textfeld 24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14" name="Rechteck 2413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5" name="Rechteck 2414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6" name="Rechteck 2415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7" name="Rechteck 2416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8" name="Rechteck 2417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19" name="Gruppieren 2418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457" name="Gruppieren 24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59" name="Gruppieren 24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1" name="Rechteck 24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2" name="Rechteck 24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3" name="Ellipse 24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4" name="Ellipse 24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5" name="Textfeld 24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66" name="Textfeld 24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79" name="Rechteck 24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Rechteck 24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Rechteck 24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Rechteck 24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0" name="Textfeld 24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458" name="Textfeld 24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20" name="Gruppieren 2419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427" name="Gruppieren 24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9" name="Gruppieren 24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Textfeld 24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49" name="Rechteck 24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Rechteck 24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Rechteck 24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Rechteck 24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0" name="Textfeld 24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28" name="Textfeld 24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21" name="Gruppieren 2420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423" name="Gruppieren 2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425" name="Rechteck 242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26" name="Textfeld 2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4" name="Textfeld 2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422" name="Textfeld 2421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509" name="Gruppieren 2508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510" name="Gruppieren 2509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53" name="Gruppieren 25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5" name="Gruppieren 25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7" name="Rechteck 2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8" name="Rechteck 2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Ellipse 2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0" name="Ellipse 2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1" name="Textfeld 25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2" name="Textfeld 25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Textfeld 2564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6" name="Textfeld 25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Textfeld 25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0" name="Textfeld 25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71" name="Ellipse 25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Ellipse 25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Textfeld 25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4" name="Textfeld 25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1" name="Rechteck 25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6" name="Textfeld 2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54" name="Textfeld 2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511" name="Rechteck 2510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2" name="Rechteck 2511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3" name="Rechteck 2512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4" name="Rechteck 2513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5" name="Rechteck 2514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516" name="Gruppieren 2515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23" name="Gruppieren 2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5" name="Gruppieren 2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7" name="Rechteck 2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8" name="Rechteck 2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Ellipse 2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0" name="Ellipse 2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Textfeld 2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2" name="Textfeld 2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Ellipse 2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6" name="Textfeld 2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8" name="Ellipse 2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0" name="Textfeld 2539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4" name="Textfeld 2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6" name="Textfeld 2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24" name="Textfeld 2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517" name="Textfeld 2516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518" name="Gruppieren 2517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519" name="Gruppieren 2518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521" name="Rechteck 2520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522" name="Textfeld 252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520" name="Textfeld 2519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104118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17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60" name="Gruppieren 2659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766" name="Gruppieren 27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68" name="Gruppieren 27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0" name="Rechteck 2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1" name="Rechteck 2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9" name="Textfeld 27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67" name="Textfeld 2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736" name="Gruppieren 27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8" name="Gruppieren 2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Ellipse 2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Textfeld 2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Rechteck 2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1" name="Rechteck 2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9" name="Textfeld 2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7" name="Textfeld 2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706" name="Gruppieren 2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08" name="Gruppieren 2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Ellipse 2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Ellipse 2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Textfeld 2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15" name="Textfeld 2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Textfeld 2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19" name="Textfeld 27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Textfeld 27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3" name="Textfeld 27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Rechteck 2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Rechteck 2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09" name="Textfeld 2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7" name="Textfeld 2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2676" name="Gruppieren 267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78" name="Gruppieren 26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0" name="Rechteck 26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1" name="Rechteck 26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Ellipse 26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5" name="Textfeld 26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6" name="Ellipse 26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Ellipse 26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Textfeld 26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9" name="Textfeld 26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90" name="Ellipse 26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Ellipse 26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Textfeld 26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93" name="Textfeld 26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94" name="Ellipse 26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5" name="Ellipse 26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6" name="Textfeld 26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97" name="Textfeld 26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Rechteck 26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79" name="Textfeld 267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7" name="Textfeld 26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2672" name="Gruppieren 267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4" name="Rechteck 267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5" name="Textfeld 2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673" name="Textfeld 26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1" name="Textfeld 2670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028" name="Gruppieren 3027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3029" name="Gruppieren 3028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545" name="Gruppieren 354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47" name="Gruppieren 354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Ellipse 35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2" name="Ellipse 35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Ellipse 35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Ellipse 35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Ellipse 35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0" name="Rechteck 35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Rechteck 35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2" name="Rechteck 35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Rechteck 35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48" name="Textfeld 354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46" name="Textfeld 35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030" name="Rechteck 3029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1" name="Rechteck 3030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2" name="Rechteck 3031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3" name="Rechteck 3032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4" name="Rechteck 3033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35" name="Gruppieren 3034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515" name="Gruppieren 3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17" name="Gruppieren 3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Ellipse 3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Ellipse 3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Textfeld 3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4" name="Textfeld 3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25" name="Ellipse 3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Textfeld 3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9" name="Ellipse 3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Textfeld 3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3" name="Ellipse 3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Textfeld 3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37" name="Rechteck 3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Rechteck 3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9" name="Rechteck 3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Rechteck 3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Rechteck 3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18" name="Textfeld 3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516" name="Textfeld 3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6" name="Gruppieren 3035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485" name="Gruppieren 34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87" name="Gruppieren 34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0" name="Rechteck 34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1" name="Ellipse 34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2" name="Ellipse 34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3" name="Textfeld 34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4" name="Textfeld 34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95" name="Ellipse 3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Textfeld 34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9" name="Ellipse 34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Textfeld 35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07" name="Rechteck 35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Rechteck 35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Rechteck 35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Rechteck 35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Rechteck 35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88" name="Textfeld 34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486" name="Textfeld 34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7" name="Gruppieren 3036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455" name="Gruppieren 345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7" name="Gruppieren 34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0" name="Rechteck 34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Ellipse 34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2" name="Ellipse 34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3" name="Textfeld 34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4" name="Textfeld 34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5" name="Ellipse 34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Textfeld 34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9" name="Ellipse 34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Textfeld 34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3" name="Ellipse 34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Textfeld 34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Rechteck 34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Rechteck 34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1" name="Rechteck 34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8" name="Textfeld 34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56" name="Textfeld 34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8" name="Gruppieren 3037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433" name="Gruppieren 343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435" name="Gruppieren 343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437" name="Rechteck 3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8" name="Rechteck 3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Ellipse 3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Ellipse 3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3" name="Ellipse 3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Ellipse 3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Rechteck 34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Rechteck 34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1" name="Rechteck 34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6" name="Textfeld 34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34" name="Textfeld 3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39" name="Gruppieren 3038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403" name="Gruppieren 340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05" name="Gruppieren 3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Ellipse 3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Textfeld 3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3" name="Ellipse 3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Textfeld 3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Ellipse 3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Textfeld 3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1" name="Ellipse 3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2" name="Ellipse 3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Textfeld 3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24" name="Textfeld 3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Rechteck 3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Rechteck 3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2" name="Rechteck 3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6" name="Textfeld 3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404" name="Textfeld 3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0" name="Gruppieren 3039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373" name="Gruppieren 337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375" name="Gruppieren 337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83" name="Ellipse 338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Ellipse 338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Textfeld 33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6" name="Textfeld 338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7" name="Ellipse 33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Ellipse 33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Textfeld 338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0" name="Textfeld 338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1" name="Ellipse 33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2" name="Ellipse 33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3" name="Textfeld 339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Rechteck 33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8" name="Rechteck 33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Rechteck 33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Rechteck 33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Rechteck 34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Rechteck 34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76" name="Textfeld 337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74" name="Textfeld 337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1" name="Gruppieren 3040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343" name="Gruppieren 334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345" name="Gruppieren 334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47" name="Rechteck 33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8" name="Rechteck 33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53" name="Ellipse 33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Ellipse 33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Textfeld 335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6" name="Textfeld 335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7" name="Ellipse 335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Ellipse 335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Textfeld 335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0" name="Textfeld 335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1" name="Ellipse 336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2" name="Ellipse 336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3" name="Textfeld 336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Rechteck 336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Rechteck 336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Rechteck 336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Rechteck 336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Rechteck 337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46" name="Textfeld 334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44" name="Textfeld 33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2" name="Gruppieren 3041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313" name="Gruppieren 331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315" name="Gruppieren 33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17" name="Rechteck 33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Rechteck 33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23" name="Ellipse 33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Ellipse 33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Textfeld 33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6" name="Textfeld 33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7" name="Ellipse 33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Ellipse 33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Textfeld 33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0" name="Textfeld 33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1" name="Ellipse 33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Textfeld 33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Rechteck 33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16" name="Textfeld 331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14" name="Textfeld 33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043" name="Rechteck 304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044" name="Rechteck 304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045" name="Textfeld 304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046" name="Gruppieren 304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283" name="Gruppieren 32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285" name="Gruppieren 32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87" name="Rechteck 3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8" name="Rechteck 3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Textfeld 3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92" name="Textfeld 3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93" name="Ellipse 3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Ellipse 3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Textfeld 3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6" name="Textfeld 3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7" name="Ellipse 3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Ellipse 3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Textfeld 32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0" name="Textfeld 3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1" name="Ellipse 3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Ellipse 3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3" name="Textfeld 33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Rechteck 33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Rechteck 33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Rechteck 33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Rechteck 33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Rechteck 33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Rechteck 33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6" name="Textfeld 32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4" name="Textfeld 3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047" name="Gruppieren 304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281" name="Rechteck 328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282" name="Textfeld 328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48" name="Textfeld 3047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049" name="Gruppieren 3048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3088" name="Gruppieren 308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90" name="Gruppieren 308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2" name="Gruppieren 309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5" name="Rechteck 309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7" name="Ellipse 309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3" name="Textfeld 309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091" name="Textfeld 309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089" name="Textfeld 308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050" name="Gruppieren 3049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3051" name="Rechteck 305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52" name="Ellipse 305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53" name="Ellipse 305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54" name="Ellipse 305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55" name="Ellipse 305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56" name="Textfeld 305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057" name="Textfeld 305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8" name="Ellipse 305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59" name="Ellipse 305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0" name="Ellipse 305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1" name="Ellipse 306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2" name="Ellipse 306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63" name="Ellipse 306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4" name="Ellipse 306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5" name="Ellipse 306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6" name="Ellipse 306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67" name="Ellipse 306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8" name="Ellipse 306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9" name="Ellipse 306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070" name="Gruppieren 306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071" name="Rechteck 307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2" name="Rechteck 307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3" name="Rechteck 307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4" name="Rechteck 307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075" name="Rechteck 307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6" name="Rechteck 307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7" name="Rechteck 307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8" name="Rechteck 307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9" name="Rechteck 307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0" name="Rechteck 307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1" name="Rechteck 308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2" name="Rechteck 308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3" name="Rechteck 308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4" name="Rechteck 308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5" name="Rechteck 308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6" name="Rechteck 308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7" name="Rechteck 308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810" name="Gruppieren 2809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811" name="Gruppieren 2810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54" name="Gruppieren 2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56" name="Gruppieren 2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58" name="Rechteck 2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Rechteck 2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Textfeld 286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67" name="Textfeld 2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68" name="Ellipse 2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Ellipse 2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Textfeld 2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71" name="Textfeld 2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72" name="Ellipse 2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Ellipse 2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Textfeld 2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75" name="Textfeld 2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Rechteck 2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Rechteck 2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Rechteck 2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Rechteck 2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2" name="Rechteck 2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Rechteck 2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7" name="Textfeld 2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5" name="Textfeld 2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812" name="Rechteck 2811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3" name="Rechteck 2812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4" name="Rechteck 2813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5" name="Rechteck 2814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6" name="Rechteck 2815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17" name="Gruppieren 2816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24" name="Gruppieren 28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6" name="Gruppieren 28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8" name="Rechteck 28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Rechteck 28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4" name="Ellipse 28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Ellipse 28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Textfeld 28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7" name="Textfeld 28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8" name="Ellipse 28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Ellipse 28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0" name="Textfeld 28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1" name="Textfeld 284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2" name="Ellipse 28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3" name="Ellipse 28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Textfeld 28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5" name="Textfeld 28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Rechteck 28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Rechteck 28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7" name="Textfeld 28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5" name="Textfeld 28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818" name="Textfeld 2817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819" name="Gruppieren 2818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820" name="Gruppieren 2819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822" name="Rechteck 2821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21" name="Textfeld 2820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401484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18-19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334" name="Gruppieren 2333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2335" name="Gruppieren 2334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2898" name="Gruppieren 28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00" name="Gruppieren 28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02" name="Rechteck 29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4" name="Ellipse 29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Ellipse 29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Ellipse 2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2" name="Rechteck 2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Rechteck 2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Rechteck 2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Rechteck 2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6" name="Rechteck 2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Rechteck 2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Rechteck 2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Rechteck 2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1" name="Textfeld 29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99" name="Textfeld 28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336" name="Rechteck 2335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7" name="Rechteck 233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8" name="Rechteck 233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9" name="Rechteck 2338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40" name="Rechteck 2339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341" name="Gruppieren 2340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68" name="Gruppieren 28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70" name="Gruppieren 28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Ellipse 28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Textfeld 28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90" name="Rechteck 28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1" name="Textfeld 28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69" name="Textfeld 28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42" name="Gruppieren 2341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38" name="Gruppieren 28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40" name="Gruppieren 28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3" name="Rechteck 28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Ellipse 28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Ellipse 28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Textfeld 28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47" name="Textfeld 28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Rechteck 28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1" name="Textfeld 28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839" name="Textfeld 28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343" name="Gruppieren 2342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08" name="Gruppieren 28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10" name="Gruppieren 28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Ellipse 28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Ellipse 28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Textfeld 28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17" name="Textfeld 28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0" name="Rechteck 28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Rechteck 28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Rechteck 28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Rechteck 28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1" name="Textfeld 28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809" name="Textfeld 2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344" name="Gruppieren 2343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437" name="Gruppieren 243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39" name="Gruppieren 24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41" name="Rechteck 24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Ellipse 24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Ellipse 24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Textfeld 24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6" name="Textfeld 24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00" name="Rechteck 27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Rechteck 28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Rechteck 28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Rechteck 28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40" name="Textfeld 243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38" name="Textfeld 24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345" name="Gruppieren 23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2415" name="Gruppieren 241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17" name="Gruppieren 241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0" name="Rechteck 2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Ellipse 2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2" name="Ellipse 2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3" name="Ellipse 24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4" name="Ellipse 24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5" name="Ellipse 24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6" name="Ellipse 24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7" name="Ellipse 24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Ellipse 24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Rechteck 24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Rechteck 24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18" name="Textfeld 2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16" name="Textfeld 2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346" name="Gruppieren 234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385" name="Gruppieren 23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87" name="Gruppieren 23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Ellipse 23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Ellipse 23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Textfeld 23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94" name="Textfeld 23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95" name="Ellipse 23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Textfeld 23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8" name="Textfeld 23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Textfeld 24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02" name="Textfeld 24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Textfeld 24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06" name="Textfeld 24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88" name="Textfeld 23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386" name="Textfeld 23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347" name="Gruppieren 2346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2355" name="Gruppieren 235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357" name="Gruppieren 23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Ellipse 23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Ellipse 23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Textfeld 23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4" name="Textfeld 23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65" name="Ellipse 23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Textfeld 23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69" name="Ellipse 2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Textfeld 23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73" name="Ellipse 23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Textfeld 23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77" name="Rechteck 23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Rechteck 23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Rechteck 23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58" name="Textfeld 235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356" name="Textfeld 23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2348" name="Rechteck 2347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349" name="Gruppieren 2348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351" name="Gruppieren 235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353" name="Rechteck 23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54" name="Textfeld 23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352" name="Textfeld 23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350" name="Textfeld 2349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305" name="Gruppieren 3304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3306" name="Gruppieren 3305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662" name="Gruppieren 366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64" name="Gruppieren 366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Ellipse 3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9" name="Ellipse 3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Ellipse 36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Ellipse 36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2" name="Ellipse 36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3" name="Ellipse 36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4" name="Ellipse 36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5" name="Ellipse 36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Rechteck 36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Rechteck 36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Rechteck 36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1" name="Rechteck 36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2" name="Rechteck 36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Rechteck 36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65" name="Textfeld 3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63" name="Textfeld 3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307" name="Rechteck 3306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8" name="Rechteck 3307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9" name="Rechteck 3308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0" name="Rechteck 3309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1" name="Rechteck 3310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312" name="Gruppieren 3311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632" name="Gruppieren 36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34" name="Gruppieren 36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Ellipse 36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Ellipse 36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Textfeld 36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41" name="Textfeld 36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42" name="Ellipse 36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3" name="Ellipse 36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4" name="Textfeld 36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5" name="Textfeld 36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Textfeld 36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9" name="Textfeld 36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Textfeld 36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53" name="Textfeld 36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35" name="Textfeld 36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33" name="Textfeld 36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3" name="Gruppieren 3312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602" name="Gruppieren 36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04" name="Gruppieren 36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Ellipse 36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Ellipse 36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Textfeld 36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1" name="Textfeld 36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12" name="Ellipse 36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3" name="Ellipse 36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5" name="Textfeld 36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Rechteck 3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Rechteck 3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Rechteck 3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Rechteck 3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Rechteck 3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Rechteck 3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Rechteck 3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Rechteck 3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05" name="Textfeld 36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03" name="Textfeld 36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4" name="Gruppieren 3313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572" name="Gruppieren 35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74" name="Gruppieren 35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76" name="Rechteck 35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7" name="Rechteck 35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82" name="Ellipse 35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Ellipse 35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Textfeld 35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5" name="Textfeld 35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6" name="Ellipse 35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Ellipse 35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Textfeld 35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9" name="Textfeld 35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90" name="Ellipse 35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1" name="Ellipse 35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2" name="Textfeld 35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93" name="Textfeld 35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Rechteck 35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Rechteck 35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Rechteck 35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9" name="Rechteck 35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0" name="Rechteck 35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1" name="Rechteck 36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75" name="Textfeld 35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573" name="Textfeld 35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5" name="Gruppieren 331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550" name="Gruppieren 35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52" name="Gruppieren 355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Ellipse 3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0" name="Ellipse 35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Ellipse 35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2" name="Ellipse 356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Ellipse 356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Rechteck 35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Rechteck 35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9" name="Rechteck 35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0" name="Rechteck 35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Rechteck 35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53" name="Textfeld 35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551" name="Textfeld 35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316" name="Gruppieren 331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520" name="Gruppieren 35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22" name="Gruppieren 35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Ellipse 35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9" name="Textfeld 35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Ellipse 35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3" name="Textfeld 35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Rechteck 35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Rechteck 35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Rechteck 35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Rechteck 35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23" name="Textfeld 35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1" name="Textfeld 35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7" name="Gruppieren 331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490" name="Gruppieren 34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492" name="Gruppieren 34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94" name="Rechteck 34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5" name="Rechteck 34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Ellipse 34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9" name="Textfeld 34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Ellipse 35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3" name="Textfeld 35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Ellipse 35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7" name="Textfeld 35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8" name="Ellipse 35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Ellipse 35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Textfeld 35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Rechteck 35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Rechteck 35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7" name="Rechteck 35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3" name="Textfeld 34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91" name="Textfeld 34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8" name="Gruppieren 331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460" name="Gruppieren 345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462" name="Gruppieren 34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64" name="Rechteck 34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5" name="Rechteck 34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Ellipse 34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3" name="Textfeld 34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Ellipse 34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7" name="Textfeld 34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8" name="Ellipse 34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Ellipse 34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Textfeld 34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5" name="Rechteck 34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6" name="Rechteck 34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7" name="Rechteck 34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8" name="Rechteck 34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63" name="Textfeld 34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61" name="Textfeld 34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9" name="Gruppieren 331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430" name="Gruppieren 34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32" name="Gruppieren 34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34" name="Rechteck 34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Rechteck 34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6" name="Ellipse 34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Textfeld 34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Textfeld 34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3" name="Textfeld 34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Textfeld 34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7" name="Textfeld 34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8" name="Ellipse 34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Ellipse 34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Textfeld 34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Rechteck 34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6" name="Rechteck 34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Rechteck 34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8" name="Rechteck 34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3" name="Textfeld 34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31" name="Textfeld 34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320" name="Rechteck 3319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321" name="Rechteck 3320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322" name="Textfeld 3321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323" name="Gruppieren 3322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400" name="Gruppieren 33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02" name="Gruppieren 34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4" name="Rechteck 34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Ellipse 34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Ellipse 34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Textfeld 34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09" name="Textfeld 34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Ellipse 34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3" name="Textfeld 34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Ellipse 34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Textfeld 34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Ellipse 34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2" name="Rechteck 34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3" name="Textfeld 34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01" name="Textfeld 34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324" name="Gruppieren 3323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3396" name="Gruppieren 339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398" name="Rechteck 339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99" name="Textfeld 339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97" name="Textfeld 3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325" name="Textfeld 332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326" name="Gruppieren 3325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3365" name="Gruppieren 336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7" name="Gruppieren 336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9" name="Gruppieren 33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71" name="Rechteck 33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2" name="Rechteck 33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Ellipse 33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4" name="Ellipse 33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5" name="Textfeld 33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Ellipse 3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Textfeld 3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Ellipse 3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3" name="Textfeld 3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4" name="Ellipse 3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Ellipse 3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Textfeld 3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7" name="Textfeld 3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1" name="Rechteck 3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2" name="Rechteck 3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3" name="Rechteck 3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4" name="Rechteck 3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368" name="Textfeld 33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366" name="Textfeld 336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327" name="Gruppieren 3326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3328" name="Rechteck 332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29" name="Ellipse 3328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30" name="Ellipse 3329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1" name="Ellipse 3330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2" name="Ellipse 3331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3" name="Textfeld 3332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334" name="Textfeld 3333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5" name="Ellipse 3334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36" name="Ellipse 3335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7" name="Ellipse 3336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8" name="Ellipse 3337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9" name="Ellipse 3338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40" name="Ellipse 3339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1" name="Ellipse 3340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2" name="Ellipse 3341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3" name="Ellipse 334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44" name="Ellipse 334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5" name="Ellipse 334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6" name="Ellipse 334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347" name="Gruppieren 3346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348" name="Rechteck 3347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49" name="Rechteck 334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0" name="Rechteck 3349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1" name="Rechteck 3350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52" name="Rechteck 3351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3" name="Rechteck 3352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4" name="Rechteck 3353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5" name="Rechteck 3354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6" name="Rechteck 3355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7" name="Rechteck 3356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8" name="Rechteck 3357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9" name="Rechteck 3358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0" name="Rechteck 3359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1" name="Rechteck 3360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2" name="Rechteck 3361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3" name="Rechteck 3362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4" name="Rechteck 3363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660" name="Gruppieren 2659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922" name="Gruppieren 29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24" name="Gruppieren 29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Ellipse 29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Ellipse 2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4" name="Ellipse 29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Rechteck 29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Rechteck 29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Rechteck 29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5" name="Textfeld 29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23" name="Textfeld 29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60" name="Gruppieren 27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2" name="Gruppieren 27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Textfeld 27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7" name="Textfeld 27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Textfeld 27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81" name="Textfeld 27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0" name="Rechteck 2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3" name="Textfeld 27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61" name="Textfeld 27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30" name="Gruppieren 27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2" name="Gruppieren 27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Ellipse 2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Ellipse 27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7" name="Textfeld 27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9" name="Ellipse 2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1" name="Textfeld 27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3" name="Textfeld 2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731" name="Textfeld 2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10" name="Gruppieren 27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Ellipse 27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Ellipse 27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Rechteck 2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Rechteck 2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1" name="Textfeld 27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78" name="Gruppieren 2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80" name="Gruppieren 2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2" name="Rechteck 2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3" name="Rechteck 2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Ellipse 2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Ellipse 2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Textfeld 2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7" name="Textfeld 2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8" name="Ellipse 2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Ellipse 2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Textfeld 2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1" name="Textfeld 2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2" name="Ellipse 2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3" name="Ellipse 2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4" name="Textfeld 2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5" name="Textfeld 2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6" name="Ellipse 2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7" name="Ellipse 2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Textfeld 2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99" name="Textfeld 2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Rechteck 2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81" name="Textfeld 26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79" name="Textfeld 2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671" name="Rechteck 2670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672" name="Gruppieren 2671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74" name="Gruppieren 267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6" name="Rechteck 267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7" name="Textfeld 267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5" name="Textfeld 26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673" name="Textfeld 2672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944" name="Gruppieren 29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945" name="Gruppieren 29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88" name="Gruppieren 29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0" name="Gruppieren 29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Ellipse 29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Textfeld 29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1" name="Textfeld 29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89" name="Textfeld 29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46" name="Rechteck 29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7" name="Rechteck 29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8" name="Rechteck 29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9" name="Rechteck 29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50" name="Rechteck 29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51" name="Gruppieren 29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58" name="Gruppieren 29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0" name="Gruppieren 29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2" name="Rechteck 29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Textfeld 29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1" name="Textfeld 29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959" name="Textfeld 29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952" name="Textfeld 29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953" name="Gruppieren 29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954" name="Gruppieren 29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956" name="Rechteck 29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7" name="Textfeld 29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955" name="Textfeld 29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72090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</a:t>
            </a:r>
            <a:r>
              <a:rPr lang="de-DE" dirty="0" smtClean="0"/>
              <a:t>20-23</a:t>
            </a:r>
            <a:endParaRPr lang="de-DE" dirty="0"/>
          </a:p>
        </p:txBody>
      </p: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988" name="Gruppieren 7987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7989" name="Gruppieren 7988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211" name="Gruppieren 821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213" name="Gruppieren 821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215" name="Rechteck 82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6" name="Rechteck 82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7" name="Ellipse 82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8" name="Ellipse 82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9" name="Ellipse 8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0" name="Ellipse 8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1" name="Ellipse 8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2" name="Ellipse 8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3" name="Ellipse 82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4" name="Ellipse 82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5" name="Rechteck 82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6" name="Rechteck 82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7" name="Rechteck 82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8" name="Rechteck 82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9" name="Rechteck 82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0" name="Rechteck 82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1" name="Rechteck 82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2" name="Rechteck 82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14" name="Textfeld 82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212" name="Textfeld 8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90" name="Rechteck 7989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1" name="Rechteck 7990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2" name="Rechteck 7991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3" name="Rechteck 7992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4" name="Rechteck 7993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5" name="Gruppieren 7994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81" name="Gruppieren 81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83" name="Gruppieren 81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85" name="Rechteck 81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6" name="Rechteck 81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7" name="Ellipse 81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8" name="Ellipse 81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9" name="Textfeld 81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90" name="Textfeld 81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91" name="Ellipse 8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2" name="Ellipse 8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3" name="Textfeld 81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94" name="Textfeld 81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95" name="Ellipse 81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6" name="Ellipse 81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7" name="Textfeld 81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98" name="Textfeld 81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99" name="Ellipse 8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0" name="Ellipse 8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1" name="Textfeld 82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202" name="Textfeld 82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203" name="Rechteck 82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4" name="Rechteck 82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5" name="Rechteck 82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6" name="Rechteck 82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7" name="Rechteck 82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8" name="Rechteck 82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9" name="Rechteck 82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0" name="Rechteck 82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84" name="Textfeld 81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182" name="Textfeld 81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996" name="Gruppieren 7995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51" name="Gruppieren 81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53" name="Gruppieren 81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55" name="Rechteck 81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56" name="Rechteck 81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7" name="Ellipse 81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8" name="Ellipse 81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9" name="Textfeld 81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60" name="Textfeld 81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61" name="Ellipse 81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2" name="Ellipse 81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3" name="Textfeld 81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4" name="Textfeld 81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5" name="Ellipse 81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6" name="Ellipse 81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7" name="Textfeld 81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8" name="Textfeld 81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9" name="Ellipse 81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0" name="Ellipse 81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1" name="Textfeld 81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72" name="Textfeld 81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73" name="Rechteck 81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4" name="Rechteck 81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5" name="Rechteck 81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6" name="Rechteck 81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7" name="Rechteck 81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8" name="Rechteck 81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9" name="Rechteck 81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0" name="Rechteck 81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4" name="Textfeld 81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152" name="Textfeld 81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997" name="Gruppieren 799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21" name="Gruppieren 81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23" name="Gruppieren 81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25" name="Rechteck 81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26" name="Rechteck 81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7" name="Ellipse 81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8" name="Ellipse 81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9" name="Textfeld 81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30" name="Textfeld 81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31" name="Ellipse 81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2" name="Ellipse 81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3" name="Textfeld 81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134" name="Textfeld 81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35" name="Ellipse 81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6" name="Ellipse 81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7" name="Textfeld 81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8" name="Textfeld 81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9" name="Ellipse 81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0" name="Ellipse 81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1" name="Textfeld 81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2" name="Textfeld 81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3" name="Rechteck 81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4" name="Rechteck 81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5" name="Rechteck 81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6" name="Rechteck 81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7" name="Rechteck 81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8" name="Rechteck 81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9" name="Rechteck 81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0" name="Rechteck 81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24" name="Textfeld 81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122" name="Textfeld 81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998" name="Gruppieren 799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91" name="Gruppieren 80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93" name="Gruppieren 80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95" name="Rechteck 80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96" name="Rechteck 80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7" name="Ellipse 80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8" name="Ellipse 80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9" name="Textfeld 80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00" name="Textfeld 80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01" name="Ellipse 81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2" name="Ellipse 81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3" name="Textfeld 81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04" name="Textfeld 81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05" name="Ellipse 81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6" name="Ellipse 81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7" name="Textfeld 81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08" name="Textfeld 81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109" name="Ellipse 8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0" name="Ellipse 8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1" name="Textfeld 81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12" name="Textfeld 81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113" name="Rechteck 81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4" name="Rechteck 81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5" name="Rechteck 81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6" name="Rechteck 81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7" name="Rechteck 81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8" name="Rechteck 81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9" name="Rechteck 81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0" name="Rechteck 81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4" name="Textfeld 80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092" name="Textfeld 80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999" name="Gruppieren 799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069" name="Gruppieren 806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071" name="Gruppieren 807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073" name="Rechteck 8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4" name="Rechteck 8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5" name="Ellipse 8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6" name="Ellipse 8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7" name="Ellipse 8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8" name="Ellipse 8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9" name="Ellipse 80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0" name="Ellipse 80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1" name="Ellipse 80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2" name="Ellipse 80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3" name="Rechteck 80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4" name="Rechteck 80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5" name="Rechteck 80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6" name="Rechteck 80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7" name="Rechteck 80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8" name="Rechteck 80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9" name="Rechteck 80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0" name="Rechteck 80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72" name="Textfeld 80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070" name="Textfeld 8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000" name="Gruppieren 799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39" name="Gruppieren 80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41" name="Gruppieren 80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43" name="Rechteck 80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44" name="Rechteck 80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5" name="Ellipse 80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6" name="Ellipse 80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7" name="Textfeld 80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48" name="Textfeld 80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49" name="Ellipse 8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0" name="Ellipse 8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1" name="Textfeld 80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2" name="Textfeld 80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3" name="Ellipse 8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4" name="Ellipse 8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5" name="Textfeld 8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056" name="Textfeld 8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057" name="Ellipse 8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58" name="Ellipse 8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9" name="Textfeld 8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60" name="Textfeld 8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1" name="Rechteck 8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2" name="Rechteck 8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3" name="Rechteck 8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4" name="Rechteck 8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5" name="Rechteck 8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6" name="Rechteck 8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7" name="Rechteck 8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8" name="Rechteck 8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42" name="Textfeld 80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040" name="Textfeld 80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001" name="Gruppieren 8000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8009" name="Gruppieren 800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11" name="Gruppieren 80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13" name="Rechteck 80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14" name="Rechteck 80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5" name="Ellipse 80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6" name="Ellipse 80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7" name="Textfeld 80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18" name="Textfeld 80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19" name="Ellipse 80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0" name="Ellipse 80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1" name="Textfeld 80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2" name="Textfeld 80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3" name="Ellipse 80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4" name="Ellipse 80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5" name="Textfeld 80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6" name="Textfeld 80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7" name="Ellipse 80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8" name="Ellipse 80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9" name="Textfeld 80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30" name="Textfeld 80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31" name="Rechteck 80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2" name="Rechteck 80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3" name="Rechteck 80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4" name="Rechteck 80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5" name="Rechteck 80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6" name="Rechteck 80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7" name="Rechteck 80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8" name="Rechteck 80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12" name="Textfeld 801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010" name="Textfeld 80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8002" name="Rechteck 800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003" name="Gruppieren 800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8005" name="Gruppieren 800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007" name="Rechteck 80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008" name="Textfeld 80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06" name="Textfeld 80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004" name="Textfeld 800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98307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874" name="Gruppieren 2873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2875" name="Gruppieren 2874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391" name="Gruppieren 339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93" name="Gruppieren 339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Ellipse 3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8" name="Ellipse 3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Ellipse 3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Ellipse 3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Ellipse 340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Ellipse 340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3" name="Ellipse 3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Rechteck 34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Rechteck 34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Rechteck 34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Rechteck 34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Rechteck 34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94" name="Textfeld 3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92" name="Textfeld 3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876" name="Rechteck 2875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7" name="Rechteck 287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8" name="Rechteck 287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9" name="Rechteck 2878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80" name="Rechteck 2879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81" name="Gruppieren 2880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61" name="Gruppieren 3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63" name="Gruppieren 3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Textfeld 3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Textfeld 3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4" name="Textfeld 3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Ellipse 3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8" name="Textfeld 3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83" name="Rechteck 3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Rechteck 3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Rechteck 3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6" name="Rechteck 3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7" name="Rechteck 3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Rechteck 3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Rechteck 3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4" name="Textfeld 3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2" name="Textfeld 3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2" name="Gruppieren 2881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31" name="Gruppieren 33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3" name="Gruppieren 3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Textfeld 3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1" name="Ellipse 3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Textfeld 3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Rechteck 3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4" name="Textfeld 33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2" name="Textfeld 3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3" name="Gruppieren 28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01" name="Gruppieren 33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3" name="Gruppieren 3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Ellipse 3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Textfeld 3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1" name="Ellipse 3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3" name="Textfeld 3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Rechteck 3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4" name="Textfeld 330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2" name="Textfeld 3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4" name="Gruppieren 2883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81" name="Gruppieren 328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4" name="Rechteck 32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1" name="Ellipse 32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2" name="Textfeld 32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885" name="Gruppieren 2884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089" name="Gruppieren 30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1" name="Gruppieren 30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4" name="Rechteck 30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8" name="Textfeld 30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Ellipse 30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Textfeld 31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Ellipse 31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Textfeld 31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8" name="Ellipse 31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0" name="Textfeld 31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Rechteck 3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2" name="Textfeld 30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0" name="Textfeld 30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6" name="Gruppieren 2885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059" name="Gruppieren 305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061" name="Gruppieren 30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4" name="Rechteck 30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Ellipse 30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8" name="Textfeld 30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Ellipse 30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Textfeld 30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Textfeld 30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0" name="Textfeld 30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Rechteck 30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2" name="Textfeld 306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60" name="Textfeld 30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7" name="Gruppieren 2886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029" name="Gruppieren 30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31" name="Gruppieren 30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Ellipse 30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8" name="Textfeld 30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Ellipse 30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2" name="Textfeld 30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Ellipse 30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6" name="Textfeld 30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50" name="Textfeld 30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2" name="Textfeld 30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30" name="Textfeld 30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8" name="Gruppieren 2887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2999" name="Gruppieren 29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1" name="Gruppieren 30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Ellipse 30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6" name="Textfeld 30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Rechteck 30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2" name="Textfeld 30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00" name="Textfeld 29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2889" name="Rechteck 2888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90" name="Rechteck 2889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2891" name="Textfeld 2890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2892" name="Gruppieren 2891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2969" name="Gruppieren 29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71" name="Gruppieren 29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Ellipse 29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Textfeld 29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9" name="Ellipse 29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Textfeld 29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3" name="Ellipse 29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Ellipse 29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Textfeld 29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6" name="Textfeld 29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Rechteck 29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Rechteck 29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72" name="Textfeld 29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970" name="Textfeld 29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893" name="Gruppieren 2892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2965" name="Gruppieren 29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67" name="Rechteck 29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68" name="Textfeld 29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966" name="Textfeld 29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894" name="Textfeld 2893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895" name="Gruppieren 2894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2934" name="Gruppieren 293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936" name="Gruppieren 2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938" name="Gruppieren 2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40" name="Rechteck 2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1" name="Rechteck 2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2" name="Ellipse 2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3" name="Ellipse 2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4" name="Textfeld 2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45" name="Ellipse 294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6" name="Ellipse 294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7" name="Textfeld 294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8" name="Textfeld 294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9" name="Ellipse 294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0" name="Ellipse 294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1" name="Textfeld 295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2" name="Textfeld 295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3" name="Ellipse 29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4" name="Ellipse 29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5" name="Textfeld 295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956" name="Textfeld 295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957" name="Rechteck 295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8" name="Rechteck 295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9" name="Rechteck 295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0" name="Rechteck 295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1" name="Rechteck 296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2" name="Rechteck 296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3" name="Rechteck 296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4" name="Rechteck 296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39" name="Textfeld 2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937" name="Textfeld 2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935" name="Textfeld 293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896" name="Gruppieren 2895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2897" name="Rechteck 2896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8" name="Ellipse 2897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9" name="Ellipse 2898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0" name="Ellipse 2899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1" name="Ellipse 2900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2" name="Textfeld 2901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2903" name="Textfeld 2902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4" name="Ellipse 290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05" name="Ellipse 2904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6" name="Ellipse 2905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7" name="Ellipse 290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8" name="Ellipse 290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09" name="Ellipse 290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0" name="Ellipse 290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1" name="Ellipse 291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2" name="Ellipse 2911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13" name="Ellipse 2912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4" name="Ellipse 2913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5" name="Ellipse 2914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916" name="Gruppieren 291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917" name="Rechteck 2916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18" name="Rechteck 2917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19" name="Rechteck 2918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0" name="Rechteck 2919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21" name="Rechteck 2920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2" name="Rechteck 2921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3" name="Rechteck 2922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4" name="Rechteck 2923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5" name="Rechteck 2924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6" name="Rechteck 2925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7" name="Rechteck 2926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8" name="Rechteck 2927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9" name="Rechteck 2928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0" name="Rechteck 2929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1" name="Rechteck 2930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2" name="Rechteck 2931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3" name="Rechteck 2932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113" name="Gruppieren 311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243" name="Gruppieren 324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45" name="Gruppieren 324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47" name="Rechteck 32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Ellipse 3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2" name="Ellipse 3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3" name="Ellipse 3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Ellipse 32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Ellipse 32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1" name="Rechteck 3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2" name="Rechteck 3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Rechteck 3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4" name="Rechteck 3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44" name="Textfeld 32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115" name="Rechteck 3114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6" name="Rechteck 3115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7" name="Rechteck 3116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0" name="Gruppieren 3119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6" name="Textfeld 32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0" name="Textfeld 32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1" name="Ellipse 32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14" name="Textfeld 32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121" name="Gruppieren 3120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2" name="Ellipse 32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122" name="Gruppieren 3121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0" name="Ellipse 31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62" name="Textfeld 31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5" name="Ellipse 31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7" name="Textfeld 31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8" name="Textfeld 31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9" name="Ellipse 31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Ellipse 31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52" name="Textfeld 31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53" name="Rechteck 31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32" name="Textfeld 31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124" name="Rechteck 3123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25" name="Gruppieren 3124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27" name="Gruppieren 312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129" name="Rechteck 312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30" name="Textfeld 3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28" name="Textfeld 3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126" name="Textfeld 3125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3265" name="Gruppieren 326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3266" name="Gruppieren 326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49" name="Gruppieren 34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1" name="Gruppieren 34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Ellipse 34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6" name="Ellipse 34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Textfeld 34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58" name="Textfeld 34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459" name="Ellipse 34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0" name="Ellipse 34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Textfeld 3460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2" name="Textfeld 34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463" name="Ellipse 34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4" name="Ellipse 34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5" name="Textfeld 34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66" name="Textfeld 34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Ellipse 34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0" name="Textfeld 34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471" name="Rechteck 34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Rechteck 34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3" name="Rechteck 34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Rechteck 34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Rechteck 34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Rechteck 34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2" name="Textfeld 34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50" name="Textfeld 34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267" name="Rechteck 326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8" name="Rechteck 326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9" name="Rechteck 326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0" name="Rechteck 326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1" name="Rechteck 327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272" name="Gruppieren 327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19" name="Gruppieren 34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21" name="Gruppieren 34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Ellipse 34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6" name="Ellipse 34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Textfeld 34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28" name="Textfeld 34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29" name="Ellipse 34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Ellipse 34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Textfeld 34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2" name="Textfeld 34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3" name="Ellipse 3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4" name="Ellipse 3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Textfeld 34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6" name="Textfeld 343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Ellipse 3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0" name="Textfeld 34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1" name="Rechteck 34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Rechteck 34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3" name="Rechteck 34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Rechteck 34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Rechteck 34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Rechteck 34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22" name="Textfeld 34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420" name="Textfeld 34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3413" name="Textfeld 341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3414" name="Gruppieren 341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3415" name="Gruppieren 341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3417" name="Rechteck 341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18" name="Textfeld 34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416" name="Textfeld 341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72684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</a:t>
            </a:r>
            <a:r>
              <a:rPr lang="de-DE" dirty="0" smtClean="0"/>
              <a:t>24</a:t>
            </a:r>
            <a:endParaRPr lang="de-DE" dirty="0"/>
          </a:p>
        </p:txBody>
      </p: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988" name="Gruppieren 7987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7989" name="Gruppieren 7988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211" name="Gruppieren 821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213" name="Gruppieren 821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215" name="Rechteck 82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6" name="Rechteck 82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7" name="Ellipse 82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8" name="Ellipse 82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9" name="Ellipse 8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0" name="Ellipse 8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1" name="Ellipse 8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2" name="Ellipse 8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3" name="Ellipse 82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4" name="Ellipse 82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5" name="Rechteck 82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6" name="Rechteck 82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7" name="Rechteck 82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8" name="Rechteck 82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9" name="Rechteck 82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0" name="Rechteck 82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1" name="Rechteck 82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2" name="Rechteck 82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14" name="Textfeld 82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212" name="Textfeld 8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90" name="Rechteck 7989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1" name="Rechteck 7990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2" name="Rechteck 7991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3" name="Rechteck 7992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4" name="Rechteck 7993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5" name="Gruppieren 7994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81" name="Gruppieren 81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83" name="Gruppieren 81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85" name="Rechteck 81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6" name="Rechteck 81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7" name="Ellipse 81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8" name="Ellipse 81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9" name="Textfeld 81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90" name="Textfeld 81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91" name="Ellipse 8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2" name="Ellipse 8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3" name="Textfeld 81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94" name="Textfeld 81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95" name="Ellipse 81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6" name="Ellipse 81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7" name="Textfeld 81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98" name="Textfeld 81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99" name="Ellipse 8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0" name="Ellipse 8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1" name="Textfeld 82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202" name="Textfeld 82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203" name="Rechteck 82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4" name="Rechteck 82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5" name="Rechteck 82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6" name="Rechteck 82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7" name="Rechteck 82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8" name="Rechteck 82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9" name="Rechteck 82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0" name="Rechteck 82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84" name="Textfeld 81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182" name="Textfeld 81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996" name="Gruppieren 7995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51" name="Gruppieren 81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53" name="Gruppieren 81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55" name="Rechteck 81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56" name="Rechteck 81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7" name="Ellipse 81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8" name="Ellipse 81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9" name="Textfeld 81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60" name="Textfeld 81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61" name="Ellipse 81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2" name="Ellipse 81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3" name="Textfeld 81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4" name="Textfeld 81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5" name="Ellipse 81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6" name="Ellipse 81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7" name="Textfeld 81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8" name="Textfeld 81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9" name="Ellipse 81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0" name="Ellipse 81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1" name="Textfeld 81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72" name="Textfeld 81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73" name="Rechteck 81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4" name="Rechteck 81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5" name="Rechteck 81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6" name="Rechteck 81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7" name="Rechteck 81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8" name="Rechteck 81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9" name="Rechteck 81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0" name="Rechteck 81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4" name="Textfeld 81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152" name="Textfeld 81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997" name="Gruppieren 799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21" name="Gruppieren 81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23" name="Gruppieren 81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25" name="Rechteck 81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26" name="Rechteck 81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7" name="Ellipse 81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8" name="Ellipse 81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9" name="Textfeld 81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30" name="Textfeld 81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31" name="Ellipse 81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2" name="Ellipse 81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3" name="Textfeld 81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134" name="Textfeld 81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35" name="Ellipse 81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6" name="Ellipse 81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7" name="Textfeld 81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8" name="Textfeld 81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9" name="Ellipse 81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0" name="Ellipse 81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1" name="Textfeld 81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2" name="Textfeld 81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3" name="Rechteck 81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4" name="Rechteck 81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5" name="Rechteck 81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6" name="Rechteck 81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7" name="Rechteck 81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8" name="Rechteck 81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9" name="Rechteck 81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0" name="Rechteck 81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24" name="Textfeld 81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122" name="Textfeld 81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998" name="Gruppieren 799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91" name="Gruppieren 80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93" name="Gruppieren 80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95" name="Rechteck 80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96" name="Rechteck 80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7" name="Ellipse 80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8" name="Ellipse 80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9" name="Textfeld 80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00" name="Textfeld 80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01" name="Ellipse 81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2" name="Ellipse 81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3" name="Textfeld 81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04" name="Textfeld 81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05" name="Ellipse 81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6" name="Ellipse 81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7" name="Textfeld 81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08" name="Textfeld 81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109" name="Ellipse 8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0" name="Ellipse 8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1" name="Textfeld 81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12" name="Textfeld 81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113" name="Rechteck 81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4" name="Rechteck 81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5" name="Rechteck 81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6" name="Rechteck 81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7" name="Rechteck 81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8" name="Rechteck 81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9" name="Rechteck 81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0" name="Rechteck 81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4" name="Textfeld 80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092" name="Textfeld 80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999" name="Gruppieren 799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069" name="Gruppieren 806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071" name="Gruppieren 807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073" name="Rechteck 8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4" name="Rechteck 8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5" name="Ellipse 8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6" name="Ellipse 8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7" name="Ellipse 8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8" name="Ellipse 8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9" name="Ellipse 80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0" name="Ellipse 80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1" name="Ellipse 80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2" name="Ellipse 80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3" name="Rechteck 80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4" name="Rechteck 80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5" name="Rechteck 80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6" name="Rechteck 80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7" name="Rechteck 80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8" name="Rechteck 80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9" name="Rechteck 80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0" name="Rechteck 80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72" name="Textfeld 80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070" name="Textfeld 8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000" name="Gruppieren 799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39" name="Gruppieren 80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41" name="Gruppieren 80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43" name="Rechteck 80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44" name="Rechteck 80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5" name="Ellipse 80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6" name="Ellipse 80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7" name="Textfeld 80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48" name="Textfeld 80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49" name="Ellipse 8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0" name="Ellipse 8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1" name="Textfeld 80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2" name="Textfeld 80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3" name="Ellipse 8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4" name="Ellipse 8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5" name="Textfeld 8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056" name="Textfeld 8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057" name="Ellipse 8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58" name="Ellipse 8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9" name="Textfeld 8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60" name="Textfeld 8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1" name="Rechteck 8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2" name="Rechteck 8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3" name="Rechteck 8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4" name="Rechteck 8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5" name="Rechteck 8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6" name="Rechteck 8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7" name="Rechteck 8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8" name="Rechteck 8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42" name="Textfeld 80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040" name="Textfeld 80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001" name="Gruppieren 8000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8009" name="Gruppieren 800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11" name="Gruppieren 80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13" name="Rechteck 80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14" name="Rechteck 80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5" name="Ellipse 80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6" name="Ellipse 80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7" name="Textfeld 80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18" name="Textfeld 80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19" name="Ellipse 80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0" name="Ellipse 80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1" name="Textfeld 80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2" name="Textfeld 80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3" name="Ellipse 80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4" name="Ellipse 80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5" name="Textfeld 80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6" name="Textfeld 80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7" name="Ellipse 80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8" name="Ellipse 80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9" name="Textfeld 80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30" name="Textfeld 80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31" name="Rechteck 80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2" name="Rechteck 80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3" name="Rechteck 80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4" name="Rechteck 80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5" name="Rechteck 80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6" name="Rechteck 80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7" name="Rechteck 80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8" name="Rechteck 80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12" name="Textfeld 801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010" name="Textfeld 80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8002" name="Rechteck 800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003" name="Gruppieren 800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8005" name="Gruppieren 800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007" name="Rechteck 80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008" name="Textfeld 80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06" name="Textfeld 80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004" name="Textfeld 800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98307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874" name="Gruppieren 2873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2875" name="Gruppieren 2874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391" name="Gruppieren 339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93" name="Gruppieren 339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Ellipse 3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8" name="Ellipse 3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Ellipse 3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Ellipse 3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Ellipse 340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Ellipse 340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3" name="Ellipse 3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Rechteck 34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Rechteck 34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Rechteck 34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Rechteck 34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Rechteck 34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94" name="Textfeld 3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92" name="Textfeld 3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876" name="Rechteck 2875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7" name="Rechteck 287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8" name="Rechteck 287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9" name="Rechteck 2878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80" name="Rechteck 2879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81" name="Gruppieren 2880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61" name="Gruppieren 3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63" name="Gruppieren 3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Textfeld 3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Textfeld 3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4" name="Textfeld 3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Ellipse 3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8" name="Textfeld 3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83" name="Rechteck 3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Rechteck 3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Rechteck 3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6" name="Rechteck 3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7" name="Rechteck 3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Rechteck 3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Rechteck 3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4" name="Textfeld 3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2" name="Textfeld 3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2" name="Gruppieren 2881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31" name="Gruppieren 33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3" name="Gruppieren 3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Textfeld 3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1" name="Ellipse 3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Textfeld 3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Rechteck 3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4" name="Textfeld 33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2" name="Textfeld 3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3" name="Gruppieren 28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01" name="Gruppieren 33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3" name="Gruppieren 3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Ellipse 3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Textfeld 3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1" name="Ellipse 3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3" name="Textfeld 3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Rechteck 3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4" name="Textfeld 330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2" name="Textfeld 3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4" name="Gruppieren 2883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81" name="Gruppieren 328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4" name="Rechteck 32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1" name="Ellipse 32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2" name="Textfeld 32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885" name="Gruppieren 2884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089" name="Gruppieren 30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1" name="Gruppieren 30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4" name="Rechteck 30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8" name="Textfeld 30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Ellipse 30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Textfeld 31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Ellipse 31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Textfeld 31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8" name="Ellipse 31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0" name="Textfeld 31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Rechteck 3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2" name="Textfeld 30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0" name="Textfeld 30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6" name="Gruppieren 2885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059" name="Gruppieren 305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061" name="Gruppieren 30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4" name="Rechteck 30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Ellipse 30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8" name="Textfeld 30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Ellipse 30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Textfeld 30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Textfeld 30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0" name="Textfeld 30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Rechteck 30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2" name="Textfeld 306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60" name="Textfeld 30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7" name="Gruppieren 2886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029" name="Gruppieren 30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31" name="Gruppieren 30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Ellipse 30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8" name="Textfeld 30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Ellipse 30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2" name="Textfeld 30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Ellipse 30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6" name="Textfeld 30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50" name="Textfeld 30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2" name="Textfeld 30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30" name="Textfeld 30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8" name="Gruppieren 2887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2999" name="Gruppieren 29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1" name="Gruppieren 30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Ellipse 30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6" name="Textfeld 30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Rechteck 30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2" name="Textfeld 30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00" name="Textfeld 29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2889" name="Rechteck 2888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90" name="Rechteck 2889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2891" name="Textfeld 2890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2892" name="Gruppieren 2891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2969" name="Gruppieren 29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71" name="Gruppieren 29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Ellipse 29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Textfeld 29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9" name="Ellipse 29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Textfeld 29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3" name="Ellipse 29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Ellipse 29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Textfeld 29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6" name="Textfeld 29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Rechteck 29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Rechteck 29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72" name="Textfeld 29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970" name="Textfeld 29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893" name="Gruppieren 2892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2965" name="Gruppieren 29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67" name="Rechteck 29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68" name="Textfeld 29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966" name="Textfeld 29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894" name="Textfeld 2893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895" name="Gruppieren 2894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2934" name="Gruppieren 293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936" name="Gruppieren 2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938" name="Gruppieren 2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40" name="Rechteck 2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1" name="Rechteck 2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2" name="Ellipse 2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3" name="Ellipse 2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4" name="Textfeld 2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45" name="Ellipse 294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6" name="Ellipse 294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7" name="Textfeld 294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8" name="Textfeld 294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9" name="Ellipse 294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0" name="Ellipse 294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1" name="Textfeld 295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2" name="Textfeld 295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3" name="Ellipse 29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4" name="Ellipse 29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5" name="Textfeld 295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956" name="Textfeld 295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957" name="Rechteck 295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8" name="Rechteck 295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9" name="Rechteck 295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0" name="Rechteck 295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1" name="Rechteck 296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2" name="Rechteck 296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3" name="Rechteck 296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4" name="Rechteck 296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39" name="Textfeld 2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937" name="Textfeld 2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935" name="Textfeld 293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896" name="Gruppieren 2895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2897" name="Rechteck 2896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8" name="Ellipse 2897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9" name="Ellipse 2898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0" name="Ellipse 2899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1" name="Ellipse 2900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2" name="Textfeld 2901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2903" name="Textfeld 2902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4" name="Ellipse 290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05" name="Ellipse 2904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6" name="Ellipse 2905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7" name="Ellipse 290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8" name="Ellipse 290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09" name="Ellipse 290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0" name="Ellipse 290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1" name="Ellipse 291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2" name="Ellipse 2911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13" name="Ellipse 2912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4" name="Ellipse 2913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5" name="Ellipse 2914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916" name="Gruppieren 291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917" name="Rechteck 2916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18" name="Rechteck 2917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19" name="Rechteck 2918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0" name="Rechteck 2919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21" name="Rechteck 2920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2" name="Rechteck 2921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3" name="Rechteck 2922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4" name="Rechteck 2923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5" name="Rechteck 2924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6" name="Rechteck 2925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7" name="Rechteck 2926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8" name="Rechteck 2927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9" name="Rechteck 2928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0" name="Rechteck 2929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1" name="Rechteck 2930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2" name="Rechteck 2931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3" name="Rechteck 2932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0230606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8661</Words>
  <Application>Microsoft Office PowerPoint</Application>
  <PresentationFormat>Benutzerdefiniert</PresentationFormat>
  <Paragraphs>8296</Paragraphs>
  <Slides>28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28</vt:i4>
      </vt:variant>
    </vt:vector>
  </HeadingPairs>
  <TitlesOfParts>
    <vt:vector size="32" baseType="lpstr">
      <vt:lpstr>Arial</vt:lpstr>
      <vt:lpstr>Calibri</vt:lpstr>
      <vt:lpstr>Calibri Light</vt:lpstr>
      <vt:lpstr>Office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joachim fischer</dc:creator>
  <cp:lastModifiedBy>user3</cp:lastModifiedBy>
  <cp:revision>142</cp:revision>
  <dcterms:created xsi:type="dcterms:W3CDTF">2016-10-05T09:59:32Z</dcterms:created>
  <dcterms:modified xsi:type="dcterms:W3CDTF">2017-08-17T12:44:52Z</dcterms:modified>
</cp:coreProperties>
</file>