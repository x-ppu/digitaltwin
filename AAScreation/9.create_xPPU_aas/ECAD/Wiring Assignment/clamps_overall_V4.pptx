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9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  <p:sldId id="285" r:id="rId29"/>
    <p:sldId id="286" r:id="rId30"/>
    <p:sldId id="288" r:id="rId31"/>
    <p:sldId id="287" r:id="rId32"/>
    <p:sldId id="289" r:id="rId33"/>
    <p:sldId id="290" r:id="rId34"/>
    <p:sldId id="291" r:id="rId35"/>
    <p:sldId id="292" r:id="rId36"/>
    <p:sldId id="293" r:id="rId37"/>
    <p:sldId id="294" r:id="rId38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5B9BD5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508" autoAdjust="0"/>
    <p:restoredTop sz="96259" autoAdjust="0"/>
  </p:normalViewPr>
  <p:slideViewPr>
    <p:cSldViewPr snapToGrid="0">
      <p:cViewPr varScale="1">
        <p:scale>
          <a:sx n="111" d="100"/>
          <a:sy n="111" d="100"/>
        </p:scale>
        <p:origin x="198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11/12/2018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12.11.2018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1F4E79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35114" y="1102164"/>
            <a:ext cx="4806473" cy="1654636"/>
            <a:chOff x="2235114" y="1102164"/>
            <a:chExt cx="4806473" cy="165463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1033" name="Rechteck 103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1034" name="Rechteck 103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35" name="Textfeld 103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1036" name="Gruppieren 103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072" name="Rechteck 10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1" name="Textfeld 107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05" name="Textfeld 40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" name="Gruppieren 2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483" name="Gruppieren 48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409" name="Textfeld 40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403" name="Gruppieren 402"/>
            <p:cNvGrpSpPr/>
            <p:nvPr/>
          </p:nvGrpSpPr>
          <p:grpSpPr>
            <a:xfrm>
              <a:off x="4105360" y="1102164"/>
              <a:ext cx="327049" cy="1651404"/>
              <a:chOff x="1692193" y="1141150"/>
              <a:chExt cx="327049" cy="1652928"/>
            </a:xfrm>
          </p:grpSpPr>
          <p:grpSp>
            <p:nvGrpSpPr>
              <p:cNvPr id="404" name="Gruppieren 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08" name="Gruppieren 4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" name="Rechteck 4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" name="Rechteck 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Rechteck 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Rechteck 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0" name="Textfeld 40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6" name="Textfeld 4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aphicFrame>
        <p:nvGraphicFramePr>
          <p:cNvPr id="7" name="Tabel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854113"/>
              </p:ext>
            </p:extLst>
          </p:nvPr>
        </p:nvGraphicFramePr>
        <p:xfrm>
          <a:off x="8107990" y="1150642"/>
          <a:ext cx="3193284" cy="45193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021">
                  <a:extLst>
                    <a:ext uri="{9D8B030D-6E8A-4147-A177-3AD203B41FA5}">
                      <a16:colId xmlns:a16="http://schemas.microsoft.com/office/drawing/2014/main" val="2400560307"/>
                    </a:ext>
                  </a:extLst>
                </a:gridCol>
                <a:gridCol w="2713263">
                  <a:extLst>
                    <a:ext uri="{9D8B030D-6E8A-4147-A177-3AD203B41FA5}">
                      <a16:colId xmlns:a16="http://schemas.microsoft.com/office/drawing/2014/main" val="591464791"/>
                    </a:ext>
                  </a:extLst>
                </a:gridCol>
              </a:tblGrid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Stack.Panel.DI_EmergencyStop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6352183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Stack.Panel.DI_StartButton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2296678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Stack.Panel.DI_ManuelButton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620903009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Crane.Gripper.VacuumSwitch.DI_TakenIn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2883824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7475669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46217808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993132535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706168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Stack.InductiveSensor.DI_WPMetallic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87841490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Stack.OpticalSensor.DI_WPLigh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4033241625"/>
                  </a:ext>
                </a:extLst>
              </a:tr>
              <a:tr h="18807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Crane.Table.AtStamp.DI_SwitchTrue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744954021"/>
                  </a:ext>
                </a:extLst>
              </a:tr>
              <a:tr h="186431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1.4.4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Crane.Table.AtConveyor.DI_SwitchTrue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0725647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Crane.Table.AtStack.DI_SwitchTrue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5624037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Stack.WPAvailable.DI_SwitchTrue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02003768"/>
                  </a:ext>
                </a:extLst>
              </a:tr>
              <a:tr h="151041"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NO EMERGENCY</a:t>
                      </a: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9354204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1.6.1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Crane.Gripper.Valve.DO_VacuumOn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6566076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42096478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952596788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Stack.Panel.DO_LampGreen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177696612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Stack.Panel.DO_LampWhite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893082464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Crane.Table.Motor.DO_TurnCounterclockwise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73707391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53034853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1.13.1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980358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066242"/>
              </p:ext>
            </p:extLst>
          </p:nvPr>
        </p:nvGraphicFramePr>
        <p:xfrm>
          <a:off x="8478176" y="362100"/>
          <a:ext cx="4136994" cy="62776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188">
                  <a:extLst>
                    <a:ext uri="{9D8B030D-6E8A-4147-A177-3AD203B41FA5}">
                      <a16:colId xmlns:a16="http://schemas.microsoft.com/office/drawing/2014/main" val="1721728794"/>
                    </a:ext>
                  </a:extLst>
                </a:gridCol>
                <a:gridCol w="3535806">
                  <a:extLst>
                    <a:ext uri="{9D8B030D-6E8A-4147-A177-3AD203B41FA5}">
                      <a16:colId xmlns:a16="http://schemas.microsoft.com/office/drawing/2014/main" val="1465854361"/>
                    </a:ext>
                  </a:extLst>
                </a:gridCol>
              </a:tblGrid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Stamp.Panel.DI_ManuelButton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4396956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170026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846350074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21939163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9430807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Stamp.WPAvailable.DI_SwitchTrue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63160197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795975653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78896918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LargeSortingConveyor.Panel.DI_ManuelButton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06413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LargeSortingConveyor.OptBeginning.DI_WPLight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84604442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LargeSortingConveyor.PsBeginning.DI_WPDetected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2112543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LargeSortingConveyor.IndRamp1.DI_WPMetallic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0354738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LargeSortingConveyor.OptRamp1.DI_WPLight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2695691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LargeSortingConveyor.IndRamp2.DI_WPMetallic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655497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LargeSortingConveyor.OptRamp2.DI_WPLight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71402937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LargeSortingConveyor.OptEnd.DI_WPLight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5495927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3983809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340941176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55318731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25112645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939875202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0595324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8541177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Stamp.SlidingCylinder.DO_Retract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0255611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04710074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486903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04515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83047347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03453438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902105891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LargeSortingConveyor.Motor.DO_TurnCounterclockwise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3233502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757606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14905997"/>
                  </a:ext>
                </a:extLst>
              </a:tr>
              <a:tr h="7805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Crane.AO_Speed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78898319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Stamp.PropValve.AO_SetPressure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48276760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LargeSortingConveyor.AO_Speed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808425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8" name="Tabel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806264"/>
              </p:ext>
            </p:extLst>
          </p:nvPr>
        </p:nvGraphicFramePr>
        <p:xfrm>
          <a:off x="4642493" y="2324994"/>
          <a:ext cx="4330700" cy="4219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1213">
                  <a:extLst>
                    <a:ext uri="{9D8B030D-6E8A-4147-A177-3AD203B41FA5}">
                      <a16:colId xmlns:a16="http://schemas.microsoft.com/office/drawing/2014/main" val="22216287"/>
                    </a:ext>
                  </a:extLst>
                </a:gridCol>
                <a:gridCol w="3789487">
                  <a:extLst>
                    <a:ext uri="{9D8B030D-6E8A-4147-A177-3AD203B41FA5}">
                      <a16:colId xmlns:a16="http://schemas.microsoft.com/office/drawing/2014/main" val="189315592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Crane.Table.AtStampInd.DI_InductiveSwitchTrue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4688187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Crane.Table.BetweenConveyorStamp.DI_InductiveSwitchTrue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097992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Crane.Table.AtStackInd.DI_InductiveSwitchTrue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50084222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Crane.Table.BetweenStackConveyor.DI_InductiveSwitchTrue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14792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Crane.Table.AtConveyorInd.DI_InductiveSwitchTrue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9525673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LargeSortingConveyor.Ramp1.RampFull.DI_WPDetected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9806379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LargeSortingConveyor.Ramp2.RampFull.DI_WPDetected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4927989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LargeSortingConveyor.Ramp3.RampFull.DI_WPDetected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0089942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Stack.Seperator.DI_BoundaryPressure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2313856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Stamp.SlidingCylinder.DI_BoundaryPressure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1907464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Block_LSCSep1_LSCSep2.DI_BoundaryPressure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920189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Block_SSC_PAC.DI_BoundaryPressure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2359034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PicAlpha.Gripper.DI_BoundaryVacuumPressure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16418724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PicAlpha.Gripper.DI_BoundaryFlowPressure1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986244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PicAlpha.Gripper.DI_BoundaryFlowPressure2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02291688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Stamp.StampingCylinder.DI_BoundaryPressure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5686551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SmallSortingConveyor.OptSensor.DI_WPLight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09921583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SmallSortingConveyor.IndSensor.DI_WPMetallic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3758638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SmallSortingConveyor.Ramp.RampFull.DI_WPDetected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47570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Stamp.StampingCylinder.DI_BoundaryFlowPressure</a:t>
                      </a:r>
                      <a:r>
                        <a:rPr lang="de-DE" sz="1100" u="none" strike="noStrike" dirty="0">
                          <a:effectLst/>
                        </a:rPr>
                        <a:t> 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90943426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Block_Stack_Crane.DI_BoundaryFlowPressure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16522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Block_LSCSep1_LSCSep2.DI_BoundaryFlowPressure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00393941"/>
                  </a:ext>
                </a:extLst>
              </a:tr>
            </a:tbl>
          </a:graphicData>
        </a:graphic>
      </p:graphicFrame>
      <p:graphicFrame>
        <p:nvGraphicFramePr>
          <p:cNvPr id="11" name="Tabel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716615"/>
              </p:ext>
            </p:extLst>
          </p:nvPr>
        </p:nvGraphicFramePr>
        <p:xfrm>
          <a:off x="9326531" y="2337328"/>
          <a:ext cx="4380591" cy="41882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3156">
                  <a:extLst>
                    <a:ext uri="{9D8B030D-6E8A-4147-A177-3AD203B41FA5}">
                      <a16:colId xmlns:a16="http://schemas.microsoft.com/office/drawing/2014/main" val="273872125"/>
                    </a:ext>
                  </a:extLst>
                </a:gridCol>
                <a:gridCol w="3877435">
                  <a:extLst>
                    <a:ext uri="{9D8B030D-6E8A-4147-A177-3AD203B41FA5}">
                      <a16:colId xmlns:a16="http://schemas.microsoft.com/office/drawing/2014/main" val="3113684332"/>
                    </a:ext>
                  </a:extLst>
                </a:gridCol>
              </a:tblGrid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5263383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9507866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76911891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PicAlpha.Gripper.AI_VacuumSensor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51457921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LargeSortingConveyor.UltrasonicSensor.AI_UltraSonic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98464407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Stamp.PressureSensor.AI_CurrentPressure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8029206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Block_LSCSep1_LSCSep2.AI_FlowPressure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716079542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EngergyMonitoringHardware.BK_1_6_Wattmeter.AI_Energy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79467722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EngergyMonitoringHardware.BK_2_3_7_Wattmeter.AI_Energy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4149692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EngergyMonitoringHardware.BK_4_5_8_9_10_11_Wattmeter.AI_Energy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413264696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397125371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7724221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25145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14714280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Crane.LiftingCylinder.AI_PositionTransmitter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02180229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Stack.Seperator.AI_PositionTransmitter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359806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63658726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636832915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0747607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70784255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Crane.Gripper.AI_VacuumPressure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897068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2393921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00717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Block_LSCSep1_LSCSep2.DO_BlockPressure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65116692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Block_SSC_PAC.DO_BlockPressure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818522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308953"/>
              </p:ext>
            </p:extLst>
          </p:nvPr>
        </p:nvGraphicFramePr>
        <p:xfrm>
          <a:off x="7863840" y="1385240"/>
          <a:ext cx="3291839" cy="41507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2609">
                  <a:extLst>
                    <a:ext uri="{9D8B030D-6E8A-4147-A177-3AD203B41FA5}">
                      <a16:colId xmlns:a16="http://schemas.microsoft.com/office/drawing/2014/main" val="1496796030"/>
                    </a:ext>
                  </a:extLst>
                </a:gridCol>
                <a:gridCol w="2849230">
                  <a:extLst>
                    <a:ext uri="{9D8B030D-6E8A-4147-A177-3AD203B41FA5}">
                      <a16:colId xmlns:a16="http://schemas.microsoft.com/office/drawing/2014/main" val="4190623484"/>
                    </a:ext>
                  </a:extLst>
                </a:gridCol>
              </a:tblGrid>
              <a:tr h="10613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2072971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4630339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27237222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8728221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SafetyDoor.Panel.DI_StopButton</a:t>
                      </a: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92396230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SafetyDoor.Panel.DI_ManuelButton</a:t>
                      </a: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 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12408454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SafetyDoor.Panel.DI_ResetButton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6721525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RefillConveyor.PsBegining.DI_WPDetected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462877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RefillConveyor.PsSwitch.DI_WPDetected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27766317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2365019"/>
                  </a:ext>
                </a:extLst>
              </a:tr>
              <a:tr h="11143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RefillConveyor.Switch.DI_Extended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5298016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RefillConveyor.Motor.AI_Position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38275326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45072714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41087543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42981946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9391136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2509914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SafetyDoor.Panel.DO_LampReset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676317382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SafetyDoor.Panel.DO_Q1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5225586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SafetyDoor.Panel.DO_Q2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09049685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692808454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RefillConveyor.Motor.DO_TurnCounterclockwise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12141682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RefillConveyor.SwitchStopper.DO_Extend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60864487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RefillConveyor.DO_Speed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0810045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aphicFrame>
        <p:nvGraphicFramePr>
          <p:cNvPr id="4" name="Tabel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703212"/>
              </p:ext>
            </p:extLst>
          </p:nvPr>
        </p:nvGraphicFramePr>
        <p:xfrm>
          <a:off x="6256020" y="1424023"/>
          <a:ext cx="2499360" cy="1333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3740">
                  <a:extLst>
                    <a:ext uri="{9D8B030D-6E8A-4147-A177-3AD203B41FA5}">
                      <a16:colId xmlns:a16="http://schemas.microsoft.com/office/drawing/2014/main" val="3178602725"/>
                    </a:ext>
                  </a:extLst>
                </a:gridCol>
                <a:gridCol w="1925620">
                  <a:extLst>
                    <a:ext uri="{9D8B030D-6E8A-4147-A177-3AD203B41FA5}">
                      <a16:colId xmlns:a16="http://schemas.microsoft.com/office/drawing/2014/main" val="193900423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Stack.AI_WPWeight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2891043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6219197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060196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17218879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8892256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24 Volt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9825650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0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850339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0472164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396577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LightGrid.ExtendedPanel.DI_StopButton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PicAlpha.Gripper.DO_Intake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4880202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PicAlpha.Motor.DO_Backwards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PicAlpha.DO_VacuumHit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LightGrid.ExtendedPanel.DO_Q2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61157" y="1277106"/>
            <a:ext cx="3493712" cy="1654198"/>
            <a:chOff x="2261157" y="1277106"/>
            <a:chExt cx="3493712" cy="165419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69" name="Gruppieren 268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270" name="Gruppieren 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2" name="Gruppieren 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" name="Rechteck 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" name="Rechteck 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" name="Ellipse 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" name="Ellipse 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" name="Textfeld 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" name="Textfeld 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" name="Ellipse 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" name="Ellipse 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" name="Textfeld 2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" name="Textfeld 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" name="Ellipse 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" name="Ellipse 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" name="Textfeld 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2" name="Textfeld 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" name="Ellipse 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" name="Ellipse 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" name="Textfeld 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6" name="Textfeld 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7" name="Rechteck 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" name="Rechteck 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" name="Rechteck 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" name="Rechteck 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" name="Rechteck 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" name="Rechteck 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" name="Rechteck 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" name="Rechteck 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" name="Textfeld 27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1" name="Textfeld 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343623"/>
              </p:ext>
            </p:extLst>
          </p:nvPr>
        </p:nvGraphicFramePr>
        <p:xfrm>
          <a:off x="7133971" y="1420050"/>
          <a:ext cx="3305066" cy="2252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369">
                  <a:extLst>
                    <a:ext uri="{9D8B030D-6E8A-4147-A177-3AD203B41FA5}">
                      <a16:colId xmlns:a16="http://schemas.microsoft.com/office/drawing/2014/main" val="308135345"/>
                    </a:ext>
                  </a:extLst>
                </a:gridCol>
                <a:gridCol w="2765697">
                  <a:extLst>
                    <a:ext uri="{9D8B030D-6E8A-4147-A177-3AD203B41FA5}">
                      <a16:colId xmlns:a16="http://schemas.microsoft.com/office/drawing/2014/main" val="3192584014"/>
                    </a:ext>
                  </a:extLst>
                </a:gridCol>
              </a:tblGrid>
              <a:tr h="14572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01049357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428103969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PicAlphaConveyor.PsSwitch.DI_WPDetected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988573416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PicAlphaConveyor.PsEnd.DI_WPDetected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37866209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PicAlphaConveyor.Switch.DI_Retracted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61049444"/>
                  </a:ext>
                </a:extLst>
              </a:tr>
              <a:tr h="15301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PicAlphaConveyor.Switch.DI_Extended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862954848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PicAlphaConveyor.Motor.AI_Position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556378889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08046402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835739611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491472724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295142"/>
                  </a:ext>
                </a:extLst>
              </a:tr>
              <a:tr h="1762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PicAlphaConveyor.Motor.DO_TurnCounterclockwise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145131137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PicAlphaConveyor.Switch.DO_Extend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509505150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PicAlphaConveyor.AO_Speed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1330891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5447630"/>
              </p:ext>
            </p:extLst>
          </p:nvPr>
        </p:nvGraphicFramePr>
        <p:xfrm>
          <a:off x="6683054" y="1326664"/>
          <a:ext cx="3977325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76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33456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SmallSortingConveyor.Switch.DI_Extanded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SmallSorringConveyor.Motor.AI_Position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SmallSorringConveyor.Motor.AI_Speed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SmallSortingConveyor.Motor.DO_TurnClockwise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SmallSortingConveyor.Motor.DO_TurnCounterclockwise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1293606"/>
              </p:ext>
            </p:extLst>
          </p:nvPr>
        </p:nvGraphicFramePr>
        <p:xfrm>
          <a:off x="6269388" y="1329708"/>
          <a:ext cx="4662737" cy="25700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0106">
                  <a:extLst>
                    <a:ext uri="{9D8B030D-6E8A-4147-A177-3AD203B41FA5}">
                      <a16:colId xmlns:a16="http://schemas.microsoft.com/office/drawing/2014/main" val="1453262695"/>
                    </a:ext>
                  </a:extLst>
                </a:gridCol>
                <a:gridCol w="4032631">
                  <a:extLst>
                    <a:ext uri="{9D8B030D-6E8A-4147-A177-3AD203B41FA5}">
                      <a16:colId xmlns:a16="http://schemas.microsoft.com/office/drawing/2014/main" val="3521138739"/>
                    </a:ext>
                  </a:extLst>
                </a:gridCol>
              </a:tblGrid>
              <a:tr h="15534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59053021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333770097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EngergyMonitoringHardware.GearPoint_80l_min.DI_ReachedGearPoint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87064532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EngergyMonitoringHardware.GearPoint_120l_min.DI_ReachedGearPoint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50432156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EngergyMonitoringHardware.PressureSensor_4bar.DI_PressureReached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9211979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EngergyMonitoringHardware.Flow_2to200l_min.AI_Flow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4370921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EngergyMonitoringHardware.Transducer_0to10AC_0to10V.AI_AmperToVolt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28177998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EngergyMonitoringHardware.ExtSensor_0to10V.AI_Voltage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23123030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PressurSensor</a:t>
                      </a:r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893274796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55794453"/>
                  </a:ext>
                </a:extLst>
              </a:tr>
              <a:tr h="16311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77192254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25080839"/>
                  </a:ext>
                </a:extLst>
              </a:tr>
              <a:tr h="1646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9731734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EngergyMonitoringHardware.SmallContacter_left.DO_Plug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144525273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EngergyMonitoringHardware.SmallContacter_right.DO_Plug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135365408"/>
                  </a:ext>
                </a:extLst>
              </a:tr>
              <a:tr h="14758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EngergyMonitoringHardware.ChangeoverMagnetVaveRelay.DO_Changeover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318076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0-1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65" name="Gruppieren 66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67" name="Gruppieren 66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69" name="Rechteck 6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0" name="Rechteck 6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1" name="Ellipse 6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Ellipse 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5" name="Ellipse 6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Ellipse 6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9" name="Rechteck 6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0" name="Rechteck 6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Rechteck 6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Rechteck 6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3" name="Rechteck 6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8" name="Textfeld 6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66" name="Textfeld 6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35" name="Gruppieren 6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37" name="Gruppieren 6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39" name="Rechteck 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" name="Rechteck 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" name="Ellipse 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" name="Ellipse 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" name="Textfeld 6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" name="Textfeld 6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Textfeld 6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" name="Textfeld 6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Textfeld 6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2" name="Textfeld 6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3" name="Ellipse 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4" name="Ellipse 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Textfeld 6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6" name="Textfeld 6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1" name="Rechteck 6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2" name="Rechteck 6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3" name="Rechteck 6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4" name="Rechteck 6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38" name="Textfeld 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36" name="Textfeld 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5" name="Gruppieren 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07" name="Gruppieren 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09" name="Rechteck 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0" name="Rechteck 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1" name="Ellipse 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Textfeld 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4" name="Textfeld 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8" name="Textfeld 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06" name="Textfeld 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5" name="Gruppieren 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77" name="Gruppieren 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79" name="Rechteck 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0" name="Rechteck 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Rechteck 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0" name="Rechteck 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78" name="Textfeld 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76" name="Textfeld 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23" name="Gruppieren 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5" name="Gruppieren 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7" name="Rechteck 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8" name="Rechteck 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1" name="Ellipse 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42" name="Ellipse 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Textfeld 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9" name="Rechteck 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0" name="Rechteck 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1" name="Rechteck 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2" name="Rechteck 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6" name="Textfeld 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4" name="Textfeld 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93" name="Gruppieren 49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5" name="Gruppieren 4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7" name="Rechteck 4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Textfeld 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4" name="Textfeld 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9" name="Rechteck 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Rechteck 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Rechteck 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6" name="Textfeld 49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4" name="Textfeld 4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63" name="Gruppieren 4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5" name="Gruppieren 4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7" name="Rechteck 4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8" name="Rechteck 4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1" name="Ellipse 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Ellipse 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Textfeld 4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4" name="Textfeld 4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Rechteck 4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6" name="Textfeld 4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4" name="Textfeld 4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33" name="Gruppieren 4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5" name="Gruppieren 4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7" name="Rechteck 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1" name="Ellipse 4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Textfeld 4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4" name="Textfeld 4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Rechteck 4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6" name="Textfeld 4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4" name="Textfeld 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03" name="Gruppieren 4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" name="Gruppieren 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7" name="Rechteck 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6" name="Textfeld 4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4" name="Textfeld 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7" name="Gruppieren 32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401" name="Rechteck 40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02" name="Textfeld 40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8" name="Textfeld 32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9" name="Gruppieren 32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8" name="Gruppieren 3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70" name="Gruppieren 3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72" name="Gruppieren 3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4" name="Rechteck 3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5" name="Rechteck 3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7" name="Ellipse 3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7" name="Ellipse 3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Ellipse 3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Textfeld 3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90" name="Textfeld 3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5" name="Rechteck 3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6" name="Rechteck 3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7" name="Rechteck 3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8" name="Rechteck 3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73" name="Textfeld 3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71" name="Textfeld 3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9" name="Textfeld 3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37" name="Gruppieren 103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38" name="Gruppieren 10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40" name="Gruppieren 10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Ellipse 10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7" name="Textfeld 10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Ellipse 10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Textfeld 10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1" name="Textfeld 104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39" name="Textfeld 10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39" name="Gruppieren 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41" name="Gruppieren 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43" name="Rechteck 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4" name="Rechteck 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Ellipse 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" name="Ellipse 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Ellipse 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" name="Ellipse 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" name="Rechteck 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" name="Rechteck 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Rechteck 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6" name="Rechteck 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2" name="Textfeld 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40" name="Textfeld 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9" name="Gruppieren 6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11" name="Gruppieren 6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13" name="Rechteck 6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4" name="Rechteck 6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7" name="Ellipse 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28" name="Ellipse 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Textfeld 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0" name="Textfeld 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5" name="Rechteck 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" name="Rechteck 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" name="Rechteck 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" name="Rechteck 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12" name="Textfeld 6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10" name="Textfeld 6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9" name="Gruppieren 5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81" name="Gruppieren 5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83" name="Rechteck 5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4" name="Rechteck 5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7" name="Ellipse 5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Ellipse 5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Textfeld 5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00" name="Textfeld 5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5" name="Rechteck 6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6" name="Rechteck 6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7" name="Rechteck 6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8" name="Rechteck 6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82" name="Textfeld 5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80" name="Textfeld 5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49" name="Gruppieren 5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1" name="Gruppieren 5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3" name="Rechteck 5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4" name="Rechteck 5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5" name="Ellipse 5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7" name="Textfeld 5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59" name="Ellipse 5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0" name="Ellipse 5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Textfeld 5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2" name="Textfeld 5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3" name="Ellipse 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4" name="Ellipse 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5" name="Textfeld 5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6" name="Textfeld 5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7" name="Ellipse 5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8" name="Ellipse 5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Textfeld 5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70" name="Textfeld 5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71" name="Rechteck 5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2" name="Rechteck 5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3" name="Rechteck 5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Rechteck 5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Rechteck 5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6" name="Rechteck 5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7" name="Rechteck 5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Rechteck 5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2" name="Textfeld 5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50" name="Textfeld 5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8" name="Gruppieren 317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19" name="Gruppieren 5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1" name="Gruppieren 5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3" name="Rechteck 5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4" name="Rechteck 5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4" name="Rechteck 5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2" name="Textfeld 5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0" name="Textfeld 5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89" name="Gruppieren 48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1" name="Gruppieren 4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3" name="Rechteck 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Ellipse 4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8" name="Textfeld 4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4" name="Rechteck 5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2" name="Textfeld 49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0" name="Textfeld 4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59" name="Gruppieren 45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1" name="Gruppieren 4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3" name="Rechteck 4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Ellipse 4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Ellipse 4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Textfeld 4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68" name="Textfeld 4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1" name="Rechteck 4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Rechteck 4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Rechteck 4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4" name="Rechteck 4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2" name="Textfeld 46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0" name="Textfeld 4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29" name="Gruppieren 4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1" name="Gruppieren 4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3" name="Rechteck 4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Ellipse 4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Ellipse 4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7" name="Textfeld 4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8" name="Textfeld 4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Rechteck 4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" name="Textfeld 4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0" name="Textfeld 4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1" name="Gruppieren 4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3" name="Rechteck 4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" name="Ellipse 4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" name="Ellipse 4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Textfeld 4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8" name="Textfeld 4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1" name="Rechteck 4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Rechteck 4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Rechteck 4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" name="Textfeld 4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3" name="Gruppieren 322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5" name="Gruppieren 39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97" name="Rechteck 39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8" name="Textfeld 39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6" name="Textfeld 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4" name="Textfeld 323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5" name="Gruppieren 324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4" name="Gruppieren 36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6" name="Gruppieren 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68" name="Gruppieren 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0" name="Rechteck 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1" name="Rechteck 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2" name="Ellipse 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3" name="Ellipse 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4" name="Textfeld 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5" name="Ellipse 37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7" name="Textfeld 37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87" name="Rechteck 38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Rechteck 38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Rechteck 38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0" name="Rechteck 38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9" name="Textfeld 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67" name="Textfeld 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5" name="Textfeld 36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661" name="Gruppieren 660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662" name="Gruppieren 6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64" name="Gruppieren 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66" name="Rechteck 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67" name="Rechteck 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8" name="Ellipse 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9" name="Ellipse 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0" name="Textfeld 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71" name="Textfeld 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Textfeld 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5" name="Textfeld 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Textfeld 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9" name="Textfeld 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80" name="Ellipse 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Ellipse 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Textfeld 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83" name="Textfeld 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7" name="Rechteck 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8" name="Rechteck 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9" name="Rechteck 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0" name="Rechteck 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1" name="Rechteck 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5" name="Textfeld 664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663" name="Textfeld 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3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646" name="Gruppieren 645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312" name="Gruppieren 13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314" name="Gruppieren 13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316" name="Rechteck 13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Ellipse 13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15" name="Textfeld 13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3" name="Textfeld 13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647" name="Rechteck 646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1" name="Rechteck 650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52" name="Gruppieren 651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282" name="Gruppieren 12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84" name="Gruppieren 12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86" name="Rechteck 12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6" name="Ellipse 12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Ellipse 12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Textfeld 12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9" name="Textfeld 12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00" name="Ellipse 12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Textfeld 13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Rechteck 13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Rechteck 13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85" name="Textfeld 12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283" name="Textfeld 12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3" name="Gruppieren 652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70" name="Gruppieren 11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72" name="Gruppieren 11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8" name="Ellipse 11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Textfeld 11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91" name="Textfeld 11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Rechteck 11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Rechteck 11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Rechteck 12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73" name="Textfeld 11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71" name="Textfeld 11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4" name="Gruppieren 653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40" name="Gruppieren 11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42" name="Gruppieren 11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7" name="Textfeld 11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Rechteck 11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6" name="Rechteck 11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43" name="Textfeld 11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41" name="Textfeld 11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5" name="Gruppieren 654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10" name="Gruppieren 11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12" name="Gruppieren 11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14" name="Rechteck 11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5" name="Rechteck 11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Ellipse 11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7" name="Textfeld 11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9" name="Ellipse 11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1" name="Textfeld 11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Rechteck 11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Rechteck 11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13" name="Textfeld 11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11" name="Textfeld 1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6" name="Gruppieren 655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90" name="Gruppieren 9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92" name="Gruppieren 9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4" name="Rechteck 9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Ellipse 10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7" name="Textfeld 10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8" name="Ellipse 10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9" name="Ellipse 10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1" name="Textfeld 10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3" name="Textfeld 9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91" name="Textfeld 9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7" name="Gruppieren 656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9" name="Gruppieren 8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4" name="Rechteck 9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Ellipse 9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Ellipse 9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69" name="Textfeld 9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0" name="Ellipse 9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1" name="Ellipse 9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2" name="Textfeld 9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4" name="Ellipse 9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5" name="Ellipse 9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Textfeld 9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7" name="Textfeld 9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8" name="Ellipse 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Ellipse 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Textfeld 9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1" name="Textfeld 9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3" name="Textfeld 9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08" name="Textfeld 8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8" name="Gruppieren 657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66" name="Gruppieren 76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68" name="Gruppieren 7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0" name="Rechteck 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Ellipse 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5" name="Textfeld 7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6" name="Ellipse 7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Ellipse 7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Textfeld 7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9" name="Textfeld 7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0" name="Ellipse 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Ellipse 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3" name="Textfeld 7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8" name="Rechteck 7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Rechteck 7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Rechteck 7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Rechteck 7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69" name="Textfeld 7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67" name="Textfeld 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9" name="Gruppieren 658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36" name="Gruppieren 73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38" name="Gruppieren 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" name="Rechteck 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Ellipse 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Ellipse 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Textfeld 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5" name="Textfeld 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6" name="Ellipse 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" name="Ellipse 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8" name="Textfeld 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9" name="Textfeld 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50" name="Ellipse 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1" name="Ellipse 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2" name="Textfeld 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3" name="Textfeld 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4" name="Ellipse 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5" name="Ellipse 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Textfeld 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7" name="Textfeld 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8" name="Rechteck 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9" name="Rechteck 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0" name="Rechteck 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Rechteck 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Rechteck 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Rechteck 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Rechteck 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Rechteck 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" name="Textfeld 73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37" name="Textfeld 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660" name="Gruppieren 659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732" name="Gruppieren 731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734" name="Rechteck 733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" name="Textfeld 734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33" name="Textfeld 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1" name="Textfeld 660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01" name="Gruppieren 700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03" name="Gruppieren 70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05" name="Gruppieren 70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7" name="Rechteck 70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8" name="Rechteck 70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" name="Ellipse 70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0" name="Ellipse 70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" name="Textfeld 71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Ellipse 71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" name="Textfeld 71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5" name="Textfeld 71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6" name="Ellipse 71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" name="Ellipse 71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" name="Textfeld 71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9" name="Textfeld 71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0" name="Ellipse 71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" name="Textfeld 72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" name="Textfeld 72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4" name="Rechteck 72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Rechteck 72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Rechteck 72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" name="Rechteck 72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" name="Rechteck 72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Rechteck 72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Rechteck 72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" name="Rechteck 73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6" name="Textfeld 70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04" name="Textfeld 70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02" name="Textfeld 701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34" name="Gruppieren 133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4a-6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7-8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9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77" name="Gruppieren 14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79" name="Gruppieren 147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4" name="Ellipse 14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Ellipse 14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Rechteck 1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Rechteck 1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0" name="Textfeld 14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78" name="Textfeld 14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47" name="Gruppieren 144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49" name="Gruppieren 144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Ellipse 145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Textfeld 145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0" name="Textfeld 144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48" name="Textfeld 144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5" name="Gruppieren 1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7" name="Gruppieren 1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0" name="Rechteck 1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Textfeld 14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26" name="Textfeld 14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39" name="Rechteck 1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Rechteck 1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Rechteck 1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Rechteck 1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8" name="Textfeld 1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396" name="Textfeld 1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5" name="Gruppieren 13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7" name="Gruppieren 13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8" name="Textfeld 13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66" name="Textfeld 13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05" name="Gruppieren 13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07" name="Gruppieren 13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Rechteck 13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8" name="Textfeld 13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06" name="Textfeld 13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275" name="Gruppieren 127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277" name="Gruppieren 12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Ellipse 1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6" name="Textfeld 1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8" name="Textfeld 127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276" name="Textfeld 12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5" name="Gruppieren 124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7" name="Gruppieren 12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9" name="Rechteck 12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3" name="Ellipse 12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Textfeld 12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66" name="Textfeld 12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Rechteck 12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8" name="Textfeld 124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46" name="Textfeld 12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6" name="Gruppieren 96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15" name="Gruppieren 121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17" name="Gruppieren 12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19" name="Rechteck 12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8" name="Textfeld 12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Ellipse 12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2" name="Textfeld 12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3" name="Ellipse 12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Textfeld 12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Rechteck 12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Rechteck 12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Rechteck 12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Rechteck 12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8" name="Textfeld 12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16" name="Textfeld 12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Textfeld 121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68" name="Textfeld 96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969" name="Gruppieren 96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072" name="Gruppieren 10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74" name="Rechteck 10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5" name="Rechteck 10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6" name="Ellipse 10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7" name="Ellipse 10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8" name="Textfeld 10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79" name="Ellipse 10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0" name="Ellipse 10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1" name="Textfeld 10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2" name="Textfeld 10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3" name="Ellipse 10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4" name="Ellipse 10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5" name="Textfeld 10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6" name="Textfeld 10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7" name="Ellipse 10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8" name="Ellipse 10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9" name="Textfeld 10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090" name="Textfeld 10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091" name="Rechteck 10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2" name="Rechteck 10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3" name="Rechteck 10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4" name="Rechteck 10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5" name="Rechteck 10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6" name="Rechteck 10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09" name="Rechteck 12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0" name="Rechteck 12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73" name="Textfeld 10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499" name="Gruppieren 1498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0" name="Gruppieren 14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2" name="Gruppieren 15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4" name="Rechteck 1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5" name="Rechteck 1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3" name="Textfeld 150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1" name="Textfeld 1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10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3" name="Gruppieren 84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5" name="Gruppieren 165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7" name="Gruppieren 165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Ellipse 1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8" name="Textfeld 16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6" name="Textfeld 16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4" name="Rechteck 84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7" name="Rechteck 84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8" name="Rechteck 84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9" name="Gruppieren 84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71" name="Gruppieren 13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3" name="Gruppieren 1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34" name="Textfeld 16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Ellipse 16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8" name="Textfeld 16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4" name="Textfeld 13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2" name="Textfeld 1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5" name="Gruppieren 11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7" name="Gruppieren 11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9" name="Rechteck 11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0" name="Rechteck 11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Ellipse 12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Ellipse 12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Textfeld 12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4" name="Textfeld 12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Ellipse 12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8" name="Textfeld 12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Ellipse 1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Textfeld 1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8" name="Textfeld 11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6" name="Textfeld 11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5" name="Gruppieren 11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7" name="Gruppieren 11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9" name="Ellipse 11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Textfeld 11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Ellipse 11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Textfeld 11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8" name="Textfeld 11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6" name="Textfeld 11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5" name="Gruppieren 11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7" name="Gruppieren 11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9" name="Ellipse 11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Textfeld 11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3" name="Ellipse 11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Textfeld 11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8" name="Textfeld 11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6" name="Textfeld 11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5" name="Gruppieren 11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7" name="Gruppieren 11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0" name="Rechteck 11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9" name="Ellipse 11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Textfeld 11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8" name="Textfeld 11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6" name="Textfeld 11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5" name="Gruppieren 101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7" name="Gruppieren 10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8" name="Textfeld 101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6" name="Textfeld 10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5" name="Gruppieren 98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7" name="Gruppieren 9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9" name="Rechteck 9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Ellipse 9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2" name="Textfeld 10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Ellipse 10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6" name="Textfeld 10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Rechteck 10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8" name="Textfeld 9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6" name="Textfeld 9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6" name="Gruppieren 85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5" name="Gruppieren 9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7" name="Gruppieren 9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9" name="Rechteck 9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0" name="Rechteck 9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Ellipse 9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Textfeld 9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Textfeld 9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8" name="Textfeld 9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6" name="Textfeld 9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7" name="Gruppieren 85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31" name="Gruppieren 93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3" name="Rechteck 93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4" name="Textfeld 93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2" name="Textfeld 9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8" name="Textfeld 85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9" name="Gruppieren 85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8" name="Gruppieren 89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0" name="Gruppieren 89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2" name="Gruppieren 90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Ellipse 90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Textfeld 90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9" name="Ellipse 9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" name="Ellipse 9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" name="Textfeld 9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2" name="Textfeld 9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3" name="Ellipse 9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Textfeld 9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7" name="Ellipse 9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Textfeld 9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" name="Rechteck 9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" name="Textfeld 90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01" name="Textfeld 90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9" name="Textfeld 89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8" name="Gruppieren 1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0" name="Gruppieren 1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2" name="Rechteck 1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3" name="Rechteck 1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Ellipse 1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5" name="Ellipse 1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Textfeld 1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7" name="Textfeld 1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8" name="Ellipse 1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9" name="Ellipse 1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0" name="Textfeld 1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1" name="Textfeld 1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2" name="Ellipse 1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3" name="Ellipse 1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Textfeld 1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5" name="Textfeld 1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6" name="Ellipse 1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7" name="Ellipse 1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8" name="Textfeld 1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9" name="Textfeld 1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1" name="Textfeld 168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9" name="Textfeld 1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Clamps</a:t>
            </a:r>
            <a:r>
              <a:rPr lang="de-DE" dirty="0"/>
              <a:t> Scenario 11-12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1" name="Gruppieren 84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3" name="Gruppieren 16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5" name="Gruppieren 16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Ellipse 16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6" name="Textfeld 16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4" name="Textfeld 16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2" name="Rechteck 84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3" name="Rechteck 84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" name="Rechteck 84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7" name="Gruppieren 84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9" name="Gruppieren 13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1" name="Gruppieren 13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Textfeld 16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7" name="Ellipse 16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Textfeld 16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1" name="Ellipse 16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2" name="Ellipse 16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Textfeld 16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4" name="Textfeld 16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2" name="Textfeld 13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0" name="Textfeld 13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8" name="Gruppieren 84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3" name="Gruppieren 11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5" name="Gruppieren 11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8" name="Rechteck 11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Textfeld 12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2" name="Textfeld 12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3" name="Ellipse 12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Textfeld 12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7" name="Ellipse 12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7" name="Ellipse 13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Ellipse 13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Textfeld 13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0" name="Textfeld 13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6" name="Textfeld 11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4" name="Textfeld 11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9" name="Gruppieren 84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3" name="Gruppieren 11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5" name="Gruppieren 11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Ellipse 11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Ellipse 11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Textfeld 11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2" name="Textfeld 11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3" name="Ellipse 11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Ellipse 11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Textfeld 11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6" name="Textfeld 11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Ellipse 11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0" name="Textfeld 11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Ellipse 11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4" name="Textfeld 11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6" name="Textfeld 11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4" name="Textfeld 11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3" name="Gruppieren 11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5" name="Gruppieren 11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Ellipse 11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Ellipse 11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Textfeld 11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2" name="Textfeld 11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3" name="Ellipse 11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Ellipse 11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Textfeld 11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6" name="Textfeld 11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Ellipse 11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0" name="Textfeld 11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2" name="Ellipse 11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4" name="Textfeld 11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6" name="Textfeld 11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4" name="Textfeld 11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3" name="Gruppieren 110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5" name="Gruppieren 11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Ellipse 11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0" name="Ellipse 11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Textfeld 11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2" name="Textfeld 11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3" name="Ellipse 11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4" name="Ellipse 11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5" name="Textfeld 11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6" name="Textfeld 11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Ellipse 11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0" name="Textfeld 11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Ellipse 11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4" name="Textfeld 11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6" name="Textfeld 110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4" name="Textfeld 11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3" name="Gruppieren 101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5" name="Gruppieren 10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Ellipse 10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Ellipse 10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Textfeld 10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2" name="Textfeld 10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3" name="Ellipse 10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Ellipse 10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Textfeld 10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6" name="Textfeld 10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6" name="Textfeld 101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4" name="Textfeld 10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3" name="Gruppieren 9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5" name="Gruppieren 9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7" name="Rechteck 9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Ellipse 9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2" name="Textfeld 9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3" name="Ellipse 9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Ellipse 9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Textfeld 9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6" name="Textfeld 9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7" name="Ellipse 9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Textfeld 9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1" name="Ellipse 10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Textfeld 10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6" name="Textfeld 9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4" name="Textfeld 9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29" name="Gruppieren 92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1" name="Rechteck 93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2" name="Textfeld 93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0" name="Textfeld 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6" name="Textfeld 85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7" name="Gruppieren 85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6" name="Gruppieren 89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98" name="Gruppieren 89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0" name="Gruppieren 89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Ellipse 90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Ellipse 90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Textfeld 90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Ellipse 90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" name="Textfeld 90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0" name="Textfeld 90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1" name="Ellipse 91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" name="Ellipse 91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" name="Textfeld 91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4" name="Textfeld 91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Ellipse 91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8" name="Textfeld 91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9" name="Rechteck 91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Rechteck 91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99" name="Textfeld 89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7" name="Textfeld 89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6" name="Gruppieren 1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78" name="Gruppieren 1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0" name="Rechteck 1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1" name="Rechteck 1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2" name="Ellipse 1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3" name="Ellipse 1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Textfeld 1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5" name="Textfeld 1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98" name="Rechteck 1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Rechteck 1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79" name="Textfeld 167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7" name="Textfeld 1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12f</a:t>
            </a:r>
          </a:p>
        </p:txBody>
      </p: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51" name="Gruppieren 115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81" name="Gruppieren 148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83" name="Gruppieren 148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4" name="Textfeld 14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82" name="Textfeld 14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52" name="Rechteck 115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3" name="Rechteck 115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4" name="Rechteck 115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5" name="Rechteck 115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6" name="Rechteck 115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57" name="Gruppieren 115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1" name="Gruppieren 14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3" name="Gruppieren 14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4" name="Textfeld 14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52" name="Textfeld 14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8" name="Gruppieren 115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1" name="Gruppieren 14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3" name="Gruppieren 14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4" name="Textfeld 14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22" name="Textfeld 14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9" name="Gruppieren 115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1" name="Gruppieren 13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3" name="Gruppieren 13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Ellipse 1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Textfeld 13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4" name="Textfeld 14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3" name="Rechteck 14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Rechteck 14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Rechteck 14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4" name="Textfeld 1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92" name="Textfeld 1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0" name="Gruppieren 115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1" name="Gruppieren 1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3" name="Gruppieren 1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3" name="Rechteck 1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4" name="Textfeld 1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62" name="Textfeld 1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1" name="Gruppieren 116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31" name="Gruppieren 133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33" name="Gruppieren 1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5" name="Rechteck 1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6" name="Rechteck 1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7" name="Ellipse 1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Textfeld 1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4" name="Textfeld 133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32" name="Textfeld 1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2" name="Gruppieren 116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01" name="Gruppieren 13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03" name="Gruppieren 1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Ellipse 1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Ellipse 1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Textfeld 1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0" name="Textfeld 1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Rechteck 1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4" name="Textfeld 13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02" name="Textfeld 1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3" name="Gruppieren 116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1" name="Gruppieren 12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3" name="Gruppieren 12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Ellipse 12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Ellipse 12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Textfeld 12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0" name="Textfeld 12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Rechteck 1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4" name="Textfeld 12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72" name="Textfeld 12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4" name="Gruppieren 116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3" name="Gruppieren 12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5" name="Rechteck 12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6" name="Rechteck 12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Ellipse 12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0" name="Textfeld 12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Rechteck 12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Rechteck 12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65" name="Gruppieren 116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Textfeld 12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66" name="Textfeld 116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167" name="Gruppieren 116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06" name="Gruppieren 120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08" name="Gruppieren 12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10" name="Gruppieren 12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12" name="Rechteck 12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3" name="Rechteck 12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4" name="Ellipse 12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5" name="Ellipse 12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6" name="Textfeld 12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17" name="Ellipse 121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8" name="Ellipse 121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9" name="Textfeld 121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0" name="Textfeld 121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1" name="Ellipse 122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2" name="Ellipse 122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3" name="Textfeld 122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4" name="Textfeld 122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5" name="Ellipse 122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6" name="Ellipse 122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7" name="Textfeld 122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28" name="Textfeld 122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29" name="Rechteck 122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0" name="Rechteck 122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1" name="Rechteck 123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2" name="Rechteck 123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3" name="Rechteck 123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4" name="Rechteck 123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5" name="Rechteck 123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6" name="Rechteck 123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09" name="Textfeld 12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07" name="Textfeld 120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503" name="Gruppieren 1502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Textfeld 15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5" name="Textfeld 15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13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84" name="Gruppieren 118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514" name="Gruppieren 1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516" name="Gruppieren 151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Ellipse 15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Ellipse 15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17" name="Textfeld 1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515" name="Textfeld 1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85" name="Rechteck 118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6" name="Rechteck 118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7" name="Rechteck 118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8" name="Rechteck 118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9" name="Rechteck 118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90" name="Gruppieren 118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84" name="Gruppieren 1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86" name="Gruppieren 1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Textfeld 1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3" name="Textfeld 1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Ellipse 1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Textfeld 1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7" name="Textfeld 1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06" name="Rechteck 1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Rechteck 1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Rechteck 1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Rechteck 1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7" name="Textfeld 1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85" name="Textfeld 1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1" name="Gruppieren 119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4" name="Gruppieren 14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6" name="Gruppieren 14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7" name="Textfeld 14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55" name="Textfeld 14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2" name="Gruppieren 119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4" name="Gruppieren 14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6" name="Gruppieren 14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Ellipse 14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Textfeld 14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4" name="Ellipse 14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Textfeld 14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7" name="Textfeld 14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25" name="Textfeld 14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3" name="Gruppieren 119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4" name="Gruppieren 13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6" name="Gruppieren 13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Ellipse 13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Textfeld 14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4" name="Ellipse 140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Textfeld 140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8" name="Ellipse 1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Textfeld 140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Textfeld 141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5" name="Textfeld 141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7" name="Textfeld 13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95" name="Textfeld 13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4" name="Gruppieren 119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64" name="Gruppieren 1363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66" name="Gruppieren 13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Ellipse 13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Textfeld 13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4" name="Ellipse 13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Textfeld 13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Textfeld 13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2" name="Ellipse 13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Textfeld 13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7" name="Textfeld 1366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65" name="Textfeld 13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5" name="Gruppieren 119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34" name="Gruppieren 1333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36" name="Gruppieren 13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8" name="Rechteck 13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Ellipse 13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Textfeld 13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4" name="Ellipse 13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Textfeld 13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Ellipse 13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Textfeld 13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Ellipse 13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Textfeld 13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7" name="Textfeld 1336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35" name="Textfeld 13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6" name="Gruppieren 119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304" name="Gruppieren 13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06" name="Gruppieren 13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Textfeld 13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Textfeld 13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7" name="Textfeld 13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305" name="Textfeld 13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7" name="Gruppieren 119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4" name="Gruppieren 12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6" name="Gruppieren 12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7" name="Textfeld 12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75" name="Textfeld 12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98" name="Gruppieren 119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70" name="Gruppieren 1269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72" name="Rechteck 12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71" name="Textfeld 1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99" name="Textfeld 119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200" name="Gruppieren 119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39" name="Gruppieren 1238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41" name="Gruppieren 124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43" name="Gruppieren 12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45" name="Rechteck 12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6" name="Rechteck 12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7" name="Ellipse 12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8" name="Ellipse 12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9" name="Textfeld 12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50" name="Ellipse 12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1" name="Ellipse 12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2" name="Textfeld 12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3" name="Textfeld 12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4" name="Ellipse 12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5" name="Ellipse 12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6" name="Textfeld 125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7" name="Textfeld 125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8" name="Ellipse 12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9" name="Ellipse 12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0" name="Textfeld 12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61" name="Textfeld 12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62" name="Rechteck 12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3" name="Rechteck 12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4" name="Rechteck 12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5" name="Rechteck 12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6" name="Rechteck 12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7" name="Rechteck 12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8" name="Rechteck 12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9" name="Rechteck 12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42" name="Textfeld 12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40" name="Textfeld 1239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sp>
          <p:nvSpPr>
            <p:cNvPr id="1547" name="Textfeld 1546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/>
                <a:t>2</a:t>
              </a:r>
              <a:endParaRPr lang="de-DE" dirty="0"/>
            </a:p>
          </p:txBody>
        </p:sp>
        <p:grpSp>
          <p:nvGrpSpPr>
            <p:cNvPr id="1536" name="Gruppieren 1535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37" name="Gruppieren 15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39" name="Gruppieren 15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41" name="Rechteck 15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42" name="Rechteck 15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3" name="Ellipse 15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Textfeld 15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2" name="Ellipse 15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Ellipse 15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Textfeld 15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5" name="Textfeld 15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6" name="Ellipse 15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Ellipse 1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Textfeld 1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9" name="Textfeld 1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60" name="Rechteck 1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1" name="Rechteck 1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2" name="Rechteck 15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Rechteck 15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Rechteck 15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Rechteck 15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40" name="Textfeld 153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38" name="Textfeld 15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" name="Gruppieren 1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7695" name="Gruppieren 769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8" name="Textfeld 7697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294" name="Gruppieren 129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8" name="Gruppieren 23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00" name="Gruppieren 23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02" name="Rechteck 2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3" name="Rechteck 2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1" name="Textfeld 2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9" name="Textfeld 2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295" name="Rechteck 129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6" name="Rechteck 129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7" name="Rechteck 129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8" name="Rechteck 129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9" name="Rechteck 129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00" name="Gruppieren 129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8" name="Gruppieren 2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0" name="Gruppieren 2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Ellipse 2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5" name="Textfeld 2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7" name="Ellipse 2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9" name="Textfeld 2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Rechteck 2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Rechteck 2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1" name="Textfeld 2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9" name="Textfeld 2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1" name="Gruppieren 130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8" name="Gruppieren 2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40" name="Gruppieren 2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2" name="Rechteck 2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3" name="Rechteck 2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Ellipse 2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9" name="Textfeld 2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1" name="Textfeld 2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9" name="Textfeld 2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2" name="Gruppieren 130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8" name="Gruppieren 2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0" name="Gruppieren 2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Ellipse 2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Textfeld 2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Ellipse 2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9" name="Textfeld 2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0" name="Rechteck 2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Rechteck 2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2" name="Rechteck 2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1" name="Textfeld 2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9" name="Textfeld 2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3" name="Gruppieren 130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8" name="Gruppieren 2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80" name="Gruppieren 2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0" name="Rechteck 2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Rechteck 2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1" name="Textfeld 2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9" name="Textfeld 2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4" name="Gruppieren 130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8" name="Gruppieren 224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50" name="Gruppieren 22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2" name="Ellipse 22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Textfeld 22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6" name="Ellipse 22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Textfeld 22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70" name="Rechteck 22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Rechteck 22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2" name="Rechteck 22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Rechteck 2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1" name="Textfeld 225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9" name="Textfeld 22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5" name="Gruppieren 130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8" name="Gruppieren 22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0" name="Gruppieren 22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2" name="Rechteck 22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Ellipse 22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5" name="Textfeld 22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Ellipse 22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9" name="Textfeld 22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0" name="Rechteck 22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Rechteck 22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Rechteck 22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Rechteck 22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Rechteck 22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1" name="Textfeld 22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9" name="Textfeld 22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6" name="Gruppieren 130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8" name="Gruppieren 218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90" name="Gruppieren 21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92" name="Rechteck 21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2" name="Ellipse 22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Ellipse 22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Textfeld 22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5" name="Textfeld 22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6" name="Ellipse 22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Ellipse 22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Textfeld 22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9" name="Textfeld 22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1" name="Rechteck 22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Rechteck 22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91" name="Textfeld 21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9" name="Textfeld 21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7" name="Gruppieren 130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8" name="Gruppieren 215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60" name="Gruppieren 21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62" name="Rechteck 21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2" name="Ellipse 21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Ellipse 21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Textfeld 21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5" name="Textfeld 21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6" name="Ellipse 21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Textfeld 21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80" name="Rechteck 21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1" name="Rechteck 21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Rechteck 21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Rechteck 21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Rechteck 21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Rechteck 21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61" name="Textfeld 216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9" name="Textfeld 21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08" name="Gruppieren 130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54" name="Gruppieren 215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56" name="Rechteck 215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57" name="Textfeld 215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55" name="Textfeld 21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09" name="Textfeld 130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310" name="Gruppieren 130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23" name="Gruppieren 212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25" name="Gruppieren 212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27" name="Gruppieren 212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9" name="Rechteck 212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0" name="Rechteck 212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2" name="Ellipse 213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8" name="Ellipse 213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Ellipse 213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Textfeld 213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1" name="Textfeld 214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2" name="Ellipse 214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Ellipse 214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Textfeld 214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45" name="Textfeld 214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46" name="Rechteck 214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7" name="Rechteck 214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8" name="Rechteck 214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9" name="Rechteck 214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0" name="Rechteck 214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1" name="Rechteck 215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2" name="Rechteck 215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3" name="Rechteck 215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26" name="Textfeld 212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24" name="Textfeld 2123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48" name="Gruppieren 134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49" name="Gruppieren 13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51" name="Gruppieren 13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Ellipse 13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Ellipse 13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Textfeld 13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3" name="Ellipse 13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Ellipse 13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Textfeld 13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6" name="Textfeld 13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71" name="Rechteck 13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Rechteck 13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Rechteck 13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Rechteck 13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52" name="Textfeld 135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50" name="Textfeld 13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15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5" name="Gruppieren 4"/>
          <p:cNvGrpSpPr/>
          <p:nvPr/>
        </p:nvGrpSpPr>
        <p:grpSpPr>
          <a:xfrm>
            <a:off x="39801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7" name="Gruppieren 6"/>
          <p:cNvGrpSpPr/>
          <p:nvPr/>
        </p:nvGrpSpPr>
        <p:grpSpPr>
          <a:xfrm>
            <a:off x="6987010" y="4869102"/>
            <a:ext cx="2231416" cy="1653406"/>
            <a:chOff x="6758410" y="4869102"/>
            <a:chExt cx="2231416" cy="1653406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69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4386" y="4869580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0166" y="4869580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744" name="Gruppieren 27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45" name="Gruppieren 27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88" name="Gruppieren 2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0" name="Gruppieren 2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3" name="Rechteck 2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5" name="Ellipse 2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7" name="Textfeld 2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1" name="Textfeld 2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89" name="Textfeld 2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46" name="Rechteck 27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7" name="Rechteck 27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8" name="Rechteck 27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9" name="Rechteck 27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50" name="Rechteck 27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51" name="Gruppieren 27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8" name="Gruppieren 2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0" name="Gruppieren 2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Ellipse 2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Ellipse 2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Textfeld 2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7" name="Textfeld 2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8" name="Ellipse 2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Ellipse 2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Textfeld 2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1" name="Textfeld 2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4" name="Textfeld 2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5" name="Textfeld 27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Textfeld 2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79" name="Textfeld 2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1" name="Textfeld 2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59" name="Textfeld 2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52" name="Textfeld 27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53" name="Gruppieren 27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54" name="Gruppieren 27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56" name="Rechteck 27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7" name="Textfeld 27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55" name="Textfeld 27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931" name="Gruppieren 193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722" name="Gruppieren 27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24" name="Gruppieren 27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Ellipse 27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Ellipse 27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5" name="Textfeld 27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23" name="Textfeld 27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932" name="Rechteck 193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3" name="Rechteck 193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4" name="Rechteck 193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5" name="Rechteck 193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6" name="Rechteck 193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937" name="Gruppieren 193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692" name="Gruppieren 26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94" name="Gruppieren 26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96" name="Rechteck 26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01" name="Textfeld 27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Textfeld 27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5" name="Textfeld 27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Ellipse 27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Textfeld 27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9" name="Textfeld 27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10" name="Ellipse 27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Ellipse 27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Textfeld 27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13" name="Textfeld 27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Rechteck 27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Rechteck 27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Rechteck 27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Rechteck 27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5" name="Textfeld 26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93" name="Textfeld 26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8" name="Gruppieren 193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01" name="Gruppieren 22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4" name="Gruppieren 2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6" name="Rechteck 2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2" name="Ellipse 2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Textfeld 2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Ellipse 2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Textfeld 2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Ellipse 2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5" name="Textfeld 2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63" name="Textfeld 2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9" name="Gruppieren 193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71" name="Gruppieren 21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73" name="Gruppieren 2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Ellipse 2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0" name="Textfeld 2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81" name="Ellipse 2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Ellipse 2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Textfeld 2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4" name="Textfeld 2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5" name="Ellipse 2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Textfeld 2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9" name="Ellipse 2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Textfeld 2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Rechteck 2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Rechteck 2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Rechteck 2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7" name="Rechteck 2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8" name="Rechteck 2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Rechteck 2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Rechteck 2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74" name="Textfeld 21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172" name="Textfeld 2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0" name="Gruppieren 193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41" name="Gruppieren 21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43" name="Gruppieren 21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45" name="Rechteck 21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46" name="Rechteck 21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7" name="Ellipse 21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8" name="Ellipse 21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9" name="Textfeld 21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0" name="Textfeld 21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51" name="Ellipse 21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2" name="Ellipse 21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3" name="Textfeld 21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4" name="Textfeld 21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5" name="Ellipse 21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Textfeld 21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9" name="Ellipse 21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Textfeld 21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Rechteck 21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Rechteck 21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Rechteck 21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7" name="Rechteck 21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8" name="Rechteck 21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Rechteck 21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Rechteck 21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44" name="Textfeld 21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42" name="Textfeld 21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1" name="Gruppieren 194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111" name="Gruppieren 211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113" name="Gruppieren 21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Ellipse 21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Ellipse 21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Textfeld 21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21" name="Ellipse 21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2" name="Ellipse 21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3" name="Textfeld 21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4" name="Textfeld 21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5" name="Ellipse 21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6" name="Ellipse 21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7" name="Textfeld 21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9" name="Ellipse 21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0" name="Ellipse 21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1" name="Textfeld 21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32" name="Textfeld 21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33" name="Rechteck 21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4" name="Rechteck 21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5" name="Rechteck 21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6" name="Rechteck 21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7" name="Rechteck 21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8" name="Rechteck 21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9" name="Rechteck 21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0" name="Rechteck 21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14" name="Textfeld 211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112" name="Textfeld 21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2" name="Gruppieren 194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081" name="Gruppieren 208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083" name="Gruppieren 20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5" name="Rechteck 20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6" name="Rechteck 20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7" name="Ellipse 20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Textfeld 20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91" name="Ellipse 20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2" name="Ellipse 20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Textfeld 20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4" name="Textfeld 20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Ellipse 20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Ellipse 20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Textfeld 20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8" name="Textfeld 20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9" name="Ellipse 20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0" name="Ellipse 20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Textfeld 21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02" name="Textfeld 21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3" name="Rechteck 21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Rechteck 21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Rechteck 21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Rechteck 21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4" name="Textfeld 208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082" name="Textfeld 20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3" name="Gruppieren 194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51" name="Gruppieren 205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53" name="Gruppieren 20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55" name="Rechteck 20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6" name="Rechteck 20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7" name="Ellipse 20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9" name="Textfeld 20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61" name="Ellipse 20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2" name="Ellipse 20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Textfeld 20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4" name="Textfeld 20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5" name="Ellipse 20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Ellipse 20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Textfeld 20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8" name="Textfeld 20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9" name="Ellipse 20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0" name="Ellipse 20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1" name="Textfeld 20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72" name="Textfeld 20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73" name="Rechteck 20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Rechteck 20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7" name="Rechteck 20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Rechteck 20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9" name="Rechteck 20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0" name="Rechteck 20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54" name="Textfeld 205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052" name="Textfeld 20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4" name="Gruppieren 194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21" name="Gruppieren 202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23" name="Gruppieren 20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5" name="Rechteck 20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26" name="Rechteck 20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7" name="Ellipse 20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Textfeld 20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3" name="Rechteck 20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Rechteck 20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4" name="Textfeld 20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022" name="Textfeld 20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945" name="Gruppieren 194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017" name="Gruppieren 201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019" name="Rechteck 201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020" name="Textfeld 201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018" name="Textfeld 20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946" name="Textfeld 194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947" name="Gruppieren 194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986" name="Gruppieren 198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988" name="Gruppieren 19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990" name="Gruppieren 19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992" name="Rechteck 19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3" name="Rechteck 19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4" name="Ellipse 19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5" name="Ellipse 19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6" name="Textfeld 19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997" name="Ellipse 199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8" name="Ellipse 199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9" name="Textfeld 199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0" name="Textfeld 199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1" name="Ellipse 20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2" name="Ellipse 20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3" name="Textfeld 200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4" name="Textfeld 200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5" name="Ellipse 200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6" name="Ellipse 200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7" name="Textfeld 200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008" name="Textfeld 200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009" name="Rechteck 200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0" name="Rechteck 200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1" name="Rechteck 201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2" name="Rechteck 201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3" name="Rechteck 201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4" name="Rechteck 201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5" name="Rechteck 201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6" name="Rechteck 201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991" name="Textfeld 19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989" name="Textfeld 19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987" name="Textfeld 198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895" name="Gruppieren 189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896" name="Gruppieren 18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898" name="Gruppieren 18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00" name="Rechteck 18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01" name="Rechteck 19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Ellipse 19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3" name="Ellipse 19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4" name="Textfeld 19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05" name="Textfeld 19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6" name="Ellipse 1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7" name="Ellipse 1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8" name="Textfeld 19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9" name="Textfeld 19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0" name="Ellipse 19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1" name="Ellipse 19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2" name="Textfeld 19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3" name="Textfeld 19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4" name="Ellipse 19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Ellipse 19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Textfeld 19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7" name="Textfeld 19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0" name="Rechteck 19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1" name="Rechteck 19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2" name="Rechteck 19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3" name="Rechteck 19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9" name="Textfeld 18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897" name="Textfeld 18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18" name="Gruppieren 2617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619" name="Gruppieren 261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93" name="Gruppieren 269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95" name="Gruppieren 269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00" name="Ellipse 26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Ellipse 27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Ellipse 27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Ellipse 270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Rechteck 27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9" name="Rechteck 27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6" name="Textfeld 26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94" name="Textfeld 26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20" name="Rechteck 261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1" name="Rechteck 262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2" name="Rechteck 262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3" name="Rechteck 262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4" name="Rechteck 262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25" name="Gruppieren 262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63" name="Gruppieren 26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5" name="Gruppieren 26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8" name="Rechteck 26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70" name="Ellipse 26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2" name="Textfeld 26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Ellipse 2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Textfeld 26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Ellipse 26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Textfeld 26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Rechteck 26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6" name="Textfeld 26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64" name="Textfeld 26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26" name="Gruppieren 2625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633" name="Gruppieren 26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5" name="Gruppieren 26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Textfeld 26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4" name="Textfeld 26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6" name="Textfeld 26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34" name="Textfeld 26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27" name="Gruppieren 2626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31" name="Rechteck 263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32" name="Textfeld 26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28" name="Textfeld 2627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715" name="Gruppieren 271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16" name="Gruppieren 271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9" name="Gruppieren 275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06" name="Gruppieren 32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Ellipse 32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Textfeld 32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14" name="Ellipse 32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Textfeld 321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18" name="Ellipse 32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Textfeld 32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22" name="Ellipse 32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Textfeld 32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1" name="Rechteck 32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Rechteck 32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Rechteck 32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7" name="Textfeld 32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05" name="Textfeld 32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17" name="Rechteck 271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8" name="Rechteck 271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9" name="Rechteck 271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0" name="Rechteck 271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1" name="Rechteck 272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22" name="Gruppieren 272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29" name="Gruppieren 27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1" name="Gruppieren 27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Textfeld 27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39" name="Ellipse 27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Textfeld 27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1" name="Rechteck 27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2" name="Textfeld 27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0" name="Textfeld 27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23" name="Textfeld 272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24" name="Gruppieren 272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25" name="Gruppieren 272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27" name="Rechteck 272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28" name="Textfeld 272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26" name="Textfeld 272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Ellipse 3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2" name="Ellipse 3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Ellipse 31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Ellipse 31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1" name="Rechteck 32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Rechteck 32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Rechteck 32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4" name="Rechteck 32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53" name="Gruppieren 31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55" name="Gruppieren 31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Ellipse 31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Ellipse 31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1" name="Textfeld 31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62" name="Textfeld 31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63" name="Ellipse 31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4" name="Ellipse 31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6" name="Textfeld 31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Textfeld 31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0" name="Textfeld 31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3" name="Textfeld 31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56" name="Textfeld 31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54" name="Textfeld 31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23" name="Gruppieren 31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25" name="Gruppieren 31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27" name="Rechteck 31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28" name="Rechteck 31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Ellipse 31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Ellipse 31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1" name="Textfeld 31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32" name="Textfeld 31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33" name="Ellipse 31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4" name="Ellipse 31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5" name="Textfeld 31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6" name="Textfeld 31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Rechteck 31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Rechteck 31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Rechteck 31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8" name="Rechteck 31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9" name="Rechteck 31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Rechteck 31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Rechteck 31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2" name="Rechteck 31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26" name="Textfeld 31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24" name="Textfeld 31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75" name="Gruppieren 23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7" name="Gruppieren 23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3" name="Ellipse 23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Ellipse 23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4" name="Textfeld 31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5" name="Rechteck 31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Rechteck 31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Rechteck 31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8" name="Rechteck 31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9" name="Rechteck 31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Rechteck 31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Rechteck 31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2" name="Rechteck 31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8" name="Textfeld 23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76" name="Textfeld 23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15" name="Gruppieren 23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7" name="Gruppieren 23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9" name="Rechteck 2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3" name="Ellipse 2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4" name="Ellipse 2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Textfeld 23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Rechteck 23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Rechteck 23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8" name="Textfeld 2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316" name="Textfeld 2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Textfeld 22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95" name="Ellipse 22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Textfeld 22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9" name="Ellipse 22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0" name="Ellipse 22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Textfeld 23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2" name="Textfeld 23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3" name="Ellipse 23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Textfeld 23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Rechteck 23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Rechteck 23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7" name="Gruppieren 22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9" name="Rechteck 22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0" name="Rechteck 22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1" name="Ellipse 22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Textfeld 22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Textfeld 22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2" name="Textfeld 22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3" name="Ellipse 22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Ellipse 22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Textfeld 22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46" name="Textfeld 22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Rechteck 22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8" name="Textfeld 222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Rechteck 22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2017" name="Gruppieren 2016">
            <a:extLst>
              <a:ext uri="{FF2B5EF4-FFF2-40B4-BE49-F238E27FC236}">
                <a16:creationId xmlns:a16="http://schemas.microsoft.com/office/drawing/2014/main" id="{155DDFA7-4E34-4484-B63E-770411D7CFF6}"/>
              </a:ext>
            </a:extLst>
          </p:cNvPr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018" name="Gruppieren 2017">
              <a:extLst>
                <a:ext uri="{FF2B5EF4-FFF2-40B4-BE49-F238E27FC236}">
                  <a16:creationId xmlns:a16="http://schemas.microsoft.com/office/drawing/2014/main" id="{D5AF37E8-921F-4E55-BCF2-1E63633C2532}"/>
                </a:ext>
              </a:extLst>
            </p:cNvPr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534" name="Gruppieren 2533">
                <a:extLst>
                  <a:ext uri="{FF2B5EF4-FFF2-40B4-BE49-F238E27FC236}">
                    <a16:creationId xmlns:a16="http://schemas.microsoft.com/office/drawing/2014/main" id="{C49C1D94-5C4E-48CD-B3BA-B7C1CA8A34A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36" name="Gruppieren 2535">
                  <a:extLst>
                    <a:ext uri="{FF2B5EF4-FFF2-40B4-BE49-F238E27FC236}">
                      <a16:creationId xmlns:a16="http://schemas.microsoft.com/office/drawing/2014/main" id="{C2D02A82-34B2-4628-B126-22857F7F7CEF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38" name="Rechteck 2537">
                    <a:extLst>
                      <a:ext uri="{FF2B5EF4-FFF2-40B4-BE49-F238E27FC236}">
                        <a16:creationId xmlns:a16="http://schemas.microsoft.com/office/drawing/2014/main" id="{E34A6A71-8472-48DC-BD58-CFD64D80271B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Rechteck 2538">
                    <a:extLst>
                      <a:ext uri="{FF2B5EF4-FFF2-40B4-BE49-F238E27FC236}">
                        <a16:creationId xmlns:a16="http://schemas.microsoft.com/office/drawing/2014/main" id="{CB2A9516-18CC-4EB9-858B-0E92B7C76167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>
                    <a:extLst>
                      <a:ext uri="{FF2B5EF4-FFF2-40B4-BE49-F238E27FC236}">
                        <a16:creationId xmlns:a16="http://schemas.microsoft.com/office/drawing/2014/main" id="{53C684C7-0BF9-4F2C-A877-EB8787B0AE9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>
                    <a:extLst>
                      <a:ext uri="{FF2B5EF4-FFF2-40B4-BE49-F238E27FC236}">
                        <a16:creationId xmlns:a16="http://schemas.microsoft.com/office/drawing/2014/main" id="{EA287463-9CF0-4924-B452-38666FF4342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>
                    <a:extLst>
                      <a:ext uri="{FF2B5EF4-FFF2-40B4-BE49-F238E27FC236}">
                        <a16:creationId xmlns:a16="http://schemas.microsoft.com/office/drawing/2014/main" id="{C91228AB-1D01-4A5A-8097-61F14E3DA075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Ellipse 2542">
                    <a:extLst>
                      <a:ext uri="{FF2B5EF4-FFF2-40B4-BE49-F238E27FC236}">
                        <a16:creationId xmlns:a16="http://schemas.microsoft.com/office/drawing/2014/main" id="{491FC7B3-7BD5-40CD-876D-2634F698F7A0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Ellipse 2543">
                    <a:extLst>
                      <a:ext uri="{FF2B5EF4-FFF2-40B4-BE49-F238E27FC236}">
                        <a16:creationId xmlns:a16="http://schemas.microsoft.com/office/drawing/2014/main" id="{C08CF9D7-B7C8-4482-95C1-B1CF809C5BA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>
                    <a:extLst>
                      <a:ext uri="{FF2B5EF4-FFF2-40B4-BE49-F238E27FC236}">
                        <a16:creationId xmlns:a16="http://schemas.microsoft.com/office/drawing/2014/main" id="{30A1DAAA-7422-462E-B669-D568A2F0C973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Ellipse 2545">
                    <a:extLst>
                      <a:ext uri="{FF2B5EF4-FFF2-40B4-BE49-F238E27FC236}">
                        <a16:creationId xmlns:a16="http://schemas.microsoft.com/office/drawing/2014/main" id="{1B4C92F6-02F0-4EFE-BE7F-C99973BB1BDC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Ellipse 2546">
                    <a:extLst>
                      <a:ext uri="{FF2B5EF4-FFF2-40B4-BE49-F238E27FC236}">
                        <a16:creationId xmlns:a16="http://schemas.microsoft.com/office/drawing/2014/main" id="{AAE2490D-E88D-4480-AEDA-ADA013560EB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>
                    <a:extLst>
                      <a:ext uri="{FF2B5EF4-FFF2-40B4-BE49-F238E27FC236}">
                        <a16:creationId xmlns:a16="http://schemas.microsoft.com/office/drawing/2014/main" id="{9D770866-88C0-4B4F-A1FE-517B71993F4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>
                    <a:extLst>
                      <a:ext uri="{FF2B5EF4-FFF2-40B4-BE49-F238E27FC236}">
                        <a16:creationId xmlns:a16="http://schemas.microsoft.com/office/drawing/2014/main" id="{679130E2-70CD-4CFA-88F9-1C5566E32E0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>
                    <a:extLst>
                      <a:ext uri="{FF2B5EF4-FFF2-40B4-BE49-F238E27FC236}">
                        <a16:creationId xmlns:a16="http://schemas.microsoft.com/office/drawing/2014/main" id="{CDE32CF0-FA55-4AED-A799-6AE3B621313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>
                    <a:extLst>
                      <a:ext uri="{FF2B5EF4-FFF2-40B4-BE49-F238E27FC236}">
                        <a16:creationId xmlns:a16="http://schemas.microsoft.com/office/drawing/2014/main" id="{218B4F1C-520C-4B92-BB56-4584C0FD478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>
                    <a:extLst>
                      <a:ext uri="{FF2B5EF4-FFF2-40B4-BE49-F238E27FC236}">
                        <a16:creationId xmlns:a16="http://schemas.microsoft.com/office/drawing/2014/main" id="{D951C4FA-CFB8-4CEE-A2A6-3875909BBA84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>
                    <a:extLst>
                      <a:ext uri="{FF2B5EF4-FFF2-40B4-BE49-F238E27FC236}">
                        <a16:creationId xmlns:a16="http://schemas.microsoft.com/office/drawing/2014/main" id="{E4080C8B-AD79-4587-994D-003ACD383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>
                    <a:extLst>
                      <a:ext uri="{FF2B5EF4-FFF2-40B4-BE49-F238E27FC236}">
                        <a16:creationId xmlns:a16="http://schemas.microsoft.com/office/drawing/2014/main" id="{3139F1F2-7991-4082-889C-317A7A76CCB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>
                    <a:extLst>
                      <a:ext uri="{FF2B5EF4-FFF2-40B4-BE49-F238E27FC236}">
                        <a16:creationId xmlns:a16="http://schemas.microsoft.com/office/drawing/2014/main" id="{361B803D-7D17-42DB-ACEC-A9C5366AB497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37" name="Textfeld 2536">
                  <a:extLst>
                    <a:ext uri="{FF2B5EF4-FFF2-40B4-BE49-F238E27FC236}">
                      <a16:creationId xmlns:a16="http://schemas.microsoft.com/office/drawing/2014/main" id="{70D3F124-1642-4BB0-AC6A-4A01CDECD0E6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35" name="Textfeld 2534">
                <a:extLst>
                  <a:ext uri="{FF2B5EF4-FFF2-40B4-BE49-F238E27FC236}">
                    <a16:creationId xmlns:a16="http://schemas.microsoft.com/office/drawing/2014/main" id="{E7218666-F320-412F-B9BD-38A79510F713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019" name="Rechteck 2018">
              <a:extLst>
                <a:ext uri="{FF2B5EF4-FFF2-40B4-BE49-F238E27FC236}">
                  <a16:creationId xmlns:a16="http://schemas.microsoft.com/office/drawing/2014/main" id="{0D2F50D6-B610-42B3-922B-417215DA4B5A}"/>
                </a:ext>
              </a:extLst>
            </p:cNvPr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0" name="Rechteck 2019">
              <a:extLst>
                <a:ext uri="{FF2B5EF4-FFF2-40B4-BE49-F238E27FC236}">
                  <a16:creationId xmlns:a16="http://schemas.microsoft.com/office/drawing/2014/main" id="{F6E181D9-7C27-442A-9CD2-79C240BF7C81}"/>
                </a:ext>
              </a:extLst>
            </p:cNvPr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1" name="Rechteck 2020">
              <a:extLst>
                <a:ext uri="{FF2B5EF4-FFF2-40B4-BE49-F238E27FC236}">
                  <a16:creationId xmlns:a16="http://schemas.microsoft.com/office/drawing/2014/main" id="{416A797F-3C75-4AF6-8D0C-19DA33355932}"/>
                </a:ext>
              </a:extLst>
            </p:cNvPr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2" name="Rechteck 2021">
              <a:extLst>
                <a:ext uri="{FF2B5EF4-FFF2-40B4-BE49-F238E27FC236}">
                  <a16:creationId xmlns:a16="http://schemas.microsoft.com/office/drawing/2014/main" id="{27A2B5A3-0416-4CC1-970D-CB477D2F4821}"/>
                </a:ext>
              </a:extLst>
            </p:cNvPr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3" name="Rechteck 2022">
              <a:extLst>
                <a:ext uri="{FF2B5EF4-FFF2-40B4-BE49-F238E27FC236}">
                  <a16:creationId xmlns:a16="http://schemas.microsoft.com/office/drawing/2014/main" id="{76CD0CC6-26B2-4589-82C8-070FC28BB387}"/>
                </a:ext>
              </a:extLst>
            </p:cNvPr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55" name="Gruppieren 2054">
              <a:extLst>
                <a:ext uri="{FF2B5EF4-FFF2-40B4-BE49-F238E27FC236}">
                  <a16:creationId xmlns:a16="http://schemas.microsoft.com/office/drawing/2014/main" id="{0D628A80-ABF0-4B3D-BD5E-D10A44923A7B}"/>
                </a:ext>
              </a:extLst>
            </p:cNvPr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504" name="Gruppieren 2503">
                <a:extLst>
                  <a:ext uri="{FF2B5EF4-FFF2-40B4-BE49-F238E27FC236}">
                    <a16:creationId xmlns:a16="http://schemas.microsoft.com/office/drawing/2014/main" id="{DF53620C-6D20-47DE-84E5-8285C00F06B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06" name="Gruppieren 2505">
                  <a:extLst>
                    <a:ext uri="{FF2B5EF4-FFF2-40B4-BE49-F238E27FC236}">
                      <a16:creationId xmlns:a16="http://schemas.microsoft.com/office/drawing/2014/main" id="{F3157374-4AD1-49D3-B711-E86A6F1963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08" name="Rechteck 2507">
                    <a:extLst>
                      <a:ext uri="{FF2B5EF4-FFF2-40B4-BE49-F238E27FC236}">
                        <a16:creationId xmlns:a16="http://schemas.microsoft.com/office/drawing/2014/main" id="{89DCE4E1-F4FB-4B5C-9E2B-A712DBB2056F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9" name="Rechteck 2508">
                    <a:extLst>
                      <a:ext uri="{FF2B5EF4-FFF2-40B4-BE49-F238E27FC236}">
                        <a16:creationId xmlns:a16="http://schemas.microsoft.com/office/drawing/2014/main" id="{F772B84E-4FA5-482E-A95F-423D6EB6E774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>
                    <a:extLst>
                      <a:ext uri="{FF2B5EF4-FFF2-40B4-BE49-F238E27FC236}">
                        <a16:creationId xmlns:a16="http://schemas.microsoft.com/office/drawing/2014/main" id="{01E6654C-090B-4D7C-A256-D6FCE43A650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1" name="Ellipse 2510">
                    <a:extLst>
                      <a:ext uri="{FF2B5EF4-FFF2-40B4-BE49-F238E27FC236}">
                        <a16:creationId xmlns:a16="http://schemas.microsoft.com/office/drawing/2014/main" id="{02467A54-E9B1-42B8-98A5-ADCB9BB27FC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>
                    <a:extLst>
                      <a:ext uri="{FF2B5EF4-FFF2-40B4-BE49-F238E27FC236}">
                        <a16:creationId xmlns:a16="http://schemas.microsoft.com/office/drawing/2014/main" id="{6D069802-8D93-4CB5-937D-2C009B6DD6F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13" name="Textfeld 2512">
                    <a:extLst>
                      <a:ext uri="{FF2B5EF4-FFF2-40B4-BE49-F238E27FC236}">
                        <a16:creationId xmlns:a16="http://schemas.microsoft.com/office/drawing/2014/main" id="{75B5D414-4852-472F-90A0-E9D10C29A51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14" name="Ellipse 2513">
                    <a:extLst>
                      <a:ext uri="{FF2B5EF4-FFF2-40B4-BE49-F238E27FC236}">
                        <a16:creationId xmlns:a16="http://schemas.microsoft.com/office/drawing/2014/main" id="{8809AB06-4371-45E3-AAFE-0E550A21506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Ellipse 2514">
                    <a:extLst>
                      <a:ext uri="{FF2B5EF4-FFF2-40B4-BE49-F238E27FC236}">
                        <a16:creationId xmlns:a16="http://schemas.microsoft.com/office/drawing/2014/main" id="{7E6E6237-660A-4ACF-85BA-7594F623B63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>
                    <a:extLst>
                      <a:ext uri="{FF2B5EF4-FFF2-40B4-BE49-F238E27FC236}">
                        <a16:creationId xmlns:a16="http://schemas.microsoft.com/office/drawing/2014/main" id="{E7FCD6A0-100F-4607-903C-62B27DD4484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7" name="Textfeld 2516">
                    <a:extLst>
                      <a:ext uri="{FF2B5EF4-FFF2-40B4-BE49-F238E27FC236}">
                        <a16:creationId xmlns:a16="http://schemas.microsoft.com/office/drawing/2014/main" id="{C5713D6A-AE83-4A72-9246-D5E3D5AC03B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8" name="Ellipse 2517">
                    <a:extLst>
                      <a:ext uri="{FF2B5EF4-FFF2-40B4-BE49-F238E27FC236}">
                        <a16:creationId xmlns:a16="http://schemas.microsoft.com/office/drawing/2014/main" id="{77ECCC3F-AF59-4760-8969-5E6B099672F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Ellipse 2518">
                    <a:extLst>
                      <a:ext uri="{FF2B5EF4-FFF2-40B4-BE49-F238E27FC236}">
                        <a16:creationId xmlns:a16="http://schemas.microsoft.com/office/drawing/2014/main" id="{FC99473E-B8B9-439B-A874-842EC87C4491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Textfeld 2519">
                    <a:extLst>
                      <a:ext uri="{FF2B5EF4-FFF2-40B4-BE49-F238E27FC236}">
                        <a16:creationId xmlns:a16="http://schemas.microsoft.com/office/drawing/2014/main" id="{586F2BEA-CA29-472F-997B-1766713D6D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21" name="Textfeld 2520">
                    <a:extLst>
                      <a:ext uri="{FF2B5EF4-FFF2-40B4-BE49-F238E27FC236}">
                        <a16:creationId xmlns:a16="http://schemas.microsoft.com/office/drawing/2014/main" id="{1A649675-F258-4298-9D6C-2AFC8C81EF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22" name="Ellipse 2521">
                    <a:extLst>
                      <a:ext uri="{FF2B5EF4-FFF2-40B4-BE49-F238E27FC236}">
                        <a16:creationId xmlns:a16="http://schemas.microsoft.com/office/drawing/2014/main" id="{A33D4766-2547-4198-BC19-DB4DE4951241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Ellipse 2522">
                    <a:extLst>
                      <a:ext uri="{FF2B5EF4-FFF2-40B4-BE49-F238E27FC236}">
                        <a16:creationId xmlns:a16="http://schemas.microsoft.com/office/drawing/2014/main" id="{0EBB366E-5D7A-41CA-898B-718A84C43FFD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Textfeld 2523">
                    <a:extLst>
                      <a:ext uri="{FF2B5EF4-FFF2-40B4-BE49-F238E27FC236}">
                        <a16:creationId xmlns:a16="http://schemas.microsoft.com/office/drawing/2014/main" id="{DBE5B229-6946-4466-BA49-6828F4EC996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25" name="Textfeld 2524">
                    <a:extLst>
                      <a:ext uri="{FF2B5EF4-FFF2-40B4-BE49-F238E27FC236}">
                        <a16:creationId xmlns:a16="http://schemas.microsoft.com/office/drawing/2014/main" id="{D20E51D7-2B83-4B82-A36C-F92C5DD14F1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26" name="Rechteck 2525">
                    <a:extLst>
                      <a:ext uri="{FF2B5EF4-FFF2-40B4-BE49-F238E27FC236}">
                        <a16:creationId xmlns:a16="http://schemas.microsoft.com/office/drawing/2014/main" id="{431F6092-B745-480F-8411-3150027A130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Rechteck 2526">
                    <a:extLst>
                      <a:ext uri="{FF2B5EF4-FFF2-40B4-BE49-F238E27FC236}">
                        <a16:creationId xmlns:a16="http://schemas.microsoft.com/office/drawing/2014/main" id="{505FFAE9-1831-4365-AC4A-EC04D2EF1AF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Rechteck 2527">
                    <a:extLst>
                      <a:ext uri="{FF2B5EF4-FFF2-40B4-BE49-F238E27FC236}">
                        <a16:creationId xmlns:a16="http://schemas.microsoft.com/office/drawing/2014/main" id="{97C5DC72-5C17-48E4-8EA6-439596A0B22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Rechteck 2528">
                    <a:extLst>
                      <a:ext uri="{FF2B5EF4-FFF2-40B4-BE49-F238E27FC236}">
                        <a16:creationId xmlns:a16="http://schemas.microsoft.com/office/drawing/2014/main" id="{7083C06D-F2D8-4EC0-A062-EBDBA119F75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0" name="Rechteck 2529">
                    <a:extLst>
                      <a:ext uri="{FF2B5EF4-FFF2-40B4-BE49-F238E27FC236}">
                        <a16:creationId xmlns:a16="http://schemas.microsoft.com/office/drawing/2014/main" id="{4E761F64-E09E-49B5-AD92-35D0F6DE58E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Rechteck 2530">
                    <a:extLst>
                      <a:ext uri="{FF2B5EF4-FFF2-40B4-BE49-F238E27FC236}">
                        <a16:creationId xmlns:a16="http://schemas.microsoft.com/office/drawing/2014/main" id="{29C96BB9-E030-42AD-BFF6-E68E3A0C3FB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Rechteck 2531">
                    <a:extLst>
                      <a:ext uri="{FF2B5EF4-FFF2-40B4-BE49-F238E27FC236}">
                        <a16:creationId xmlns:a16="http://schemas.microsoft.com/office/drawing/2014/main" id="{4A1DDE9F-C4E4-44D7-97DB-BED1B8EA9D3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Rechteck 2532">
                    <a:extLst>
                      <a:ext uri="{FF2B5EF4-FFF2-40B4-BE49-F238E27FC236}">
                        <a16:creationId xmlns:a16="http://schemas.microsoft.com/office/drawing/2014/main" id="{4334F8F1-F414-45DB-9744-1D130CEA89B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7" name="Textfeld 2506">
                  <a:extLst>
                    <a:ext uri="{FF2B5EF4-FFF2-40B4-BE49-F238E27FC236}">
                      <a16:creationId xmlns:a16="http://schemas.microsoft.com/office/drawing/2014/main" id="{ACFE9E2D-DFBC-4B1A-A45C-6E71291BDFD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05" name="Textfeld 2504">
                <a:extLst>
                  <a:ext uri="{FF2B5EF4-FFF2-40B4-BE49-F238E27FC236}">
                    <a16:creationId xmlns:a16="http://schemas.microsoft.com/office/drawing/2014/main" id="{DF5709DA-EB29-4B61-9A57-D565BE42B2C1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056" name="Gruppieren 2055">
              <a:extLst>
                <a:ext uri="{FF2B5EF4-FFF2-40B4-BE49-F238E27FC236}">
                  <a16:creationId xmlns:a16="http://schemas.microsoft.com/office/drawing/2014/main" id="{227F0306-ECFE-4E67-9753-BF165C064E0B}"/>
                </a:ext>
              </a:extLst>
            </p:cNvPr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474" name="Gruppieren 2473">
                <a:extLst>
                  <a:ext uri="{FF2B5EF4-FFF2-40B4-BE49-F238E27FC236}">
                    <a16:creationId xmlns:a16="http://schemas.microsoft.com/office/drawing/2014/main" id="{36B5DEE0-2191-4E13-96FD-CBFD4B78079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76" name="Gruppieren 2475">
                  <a:extLst>
                    <a:ext uri="{FF2B5EF4-FFF2-40B4-BE49-F238E27FC236}">
                      <a16:creationId xmlns:a16="http://schemas.microsoft.com/office/drawing/2014/main" id="{068611AC-7A74-4415-B3CA-B215D8F84707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78" name="Rechteck 2477">
                    <a:extLst>
                      <a:ext uri="{FF2B5EF4-FFF2-40B4-BE49-F238E27FC236}">
                        <a16:creationId xmlns:a16="http://schemas.microsoft.com/office/drawing/2014/main" id="{CBD7B8AB-9539-4AD0-8C14-E93C116B75C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79" name="Rechteck 2478">
                    <a:extLst>
                      <a:ext uri="{FF2B5EF4-FFF2-40B4-BE49-F238E27FC236}">
                        <a16:creationId xmlns:a16="http://schemas.microsoft.com/office/drawing/2014/main" id="{53F6D743-92EC-4BB7-AD1A-393EC753F10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Ellipse 2479">
                    <a:extLst>
                      <a:ext uri="{FF2B5EF4-FFF2-40B4-BE49-F238E27FC236}">
                        <a16:creationId xmlns:a16="http://schemas.microsoft.com/office/drawing/2014/main" id="{32BA8942-1D0E-43DB-BE12-AEB9706A804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Ellipse 2480">
                    <a:extLst>
                      <a:ext uri="{FF2B5EF4-FFF2-40B4-BE49-F238E27FC236}">
                        <a16:creationId xmlns:a16="http://schemas.microsoft.com/office/drawing/2014/main" id="{A73FD949-EA3F-43A8-A672-15F8D8B9929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Textfeld 2481">
                    <a:extLst>
                      <a:ext uri="{FF2B5EF4-FFF2-40B4-BE49-F238E27FC236}">
                        <a16:creationId xmlns:a16="http://schemas.microsoft.com/office/drawing/2014/main" id="{CE9D8175-8AAF-49F6-A329-CC4B90771DD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83" name="Textfeld 2482">
                    <a:extLst>
                      <a:ext uri="{FF2B5EF4-FFF2-40B4-BE49-F238E27FC236}">
                        <a16:creationId xmlns:a16="http://schemas.microsoft.com/office/drawing/2014/main" id="{2A83224C-6695-454E-90D0-6C1D4A7A44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84" name="Ellipse 2483">
                    <a:extLst>
                      <a:ext uri="{FF2B5EF4-FFF2-40B4-BE49-F238E27FC236}">
                        <a16:creationId xmlns:a16="http://schemas.microsoft.com/office/drawing/2014/main" id="{6CB08001-EDE0-4285-95D1-785F290AF2B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Ellipse 2484">
                    <a:extLst>
                      <a:ext uri="{FF2B5EF4-FFF2-40B4-BE49-F238E27FC236}">
                        <a16:creationId xmlns:a16="http://schemas.microsoft.com/office/drawing/2014/main" id="{05325FE3-4517-4B72-B66A-5D144F908878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Textfeld 2485">
                    <a:extLst>
                      <a:ext uri="{FF2B5EF4-FFF2-40B4-BE49-F238E27FC236}">
                        <a16:creationId xmlns:a16="http://schemas.microsoft.com/office/drawing/2014/main" id="{81DCEC0A-C7FD-4A84-9B5D-D98A1503D79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87" name="Textfeld 2486">
                    <a:extLst>
                      <a:ext uri="{FF2B5EF4-FFF2-40B4-BE49-F238E27FC236}">
                        <a16:creationId xmlns:a16="http://schemas.microsoft.com/office/drawing/2014/main" id="{D1FA838D-DE3F-437B-BBFD-7E1D9448A64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88" name="Ellipse 2487">
                    <a:extLst>
                      <a:ext uri="{FF2B5EF4-FFF2-40B4-BE49-F238E27FC236}">
                        <a16:creationId xmlns:a16="http://schemas.microsoft.com/office/drawing/2014/main" id="{F697A0F5-0748-47E4-93FA-BC5FE78FC4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Ellipse 2488">
                    <a:extLst>
                      <a:ext uri="{FF2B5EF4-FFF2-40B4-BE49-F238E27FC236}">
                        <a16:creationId xmlns:a16="http://schemas.microsoft.com/office/drawing/2014/main" id="{A08A1667-2974-45AB-85A5-2ED96C496ACD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Textfeld 2489">
                    <a:extLst>
                      <a:ext uri="{FF2B5EF4-FFF2-40B4-BE49-F238E27FC236}">
                        <a16:creationId xmlns:a16="http://schemas.microsoft.com/office/drawing/2014/main" id="{793D7C65-D73C-43E6-BCDB-D595CAAEDA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1" name="Textfeld 2490">
                    <a:extLst>
                      <a:ext uri="{FF2B5EF4-FFF2-40B4-BE49-F238E27FC236}">
                        <a16:creationId xmlns:a16="http://schemas.microsoft.com/office/drawing/2014/main" id="{37DCB491-A05B-4A2D-8BA5-5DE8C79E9ACF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2" name="Ellipse 2491">
                    <a:extLst>
                      <a:ext uri="{FF2B5EF4-FFF2-40B4-BE49-F238E27FC236}">
                        <a16:creationId xmlns:a16="http://schemas.microsoft.com/office/drawing/2014/main" id="{079CF333-541E-48FD-B956-A153580E7139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>
                    <a:extLst>
                      <a:ext uri="{FF2B5EF4-FFF2-40B4-BE49-F238E27FC236}">
                        <a16:creationId xmlns:a16="http://schemas.microsoft.com/office/drawing/2014/main" id="{1850EAEF-814F-4D41-B46D-20AFD5DD97F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4" name="Textfeld 2493">
                    <a:extLst>
                      <a:ext uri="{FF2B5EF4-FFF2-40B4-BE49-F238E27FC236}">
                        <a16:creationId xmlns:a16="http://schemas.microsoft.com/office/drawing/2014/main" id="{80F11948-3BF0-4C01-ADFE-897B60CA6227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5" name="Textfeld 2494">
                    <a:extLst>
                      <a:ext uri="{FF2B5EF4-FFF2-40B4-BE49-F238E27FC236}">
                        <a16:creationId xmlns:a16="http://schemas.microsoft.com/office/drawing/2014/main" id="{F5490E9C-E539-4DF2-A8FC-45A6C42DC224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6" name="Rechteck 2495">
                    <a:extLst>
                      <a:ext uri="{FF2B5EF4-FFF2-40B4-BE49-F238E27FC236}">
                        <a16:creationId xmlns:a16="http://schemas.microsoft.com/office/drawing/2014/main" id="{BA18DE6B-CD36-4F3F-8209-C85A72D47E2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Rechteck 2496">
                    <a:extLst>
                      <a:ext uri="{FF2B5EF4-FFF2-40B4-BE49-F238E27FC236}">
                        <a16:creationId xmlns:a16="http://schemas.microsoft.com/office/drawing/2014/main" id="{D4C1E6A6-CD3D-46D9-A73C-FE9DEA943C5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Rechteck 2497">
                    <a:extLst>
                      <a:ext uri="{FF2B5EF4-FFF2-40B4-BE49-F238E27FC236}">
                        <a16:creationId xmlns:a16="http://schemas.microsoft.com/office/drawing/2014/main" id="{29DEE53A-E681-471E-948E-F1F7C19C8E7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Rechteck 2498">
                    <a:extLst>
                      <a:ext uri="{FF2B5EF4-FFF2-40B4-BE49-F238E27FC236}">
                        <a16:creationId xmlns:a16="http://schemas.microsoft.com/office/drawing/2014/main" id="{7920EE44-B275-4F45-95C5-09E7CD0CD5A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Rechteck 2499">
                    <a:extLst>
                      <a:ext uri="{FF2B5EF4-FFF2-40B4-BE49-F238E27FC236}">
                        <a16:creationId xmlns:a16="http://schemas.microsoft.com/office/drawing/2014/main" id="{487508ED-6971-4E5B-9EEE-6B9087A31A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>
                    <a:extLst>
                      <a:ext uri="{FF2B5EF4-FFF2-40B4-BE49-F238E27FC236}">
                        <a16:creationId xmlns:a16="http://schemas.microsoft.com/office/drawing/2014/main" id="{4A8CE40E-EB25-40BA-8476-D8575C3DDD1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>
                    <a:extLst>
                      <a:ext uri="{FF2B5EF4-FFF2-40B4-BE49-F238E27FC236}">
                        <a16:creationId xmlns:a16="http://schemas.microsoft.com/office/drawing/2014/main" id="{753BB876-1194-4ADB-8C6B-1D8E6F51799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>
                    <a:extLst>
                      <a:ext uri="{FF2B5EF4-FFF2-40B4-BE49-F238E27FC236}">
                        <a16:creationId xmlns:a16="http://schemas.microsoft.com/office/drawing/2014/main" id="{7C543564-4987-438F-87B6-30000999F211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77" name="Textfeld 2476">
                  <a:extLst>
                    <a:ext uri="{FF2B5EF4-FFF2-40B4-BE49-F238E27FC236}">
                      <a16:creationId xmlns:a16="http://schemas.microsoft.com/office/drawing/2014/main" id="{0C2D6287-B50A-42D4-80F2-EC7F3F4BED91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475" name="Textfeld 2474">
                <a:extLst>
                  <a:ext uri="{FF2B5EF4-FFF2-40B4-BE49-F238E27FC236}">
                    <a16:creationId xmlns:a16="http://schemas.microsoft.com/office/drawing/2014/main" id="{A05E4EBE-A527-4F01-BB11-F96462789BA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057" name="Gruppieren 2056">
              <a:extLst>
                <a:ext uri="{FF2B5EF4-FFF2-40B4-BE49-F238E27FC236}">
                  <a16:creationId xmlns:a16="http://schemas.microsoft.com/office/drawing/2014/main" id="{C2E1E114-D197-43E5-B366-C3487F3EC010}"/>
                </a:ext>
              </a:extLst>
            </p:cNvPr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112" name="Gruppieren 2111">
                <a:extLst>
                  <a:ext uri="{FF2B5EF4-FFF2-40B4-BE49-F238E27FC236}">
                    <a16:creationId xmlns:a16="http://schemas.microsoft.com/office/drawing/2014/main" id="{A16F260A-5C3D-47DD-89F5-D3AC71B524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14" name="Gruppieren 2113">
                  <a:extLst>
                    <a:ext uri="{FF2B5EF4-FFF2-40B4-BE49-F238E27FC236}">
                      <a16:creationId xmlns:a16="http://schemas.microsoft.com/office/drawing/2014/main" id="{F9A3EE5C-9188-43B0-B756-70D3F39774F1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8" name="Rechteck 2447">
                    <a:extLst>
                      <a:ext uri="{FF2B5EF4-FFF2-40B4-BE49-F238E27FC236}">
                        <a16:creationId xmlns:a16="http://schemas.microsoft.com/office/drawing/2014/main" id="{E95CACE0-CE33-4116-9305-41E95271855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9" name="Rechteck 2448">
                    <a:extLst>
                      <a:ext uri="{FF2B5EF4-FFF2-40B4-BE49-F238E27FC236}">
                        <a16:creationId xmlns:a16="http://schemas.microsoft.com/office/drawing/2014/main" id="{C92D595C-C848-45F6-B2B2-67303DF40739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>
                    <a:extLst>
                      <a:ext uri="{FF2B5EF4-FFF2-40B4-BE49-F238E27FC236}">
                        <a16:creationId xmlns:a16="http://schemas.microsoft.com/office/drawing/2014/main" id="{6BBBF312-F954-4C05-B284-4796394BB20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Ellipse 2450">
                    <a:extLst>
                      <a:ext uri="{FF2B5EF4-FFF2-40B4-BE49-F238E27FC236}">
                        <a16:creationId xmlns:a16="http://schemas.microsoft.com/office/drawing/2014/main" id="{8A72E510-4BC8-4AF3-BAEA-A2912276DD1E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Textfeld 2451">
                    <a:extLst>
                      <a:ext uri="{FF2B5EF4-FFF2-40B4-BE49-F238E27FC236}">
                        <a16:creationId xmlns:a16="http://schemas.microsoft.com/office/drawing/2014/main" id="{83EA1C71-88BB-480E-A278-CE0123D4663A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53" name="Textfeld 2452">
                    <a:extLst>
                      <a:ext uri="{FF2B5EF4-FFF2-40B4-BE49-F238E27FC236}">
                        <a16:creationId xmlns:a16="http://schemas.microsoft.com/office/drawing/2014/main" id="{B863D956-5EDD-4DDA-AAE7-4F11FC165EA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54" name="Ellipse 2453">
                    <a:extLst>
                      <a:ext uri="{FF2B5EF4-FFF2-40B4-BE49-F238E27FC236}">
                        <a16:creationId xmlns:a16="http://schemas.microsoft.com/office/drawing/2014/main" id="{B64EAD18-5C15-4460-87CE-989B4590ADD0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Ellipse 2454">
                    <a:extLst>
                      <a:ext uri="{FF2B5EF4-FFF2-40B4-BE49-F238E27FC236}">
                        <a16:creationId xmlns:a16="http://schemas.microsoft.com/office/drawing/2014/main" id="{CA113E77-DB0A-49E4-9ED0-5FA837C58B0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Textfeld 2455">
                    <a:extLst>
                      <a:ext uri="{FF2B5EF4-FFF2-40B4-BE49-F238E27FC236}">
                        <a16:creationId xmlns:a16="http://schemas.microsoft.com/office/drawing/2014/main" id="{CFD014E1-BBB4-4494-801F-D2525B55DFF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7" name="Textfeld 2456">
                    <a:extLst>
                      <a:ext uri="{FF2B5EF4-FFF2-40B4-BE49-F238E27FC236}">
                        <a16:creationId xmlns:a16="http://schemas.microsoft.com/office/drawing/2014/main" id="{312A5854-D768-4C4A-815D-3F22EE6C35F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8" name="Ellipse 2457">
                    <a:extLst>
                      <a:ext uri="{FF2B5EF4-FFF2-40B4-BE49-F238E27FC236}">
                        <a16:creationId xmlns:a16="http://schemas.microsoft.com/office/drawing/2014/main" id="{231F1950-522E-4A0C-A5C7-98EB6AD5194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Ellipse 2458">
                    <a:extLst>
                      <a:ext uri="{FF2B5EF4-FFF2-40B4-BE49-F238E27FC236}">
                        <a16:creationId xmlns:a16="http://schemas.microsoft.com/office/drawing/2014/main" id="{1548BCB5-CD9E-4806-AE4A-F1E9BF2FDD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Textfeld 2459">
                    <a:extLst>
                      <a:ext uri="{FF2B5EF4-FFF2-40B4-BE49-F238E27FC236}">
                        <a16:creationId xmlns:a16="http://schemas.microsoft.com/office/drawing/2014/main" id="{8FDBAF1B-281F-448E-A765-095B59E0A26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61" name="Textfeld 2460">
                    <a:extLst>
                      <a:ext uri="{FF2B5EF4-FFF2-40B4-BE49-F238E27FC236}">
                        <a16:creationId xmlns:a16="http://schemas.microsoft.com/office/drawing/2014/main" id="{535FCF79-18D7-446F-B8B8-F6191D94986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62" name="Ellipse 2461">
                    <a:extLst>
                      <a:ext uri="{FF2B5EF4-FFF2-40B4-BE49-F238E27FC236}">
                        <a16:creationId xmlns:a16="http://schemas.microsoft.com/office/drawing/2014/main" id="{D7FE5B20-A730-4FF1-80E6-F934A5183342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3" name="Ellipse 2462">
                    <a:extLst>
                      <a:ext uri="{FF2B5EF4-FFF2-40B4-BE49-F238E27FC236}">
                        <a16:creationId xmlns:a16="http://schemas.microsoft.com/office/drawing/2014/main" id="{FD49A58A-61C9-4C01-BCA2-54F2787EC30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4" name="Textfeld 2463">
                    <a:extLst>
                      <a:ext uri="{FF2B5EF4-FFF2-40B4-BE49-F238E27FC236}">
                        <a16:creationId xmlns:a16="http://schemas.microsoft.com/office/drawing/2014/main" id="{1DBCCFDD-9C48-4A06-A01B-6F88DABB81F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65" name="Textfeld 2464">
                    <a:extLst>
                      <a:ext uri="{FF2B5EF4-FFF2-40B4-BE49-F238E27FC236}">
                        <a16:creationId xmlns:a16="http://schemas.microsoft.com/office/drawing/2014/main" id="{9C49476D-6509-4F38-91B4-E62AAE2A0E28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66" name="Rechteck 2465">
                    <a:extLst>
                      <a:ext uri="{FF2B5EF4-FFF2-40B4-BE49-F238E27FC236}">
                        <a16:creationId xmlns:a16="http://schemas.microsoft.com/office/drawing/2014/main" id="{6B651197-B139-4A77-AA96-798605354A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Rechteck 2466">
                    <a:extLst>
                      <a:ext uri="{FF2B5EF4-FFF2-40B4-BE49-F238E27FC236}">
                        <a16:creationId xmlns:a16="http://schemas.microsoft.com/office/drawing/2014/main" id="{A8AB39B4-E8F5-48E6-A26C-C7253E80CAA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Rechteck 2467">
                    <a:extLst>
                      <a:ext uri="{FF2B5EF4-FFF2-40B4-BE49-F238E27FC236}">
                        <a16:creationId xmlns:a16="http://schemas.microsoft.com/office/drawing/2014/main" id="{F14EC98D-FA1A-4D3B-BA34-6C793801971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Rechteck 2468">
                    <a:extLst>
                      <a:ext uri="{FF2B5EF4-FFF2-40B4-BE49-F238E27FC236}">
                        <a16:creationId xmlns:a16="http://schemas.microsoft.com/office/drawing/2014/main" id="{7CD407FC-D325-4143-919B-61EB092C19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0" name="Rechteck 2469">
                    <a:extLst>
                      <a:ext uri="{FF2B5EF4-FFF2-40B4-BE49-F238E27FC236}">
                        <a16:creationId xmlns:a16="http://schemas.microsoft.com/office/drawing/2014/main" id="{B3E597BE-55B5-4F49-B66C-D0E7CCF07F3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1" name="Rechteck 2470">
                    <a:extLst>
                      <a:ext uri="{FF2B5EF4-FFF2-40B4-BE49-F238E27FC236}">
                        <a16:creationId xmlns:a16="http://schemas.microsoft.com/office/drawing/2014/main" id="{48010697-5E68-4121-A7AE-97C6E38F6E1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Rechteck 2471">
                    <a:extLst>
                      <a:ext uri="{FF2B5EF4-FFF2-40B4-BE49-F238E27FC236}">
                        <a16:creationId xmlns:a16="http://schemas.microsoft.com/office/drawing/2014/main" id="{8E4FF0F6-C147-4EB0-B24B-136870D8650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Rechteck 2472">
                    <a:extLst>
                      <a:ext uri="{FF2B5EF4-FFF2-40B4-BE49-F238E27FC236}">
                        <a16:creationId xmlns:a16="http://schemas.microsoft.com/office/drawing/2014/main" id="{54D0D8E1-35AD-40B4-8E86-86BE62B526B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7" name="Textfeld 2446">
                  <a:extLst>
                    <a:ext uri="{FF2B5EF4-FFF2-40B4-BE49-F238E27FC236}">
                      <a16:creationId xmlns:a16="http://schemas.microsoft.com/office/drawing/2014/main" id="{A34206BB-75C8-4366-9390-F5E1D367743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13" name="Textfeld 2112">
                <a:extLst>
                  <a:ext uri="{FF2B5EF4-FFF2-40B4-BE49-F238E27FC236}">
                    <a16:creationId xmlns:a16="http://schemas.microsoft.com/office/drawing/2014/main" id="{32E05854-8F92-4233-999D-3DF3779967B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058" name="Gruppieren 2057">
              <a:extLst>
                <a:ext uri="{FF2B5EF4-FFF2-40B4-BE49-F238E27FC236}">
                  <a16:creationId xmlns:a16="http://schemas.microsoft.com/office/drawing/2014/main" id="{67AA111C-BAA6-4A97-A331-7C7E83F16BC7}"/>
                </a:ext>
              </a:extLst>
            </p:cNvPr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108" name="Gruppieren 2107">
                <a:extLst>
                  <a:ext uri="{FF2B5EF4-FFF2-40B4-BE49-F238E27FC236}">
                    <a16:creationId xmlns:a16="http://schemas.microsoft.com/office/drawing/2014/main" id="{3A4276E1-F2CB-4EBE-80D9-99F7FF171778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110" name="Rechteck 2109">
                  <a:extLst>
                    <a:ext uri="{FF2B5EF4-FFF2-40B4-BE49-F238E27FC236}">
                      <a16:creationId xmlns:a16="http://schemas.microsoft.com/office/drawing/2014/main" id="{7EB887D3-8127-45BE-9504-6199BAF2FAC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11" name="Textfeld 2110">
                  <a:extLst>
                    <a:ext uri="{FF2B5EF4-FFF2-40B4-BE49-F238E27FC236}">
                      <a16:creationId xmlns:a16="http://schemas.microsoft.com/office/drawing/2014/main" id="{A0328713-8732-479D-8A7E-662008BC1F7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09" name="Textfeld 2108">
                <a:extLst>
                  <a:ext uri="{FF2B5EF4-FFF2-40B4-BE49-F238E27FC236}">
                    <a16:creationId xmlns:a16="http://schemas.microsoft.com/office/drawing/2014/main" id="{DC5AEA9F-197C-4AB7-B341-4DC1E3BD493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59" name="Textfeld 2058">
              <a:extLst>
                <a:ext uri="{FF2B5EF4-FFF2-40B4-BE49-F238E27FC236}">
                  <a16:creationId xmlns:a16="http://schemas.microsoft.com/office/drawing/2014/main" id="{59CEC846-2C04-404F-BAC0-133E968E751C}"/>
                </a:ext>
              </a:extLst>
            </p:cNvPr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77" name="Gruppieren 2076">
              <a:extLst>
                <a:ext uri="{FF2B5EF4-FFF2-40B4-BE49-F238E27FC236}">
                  <a16:creationId xmlns:a16="http://schemas.microsoft.com/office/drawing/2014/main" id="{0DE2EB08-ACDC-44F7-A845-44F0793E68B4}"/>
                </a:ext>
              </a:extLst>
            </p:cNvPr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78" name="Gruppieren 2077">
                <a:extLst>
                  <a:ext uri="{FF2B5EF4-FFF2-40B4-BE49-F238E27FC236}">
                    <a16:creationId xmlns:a16="http://schemas.microsoft.com/office/drawing/2014/main" id="{3CB6950F-1D1D-498B-A1DD-2B89F0F6B2B0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80" name="Gruppieren 2079">
                  <a:extLst>
                    <a:ext uri="{FF2B5EF4-FFF2-40B4-BE49-F238E27FC236}">
                      <a16:creationId xmlns:a16="http://schemas.microsoft.com/office/drawing/2014/main" id="{6B0824E1-399E-43B6-95B0-014BBE83F3E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2" name="Rechteck 2081">
                    <a:extLst>
                      <a:ext uri="{FF2B5EF4-FFF2-40B4-BE49-F238E27FC236}">
                        <a16:creationId xmlns:a16="http://schemas.microsoft.com/office/drawing/2014/main" id="{A0E101F8-8E7D-414D-8E0C-3E2398E17E04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3" name="Rechteck 2082">
                    <a:extLst>
                      <a:ext uri="{FF2B5EF4-FFF2-40B4-BE49-F238E27FC236}">
                        <a16:creationId xmlns:a16="http://schemas.microsoft.com/office/drawing/2014/main" id="{A02ACB70-CD26-40CA-B8D1-C2AE37F1F17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4" name="Ellipse 2083">
                    <a:extLst>
                      <a:ext uri="{FF2B5EF4-FFF2-40B4-BE49-F238E27FC236}">
                        <a16:creationId xmlns:a16="http://schemas.microsoft.com/office/drawing/2014/main" id="{FD5C1174-8ACF-4F8F-BAC9-471D235F20B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>
                    <a:extLst>
                      <a:ext uri="{FF2B5EF4-FFF2-40B4-BE49-F238E27FC236}">
                        <a16:creationId xmlns:a16="http://schemas.microsoft.com/office/drawing/2014/main" id="{783E449C-F82D-4D7C-8E74-71E5C780854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>
                    <a:extLst>
                      <a:ext uri="{FF2B5EF4-FFF2-40B4-BE49-F238E27FC236}">
                        <a16:creationId xmlns:a16="http://schemas.microsoft.com/office/drawing/2014/main" id="{DBA5CE19-410F-4BD1-AD57-B245CF53DCB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87" name="Textfeld 2086">
                    <a:extLst>
                      <a:ext uri="{FF2B5EF4-FFF2-40B4-BE49-F238E27FC236}">
                        <a16:creationId xmlns:a16="http://schemas.microsoft.com/office/drawing/2014/main" id="{62252A21-32C5-4771-9CBD-C078FF523E7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8" name="Ellipse 2087">
                    <a:extLst>
                      <a:ext uri="{FF2B5EF4-FFF2-40B4-BE49-F238E27FC236}">
                        <a16:creationId xmlns:a16="http://schemas.microsoft.com/office/drawing/2014/main" id="{D492D00E-FD37-4B6D-98E6-CEAD78E10827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>
                    <a:extLst>
                      <a:ext uri="{FF2B5EF4-FFF2-40B4-BE49-F238E27FC236}">
                        <a16:creationId xmlns:a16="http://schemas.microsoft.com/office/drawing/2014/main" id="{DE75AA91-0354-4421-8A59-EC3761E87F8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>
                    <a:extLst>
                      <a:ext uri="{FF2B5EF4-FFF2-40B4-BE49-F238E27FC236}">
                        <a16:creationId xmlns:a16="http://schemas.microsoft.com/office/drawing/2014/main" id="{41ECCD79-7133-43C7-A8D4-64071753D24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1" name="Textfeld 2090">
                    <a:extLst>
                      <a:ext uri="{FF2B5EF4-FFF2-40B4-BE49-F238E27FC236}">
                        <a16:creationId xmlns:a16="http://schemas.microsoft.com/office/drawing/2014/main" id="{30D9D755-48E8-4043-939F-E1DB8C348A5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2" name="Ellipse 2091">
                    <a:extLst>
                      <a:ext uri="{FF2B5EF4-FFF2-40B4-BE49-F238E27FC236}">
                        <a16:creationId xmlns:a16="http://schemas.microsoft.com/office/drawing/2014/main" id="{B495CCD0-E9DA-4745-8F80-CF407DF96C48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Ellipse 2092">
                    <a:extLst>
                      <a:ext uri="{FF2B5EF4-FFF2-40B4-BE49-F238E27FC236}">
                        <a16:creationId xmlns:a16="http://schemas.microsoft.com/office/drawing/2014/main" id="{7918E568-154A-4982-903D-5F498AAC1B28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Textfeld 2093">
                    <a:extLst>
                      <a:ext uri="{FF2B5EF4-FFF2-40B4-BE49-F238E27FC236}">
                        <a16:creationId xmlns:a16="http://schemas.microsoft.com/office/drawing/2014/main" id="{D82B94F7-1335-45F5-8C1D-D3CAB2EB0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Textfeld 2094">
                    <a:extLst>
                      <a:ext uri="{FF2B5EF4-FFF2-40B4-BE49-F238E27FC236}">
                        <a16:creationId xmlns:a16="http://schemas.microsoft.com/office/drawing/2014/main" id="{717DA0D6-9523-4872-9F79-5B3B508E1C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6" name="Ellipse 2095">
                    <a:extLst>
                      <a:ext uri="{FF2B5EF4-FFF2-40B4-BE49-F238E27FC236}">
                        <a16:creationId xmlns:a16="http://schemas.microsoft.com/office/drawing/2014/main" id="{F8402EEC-FA43-464F-BEE8-31ECFF2AAD9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Ellipse 2096">
                    <a:extLst>
                      <a:ext uri="{FF2B5EF4-FFF2-40B4-BE49-F238E27FC236}">
                        <a16:creationId xmlns:a16="http://schemas.microsoft.com/office/drawing/2014/main" id="{86B334F9-5259-488F-9BC8-345F87261E9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Textfeld 2097">
                    <a:extLst>
                      <a:ext uri="{FF2B5EF4-FFF2-40B4-BE49-F238E27FC236}">
                        <a16:creationId xmlns:a16="http://schemas.microsoft.com/office/drawing/2014/main" id="{34FCA453-8840-41D7-BB2C-F653A2E1B57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9" name="Textfeld 2098">
                    <a:extLst>
                      <a:ext uri="{FF2B5EF4-FFF2-40B4-BE49-F238E27FC236}">
                        <a16:creationId xmlns:a16="http://schemas.microsoft.com/office/drawing/2014/main" id="{35B52310-8F77-41C0-8B4D-27952E63337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0" name="Rechteck 2099">
                    <a:extLst>
                      <a:ext uri="{FF2B5EF4-FFF2-40B4-BE49-F238E27FC236}">
                        <a16:creationId xmlns:a16="http://schemas.microsoft.com/office/drawing/2014/main" id="{2B89A55C-E03F-4092-90D4-9C885B04A88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Rechteck 2100">
                    <a:extLst>
                      <a:ext uri="{FF2B5EF4-FFF2-40B4-BE49-F238E27FC236}">
                        <a16:creationId xmlns:a16="http://schemas.microsoft.com/office/drawing/2014/main" id="{6B47D4B7-1AE1-4115-8AA0-B09FD368491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2" name="Rechteck 2101">
                    <a:extLst>
                      <a:ext uri="{FF2B5EF4-FFF2-40B4-BE49-F238E27FC236}">
                        <a16:creationId xmlns:a16="http://schemas.microsoft.com/office/drawing/2014/main" id="{51BD6891-140C-4DA5-AAB1-EFB25DA2A25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3" name="Rechteck 2102">
                    <a:extLst>
                      <a:ext uri="{FF2B5EF4-FFF2-40B4-BE49-F238E27FC236}">
                        <a16:creationId xmlns:a16="http://schemas.microsoft.com/office/drawing/2014/main" id="{47145971-0F4C-4CC1-B765-66172B5EA94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>
                    <a:extLst>
                      <a:ext uri="{FF2B5EF4-FFF2-40B4-BE49-F238E27FC236}">
                        <a16:creationId xmlns:a16="http://schemas.microsoft.com/office/drawing/2014/main" id="{FB41A40E-0924-4450-888B-2D6C95F7EB0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>
                    <a:extLst>
                      <a:ext uri="{FF2B5EF4-FFF2-40B4-BE49-F238E27FC236}">
                        <a16:creationId xmlns:a16="http://schemas.microsoft.com/office/drawing/2014/main" id="{7ACC24B3-418E-457B-95B7-EDEA8D5AB4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>
                    <a:extLst>
                      <a:ext uri="{FF2B5EF4-FFF2-40B4-BE49-F238E27FC236}">
                        <a16:creationId xmlns:a16="http://schemas.microsoft.com/office/drawing/2014/main" id="{0E791B84-5771-4404-8891-9AF97DD93DA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>
                    <a:extLst>
                      <a:ext uri="{FF2B5EF4-FFF2-40B4-BE49-F238E27FC236}">
                        <a16:creationId xmlns:a16="http://schemas.microsoft.com/office/drawing/2014/main" id="{A6B68877-97EE-4D31-BA5C-CD648DD8104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1" name="Textfeld 2080">
                  <a:extLst>
                    <a:ext uri="{FF2B5EF4-FFF2-40B4-BE49-F238E27FC236}">
                      <a16:creationId xmlns:a16="http://schemas.microsoft.com/office/drawing/2014/main" id="{21F7ADD3-C222-486A-B7DB-7CA2802E434B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79" name="Textfeld 2078">
                <a:extLst>
                  <a:ext uri="{FF2B5EF4-FFF2-40B4-BE49-F238E27FC236}">
                    <a16:creationId xmlns:a16="http://schemas.microsoft.com/office/drawing/2014/main" id="{4D542CC3-0A15-4769-972D-820460712646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16f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906" name="Gruppieren 2905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412" name="Gruppieren 2411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413" name="Gruppieren 2412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487" name="Gruppieren 24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89" name="Gruppieren 24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91" name="Rechteck 24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2" name="Rechteck 24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4" name="Ellipse 24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5" name="Ellipse 2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6" name="Ellipse 2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Ellipse 24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Ellipse 24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Rechteck 25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Rechteck 25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Rechteck 25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7" name="Rechteck 25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8" name="Rechteck 25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0" name="Textfeld 24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88" name="Textfeld 24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14" name="Rechteck 2413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5" name="Rechteck 2414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6" name="Rechteck 2415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7" name="Rechteck 2416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8" name="Rechteck 2417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19" name="Gruppieren 2418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457" name="Gruppieren 24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59" name="Gruppieren 24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1" name="Rechteck 24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2" name="Rechteck 24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3" name="Ellipse 24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4" name="Ellipse 24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5" name="Textfeld 24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66" name="Textfeld 24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79" name="Rechteck 24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Rechteck 24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Rechteck 24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Rechteck 24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0" name="Textfeld 24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458" name="Textfeld 24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420" name="Gruppieren 2419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427" name="Gruppieren 24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9" name="Gruppieren 24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Textfeld 24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49" name="Rechteck 24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Rechteck 24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Rechteck 24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Rechteck 24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0" name="Textfeld 24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28" name="Textfeld 24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21" name="Gruppieren 2420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423" name="Gruppieren 2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425" name="Rechteck 242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26" name="Textfeld 2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4" name="Textfeld 2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422" name="Textfeld 2421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509" name="Gruppieren 2508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510" name="Gruppieren 2509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53" name="Gruppieren 25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5" name="Gruppieren 25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7" name="Rechteck 2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8" name="Rechteck 2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Ellipse 2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0" name="Ellipse 2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1" name="Textfeld 25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2" name="Textfeld 25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Textfeld 2564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6" name="Textfeld 25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Textfeld 25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0" name="Textfeld 25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71" name="Ellipse 25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Ellipse 25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Textfeld 25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4" name="Textfeld 25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1" name="Rechteck 25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6" name="Textfeld 2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54" name="Textfeld 2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511" name="Rechteck 2510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2" name="Rechteck 2511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3" name="Rechteck 2512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4" name="Rechteck 2513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5" name="Rechteck 2514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516" name="Gruppieren 2515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23" name="Gruppieren 2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5" name="Gruppieren 2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7" name="Rechteck 2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8" name="Rechteck 2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Ellipse 2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0" name="Ellipse 2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Textfeld 2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2" name="Textfeld 2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Ellipse 2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6" name="Textfeld 2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8" name="Ellipse 2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0" name="Textfeld 2539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4" name="Textfeld 2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6" name="Textfeld 2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24" name="Textfeld 2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517" name="Textfeld 2516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518" name="Gruppieren 2517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519" name="Gruppieren 2518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521" name="Rechteck 2520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522" name="Textfeld 252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520" name="Textfeld 2519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0" name="Gruppieren 23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92" name="Gruppieren 23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7" name="Ellipse 23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Ellipse 23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Rechteck 24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3" name="Textfeld 23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1" name="Textfeld 23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0" name="Gruppieren 23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2" name="Gruppieren 23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Ellipse 23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9" name="Textfeld 23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Ellipse 23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3" name="Textfeld 23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Rechteck 23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3" name="Textfeld 23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1" name="Textfeld 23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Textfeld 23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39" name="Textfeld 23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Textfeld 23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52" name="Rechteck 23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Rechteck 23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Rechteck 23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Rechteck 23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Rechteck 23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0" name="Gruppieren 22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2" name="Gruppieren 23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Ellipse 23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Ellipse 23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Textfeld 23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9" name="Textfeld 23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0" name="Ellipse 23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Ellipse 23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Textfeld 23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3" name="Textfeld 23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Rechteck 23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9" name="Rechteck 23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3" name="Textfeld 23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1" name="Textfeld 23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0" name="Gruppieren 2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72" name="Gruppieren 2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Ellipse 2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Ellipse 2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Textfeld 2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79" name="Textfeld 2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0" name="Ellipse 2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Ellipse 2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Textfeld 22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3" name="Textfeld 22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92" name="Rechteck 22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Rechteck 22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Rechteck 22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Rechteck 22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Rechteck 22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Rechteck 22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Rechteck 22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Rechteck 22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73" name="Textfeld 2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1" name="Textfeld 2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0" name="Gruppieren 223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42" name="Gruppieren 22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Ellipse 22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49" name="Textfeld 22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0" name="Ellipse 22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Ellipse 22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Textfeld 22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3" name="Textfeld 22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Rechteck 22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Rechteck 22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Rechteck 22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6" name="Rechteck 22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Rechteck 22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Rechteck 22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Rechteck 22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43" name="Textfeld 224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1" name="Textfeld 22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0" name="Gruppieren 220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12" name="Gruppieren 22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Ellipse 2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Ellipse 2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8" name="Textfeld 2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19" name="Textfeld 2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0" name="Ellipse 2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1" name="Ellipse 2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2" name="Textfeld 22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3" name="Textfeld 22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32" name="Rechteck 2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Rechteck 2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Rechteck 2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Rechteck 2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Rechteck 2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9" name="Rechteck 2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13" name="Textfeld 221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1" name="Textfeld 2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Rechteck 22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Rechteck 22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5" name="Rechteck 22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6" name="Rechteck 22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Rechteck 22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Rechteck 22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9" name="Rechteck 22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56" name="Gruppieren 2055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57" name="Gruppieren 20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58" name="Textfeld 20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17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10" name="Gruppieren 2809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811" name="Gruppieren 2810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812" name="Rechteck 2811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3" name="Rechteck 2812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4" name="Rechteck 2813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5" name="Rechteck 2814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6" name="Rechteck 2815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17" name="Gruppieren 2816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818" name="Textfeld 2817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819" name="Gruppieren 2818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029" name="Gruppieren 3028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45" name="Gruppieren 354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47" name="Gruppieren 354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Ellipse 35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2" name="Ellipse 35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Ellipse 35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Ellipse 35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Ellipse 35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0" name="Rechteck 35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Rechteck 35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2" name="Rechteck 35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Rechteck 35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48" name="Textfeld 35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46" name="Textfeld 35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030" name="Rechteck 3029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1" name="Rechteck 3030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2" name="Rechteck 3031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3" name="Rechteck 3032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4" name="Rechteck 3033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35" name="Gruppieren 3034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15" name="Gruppieren 3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17" name="Gruppieren 3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Ellipse 3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Ellipse 3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Textfeld 3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4" name="Textfeld 3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25" name="Ellipse 3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Textfeld 3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9" name="Ellipse 3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Textfeld 3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3" name="Ellipse 3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Textfeld 3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37" name="Rechteck 3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Rechteck 3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9" name="Rechteck 3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Rechteck 3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Rechteck 3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18" name="Textfeld 3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516" name="Textfeld 3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6" name="Gruppieren 3035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85" name="Gruppieren 34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87" name="Gruppieren 34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0" name="Rechteck 34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1" name="Ellipse 34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2" name="Ellipse 34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3" name="Textfeld 34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4" name="Textfeld 34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95" name="Ellipse 3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Textfeld 34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9" name="Ellipse 34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Textfeld 35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07" name="Rechteck 35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Rechteck 35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Rechteck 35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Rechteck 35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Rechteck 35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88" name="Textfeld 34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486" name="Textfeld 34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7" name="Gruppieren 3036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55" name="Gruppieren 345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7" name="Gruppieren 34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0" name="Rechteck 34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Ellipse 34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2" name="Ellipse 34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3" name="Textfeld 34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4" name="Textfeld 34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5" name="Ellipse 34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Textfeld 34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9" name="Ellipse 34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Textfeld 34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3" name="Ellipse 34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Textfeld 34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Rechteck 34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Rechteck 34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1" name="Rechteck 34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8" name="Textfeld 34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56" name="Textfeld 34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8" name="Gruppieren 3037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433" name="Gruppieren 343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35" name="Gruppieren 343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7" name="Rechteck 3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8" name="Rechteck 3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Ellipse 3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3" name="Ellipse 3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Ellipse 3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Rechteck 34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Rechteck 34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1" name="Rechteck 34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6" name="Textfeld 34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34" name="Textfeld 3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39" name="Gruppieren 3038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03" name="Gruppieren 340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5" name="Gruppieren 3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Ellipse 3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Textfeld 3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3" name="Ellipse 3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Textfeld 3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Ellipse 3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Textfeld 3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1" name="Ellipse 3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2" name="Ellipse 3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Textfeld 3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24" name="Textfeld 3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Rechteck 3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6" name="Textfeld 3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404" name="Textfeld 3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0" name="Gruppieren 3039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373" name="Gruppieren 337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375" name="Gruppieren 33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Ellipse 33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6" name="Textfeld 33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Ellipse 33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0" name="Textfeld 33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1" name="Ellipse 33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Ellipse 33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Textfeld 33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8" name="Rechteck 33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Rechteck 33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Rechteck 33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Rechteck 34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6" name="Textfeld 337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374" name="Textfeld 33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1" name="Gruppieren 3040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343" name="Gruppieren 334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345" name="Gruppieren 334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7" name="Rechteck 33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8" name="Rechteck 33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Ellipse 33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6" name="Textfeld 335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Ellipse 335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0" name="Textfeld 335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1" name="Ellipse 336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Ellipse 336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Textfeld 336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Rechteck 336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Rechteck 336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Rechteck 336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Rechteck 337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6" name="Textfeld 334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344" name="Textfeld 33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2" name="Gruppieren 3041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313" name="Gruppieren 331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315" name="Gruppieren 33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7" name="Rechteck 33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Rechteck 33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Ellipse 33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Textfeld 33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Ellipse 33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0" name="Textfeld 33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1" name="Ellipse 33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Textfeld 33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6" name="Textfeld 331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314" name="Textfeld 33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043" name="Rechteck 3042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044" name="Rechteck 3043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045" name="Textfeld 3044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046" name="Gruppieren 3045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283" name="Gruppieren 32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285" name="Gruppieren 32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7" name="Rechteck 3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8" name="Rechteck 3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92" name="Textfeld 3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Ellipse 3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6" name="Textfeld 3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Ellipse 3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0" name="Textfeld 3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1" name="Ellipse 3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Ellipse 3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Textfeld 33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Rechteck 33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Rechteck 33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Rechteck 33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Rechteck 33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6" name="Textfeld 32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284" name="Textfeld 3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047" name="Gruppieren 3046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281" name="Rechteck 328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282" name="Textfeld 328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48" name="Textfeld 3047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049" name="Gruppieren 3048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2" name="Gruppieren 309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5" name="Rechteck 309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7" name="Ellipse 309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3" name="Textfeld 309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297" name="Gruppieren 229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298" name="Gruppieren 2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0" name="Gruppieren 2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Ellipse 2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7" name="Textfeld 2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08" name="Ellipse 2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Ellipse 2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Textfeld 2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1" name="Textfeld 23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2" name="Ellipse 2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Ellipse 2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Textfeld 23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5" name="Textfeld 23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6" name="Ellipse 2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Textfeld 2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Rechteck 2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1" name="Textfeld 23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299" name="Textfeld 2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5" name="Gruppieren 4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329" name="Gruppieren 2328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Ellipse 2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Ellipse 2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Ellipse 23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Rechteck 23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Rechteck 23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Rechteck 23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Rechteck 23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Rechteck 23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Rechteck 23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52" name="Rechteck 235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3" name="Rechteck 235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4" name="Rechteck 235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5" name="Rechteck 235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6" name="Rechteck 235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57" name="Gruppieren 235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58" name="Gruppieren 23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0" name="Gruppieren 23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Ellipse 2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8" name="Ellipse 23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Textfeld 23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2" name="Ellipse 23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Textfeld 23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376" name="Ellipse 23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Textfeld 23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1" name="Textfeld 2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59" name="Textfeld 2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388" name="Gruppieren 238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89" name="Gruppieren 23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1" name="Gruppieren 23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2" name="Textfeld 23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90" name="Textfeld 23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419" name="Gruppieren 2418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420" name="Gruppieren 2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2" name="Gruppieren 2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Textfeld 2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29" name="Textfeld 2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0" name="Ellipse 2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Textfeld 2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33" name="Textfeld 2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37" name="Textfeld 24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9" name="Ellipse 2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41" name="Textfeld 2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3" name="Textfeld 2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1" name="Textfeld 2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791" name="Gruppieren 2790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794" name="Rechteck 279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96" name="Textfeld 2795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797" name="Gruppieren 2796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798" name="Gruppieren 27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00" name="Gruppieren 27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Ellipse 28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7" name="Textfeld 28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8" name="Ellipse 28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Ellipse 28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01" name="Textfeld 28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99" name="Textfeld 27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18-19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922" name="Gruppieren 29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24" name="Gruppieren 29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Ellipse 29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Ellipse 2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4" name="Ellipse 29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Rechteck 29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Rechteck 29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Rechteck 29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5" name="Textfeld 29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23" name="Textfeld 29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60" name="Gruppieren 27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2" name="Gruppieren 27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Textfeld 27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7" name="Textfeld 27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Textfeld 27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81" name="Textfeld 27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0" name="Rechteck 2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3" name="Textfeld 27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61" name="Textfeld 27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30" name="Gruppieren 27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2" name="Gruppieren 27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Ellipse 2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Ellipse 27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7" name="Textfeld 27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9" name="Ellipse 2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1" name="Textfeld 27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3" name="Textfeld 2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731" name="Textfeld 2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10" name="Gruppieren 27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Ellipse 27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Ellipse 27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Rechteck 2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Rechteck 2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1" name="Textfeld 27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78" name="Gruppieren 2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80" name="Gruppieren 2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2" name="Rechteck 2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3" name="Rechteck 2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Ellipse 2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Ellipse 2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Textfeld 2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7" name="Textfeld 2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8" name="Ellipse 2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Ellipse 2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Textfeld 2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1" name="Textfeld 2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2" name="Ellipse 2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3" name="Ellipse 2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4" name="Textfeld 2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5" name="Textfeld 2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6" name="Ellipse 2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7" name="Ellipse 2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Textfeld 2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99" name="Textfeld 2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Rechteck 2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81" name="Textfeld 26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79" name="Textfeld 2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671" name="Rechteck 2670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672" name="Gruppieren 2671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74" name="Gruppieren 267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6" name="Rechteck 267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7" name="Textfeld 267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5" name="Textfeld 26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73" name="Textfeld 2672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944" name="Gruppieren 29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945" name="Gruppieren 29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88" name="Gruppieren 29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0" name="Gruppieren 29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Ellipse 29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Textfeld 29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1" name="Textfeld 29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89" name="Textfeld 29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46" name="Rechteck 29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7" name="Rechteck 29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8" name="Rechteck 29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9" name="Rechteck 29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50" name="Rechteck 29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51" name="Gruppieren 29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58" name="Gruppieren 29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0" name="Gruppieren 29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2" name="Rechteck 29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Textfeld 29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1" name="Textfeld 29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959" name="Textfeld 29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952" name="Textfeld 29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953" name="Gruppieren 29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954" name="Gruppieren 29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956" name="Rechteck 29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7" name="Textfeld 29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955" name="Textfeld 29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306" name="Gruppieren 3305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662" name="Gruppieren 366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64" name="Gruppieren 366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Ellipse 3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9" name="Ellipse 3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Ellipse 36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3" name="Ellipse 36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4" name="Ellipse 36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Ellipse 36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2" name="Rechteck 36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Rechteck 36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65" name="Textfeld 3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63" name="Textfeld 3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307" name="Rechteck 3306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8" name="Rechteck 3307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9" name="Rechteck 3308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0" name="Rechteck 3309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1" name="Rechteck 3310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312" name="Gruppieren 3311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32" name="Gruppieren 36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34" name="Gruppieren 36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Ellipse 36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Ellipse 36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Textfeld 36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41" name="Textfeld 36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42" name="Ellipse 36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3" name="Ellipse 36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4" name="Textfeld 36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5" name="Textfeld 36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Textfeld 36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9" name="Textfeld 36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Textfeld 36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53" name="Textfeld 36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35" name="Textfeld 36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33" name="Textfeld 36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3" name="Gruppieren 3312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02" name="Gruppieren 36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04" name="Gruppieren 36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Ellipse 36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Ellipse 36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Textfeld 36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1" name="Textfeld 36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12" name="Ellipse 36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3" name="Ellipse 36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5" name="Textfeld 36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Rechteck 3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Rechteck 3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Rechteck 3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Rechteck 3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Rechteck 3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Rechteck 3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05" name="Textfeld 36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03" name="Textfeld 36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4" name="Gruppieren 3313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72" name="Gruppieren 35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74" name="Gruppieren 35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76" name="Rechteck 35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7" name="Rechteck 35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82" name="Ellipse 35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Ellipse 35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Textfeld 35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5" name="Textfeld 35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6" name="Ellipse 35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Ellipse 35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Textfeld 35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9" name="Textfeld 35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90" name="Ellipse 35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1" name="Ellipse 35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2" name="Textfeld 35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93" name="Textfeld 35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Rechteck 35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Rechteck 35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Rechteck 35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1" name="Rechteck 36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75" name="Textfeld 35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573" name="Textfeld 35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5" name="Gruppieren 3314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50" name="Gruppieren 35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52" name="Gruppieren 355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Ellipse 3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0" name="Ellipse 35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Ellipse 35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2" name="Ellipse 356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Ellipse 356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Rechteck 35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Rechteck 35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9" name="Rechteck 35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0" name="Rechteck 35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Rechteck 35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53" name="Textfeld 3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51" name="Textfeld 3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316" name="Gruppieren 3315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20" name="Gruppieren 3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22" name="Gruppieren 3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Ellipse 3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9" name="Textfeld 3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Ellipse 3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3" name="Textfeld 3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Rechteck 3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Rechteck 3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Rechteck 3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Rechteck 3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23" name="Textfeld 3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1" name="Textfeld 3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7" name="Gruppieren 3316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490" name="Gruppieren 34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492" name="Gruppieren 3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94" name="Rechteck 3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5" name="Rechteck 3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Ellipse 3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9" name="Textfeld 3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Ellipse 3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3" name="Textfeld 3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Ellipse 3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7" name="Textfeld 3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8" name="Ellipse 3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Ellipse 3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Textfeld 3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Rechteck 3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Rechteck 3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7" name="Rechteck 3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3" name="Textfeld 34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491" name="Textfeld 3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8" name="Gruppieren 3317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460" name="Gruppieren 345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462" name="Gruppieren 3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64" name="Rechteck 3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5" name="Rechteck 3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Ellipse 3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3" name="Textfeld 3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Ellipse 3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7" name="Textfeld 3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8" name="Ellipse 3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Ellipse 3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Textfeld 3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5" name="Rechteck 3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6" name="Rechteck 3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7" name="Rechteck 3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8" name="Rechteck 3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63" name="Textfeld 34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461" name="Textfeld 3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9" name="Gruppieren 3318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30" name="Gruppieren 34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32" name="Gruppieren 3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34" name="Rechteck 3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Rechteck 3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Textfeld 3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Textfeld 3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3" name="Textfeld 3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Textfeld 3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7" name="Textfeld 3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8" name="Ellipse 3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Ellipse 3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Textfeld 3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Rechteck 3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6" name="Rechteck 3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Rechteck 3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8" name="Rechteck 3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3" name="Textfeld 34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431" name="Textfeld 3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320" name="Rechteck 3319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321" name="Rechteck 3320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322" name="Textfeld 3321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323" name="Gruppieren 3322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00" name="Gruppieren 3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02" name="Gruppieren 3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4" name="Rechteck 3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Ellipse 3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Textfeld 3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Ellipse 3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3" name="Textfeld 3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401" name="Textfeld 3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324" name="Gruppieren 3323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396" name="Gruppieren 339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398" name="Rechteck 339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99" name="Textfeld 339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397" name="Textfeld 3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325" name="Textfeld 3324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326" name="Gruppieren 3325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365" name="Gruppieren 336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7" name="Gruppieren 336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9" name="Gruppieren 33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71" name="Rechteck 33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2" name="Rechteck 33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Ellipse 33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4" name="Ellipse 33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5" name="Textfeld 33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Ellipse 3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Textfeld 3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Ellipse 3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3" name="Textfeld 3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4" name="Ellipse 3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Ellipse 3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Textfeld 3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7" name="Textfeld 3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1" name="Rechteck 3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2" name="Rechteck 3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3" name="Rechteck 3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4" name="Rechteck 3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368" name="Textfeld 33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366" name="Textfeld 336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3018" name="Gruppieren 301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3049" name="Gruppieren 3048">
            <a:extLst>
              <a:ext uri="{FF2B5EF4-FFF2-40B4-BE49-F238E27FC236}">
                <a16:creationId xmlns:a16="http://schemas.microsoft.com/office/drawing/2014/main" id="{F14C3378-C520-492B-88F7-6ADD5A4FD51B}"/>
              </a:ext>
            </a:extLst>
          </p:cNvPr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050" name="Gruppieren 3049">
              <a:extLst>
                <a:ext uri="{FF2B5EF4-FFF2-40B4-BE49-F238E27FC236}">
                  <a16:creationId xmlns:a16="http://schemas.microsoft.com/office/drawing/2014/main" id="{1087CFE0-97A5-4419-B8C1-48D5118C1930}"/>
                </a:ext>
              </a:extLst>
            </p:cNvPr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303" name="Gruppieren 3302">
                <a:extLst>
                  <a:ext uri="{FF2B5EF4-FFF2-40B4-BE49-F238E27FC236}">
                    <a16:creationId xmlns:a16="http://schemas.microsoft.com/office/drawing/2014/main" id="{E50B90E4-8983-4377-96C8-644FA4E6843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05" name="Gruppieren 3304">
                  <a:extLst>
                    <a:ext uri="{FF2B5EF4-FFF2-40B4-BE49-F238E27FC236}">
                      <a16:creationId xmlns:a16="http://schemas.microsoft.com/office/drawing/2014/main" id="{6E3204B1-BD83-4B48-B291-41C412BA27A4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28" name="Rechteck 3327">
                    <a:extLst>
                      <a:ext uri="{FF2B5EF4-FFF2-40B4-BE49-F238E27FC236}">
                        <a16:creationId xmlns:a16="http://schemas.microsoft.com/office/drawing/2014/main" id="{9F3CA83C-387F-4146-AE25-BEC0A5DCA106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29" name="Rechteck 3328">
                    <a:extLst>
                      <a:ext uri="{FF2B5EF4-FFF2-40B4-BE49-F238E27FC236}">
                        <a16:creationId xmlns:a16="http://schemas.microsoft.com/office/drawing/2014/main" id="{48E25485-686E-468C-B435-2D22C6D21D72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Ellipse 3329">
                    <a:extLst>
                      <a:ext uri="{FF2B5EF4-FFF2-40B4-BE49-F238E27FC236}">
                        <a16:creationId xmlns:a16="http://schemas.microsoft.com/office/drawing/2014/main" id="{38FFA3CB-AC3C-4221-B811-59AF163FF59B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1" name="Ellipse 3330">
                    <a:extLst>
                      <a:ext uri="{FF2B5EF4-FFF2-40B4-BE49-F238E27FC236}">
                        <a16:creationId xmlns:a16="http://schemas.microsoft.com/office/drawing/2014/main" id="{E350B6E4-5480-4A13-A38D-222B90EDA1AA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>
                    <a:extLst>
                      <a:ext uri="{FF2B5EF4-FFF2-40B4-BE49-F238E27FC236}">
                        <a16:creationId xmlns:a16="http://schemas.microsoft.com/office/drawing/2014/main" id="{C2394271-6E5A-497E-8EE9-E6005E4CF1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Ellipse 3332">
                    <a:extLst>
                      <a:ext uri="{FF2B5EF4-FFF2-40B4-BE49-F238E27FC236}">
                        <a16:creationId xmlns:a16="http://schemas.microsoft.com/office/drawing/2014/main" id="{B0CFE977-8D83-41FD-AA77-4074E928DC3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>
                    <a:extLst>
                      <a:ext uri="{FF2B5EF4-FFF2-40B4-BE49-F238E27FC236}">
                        <a16:creationId xmlns:a16="http://schemas.microsoft.com/office/drawing/2014/main" id="{92F9D236-89DE-4CC6-A23B-F424743E655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>
                    <a:extLst>
                      <a:ext uri="{FF2B5EF4-FFF2-40B4-BE49-F238E27FC236}">
                        <a16:creationId xmlns:a16="http://schemas.microsoft.com/office/drawing/2014/main" id="{082C809A-E4A7-4A41-8696-837179C936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Ellipse 3335">
                    <a:extLst>
                      <a:ext uri="{FF2B5EF4-FFF2-40B4-BE49-F238E27FC236}">
                        <a16:creationId xmlns:a16="http://schemas.microsoft.com/office/drawing/2014/main" id="{67D08EA9-F306-4ADC-B375-EC4DD6DFC53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>
                    <a:extLst>
                      <a:ext uri="{FF2B5EF4-FFF2-40B4-BE49-F238E27FC236}">
                        <a16:creationId xmlns:a16="http://schemas.microsoft.com/office/drawing/2014/main" id="{44017DDB-F33B-4A60-B119-EFB4CF1CC5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>
                    <a:extLst>
                      <a:ext uri="{FF2B5EF4-FFF2-40B4-BE49-F238E27FC236}">
                        <a16:creationId xmlns:a16="http://schemas.microsoft.com/office/drawing/2014/main" id="{72865213-26FF-4A51-86C0-6FC169E761F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>
                    <a:extLst>
                      <a:ext uri="{FF2B5EF4-FFF2-40B4-BE49-F238E27FC236}">
                        <a16:creationId xmlns:a16="http://schemas.microsoft.com/office/drawing/2014/main" id="{88F61E58-B759-47E1-9CFF-1328A5FA56F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>
                    <a:extLst>
                      <a:ext uri="{FF2B5EF4-FFF2-40B4-BE49-F238E27FC236}">
                        <a16:creationId xmlns:a16="http://schemas.microsoft.com/office/drawing/2014/main" id="{50822C06-29B7-42B0-881A-C3AC77A93EE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>
                    <a:extLst>
                      <a:ext uri="{FF2B5EF4-FFF2-40B4-BE49-F238E27FC236}">
                        <a16:creationId xmlns:a16="http://schemas.microsoft.com/office/drawing/2014/main" id="{4C03B397-CF9A-45FC-846E-17BE907549A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>
                    <a:extLst>
                      <a:ext uri="{FF2B5EF4-FFF2-40B4-BE49-F238E27FC236}">
                        <a16:creationId xmlns:a16="http://schemas.microsoft.com/office/drawing/2014/main" id="{D9DAFA52-8C3F-4919-8430-F2F4076B2D4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Rechteck 3342">
                    <a:extLst>
                      <a:ext uri="{FF2B5EF4-FFF2-40B4-BE49-F238E27FC236}">
                        <a16:creationId xmlns:a16="http://schemas.microsoft.com/office/drawing/2014/main" id="{B190B4C1-2D4A-4326-992B-149089DB714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Rechteck 3343">
                    <a:extLst>
                      <a:ext uri="{FF2B5EF4-FFF2-40B4-BE49-F238E27FC236}">
                        <a16:creationId xmlns:a16="http://schemas.microsoft.com/office/drawing/2014/main" id="{606CDEB0-1809-4A8D-8416-09F6ED56C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Rechteck 3344">
                    <a:extLst>
                      <a:ext uri="{FF2B5EF4-FFF2-40B4-BE49-F238E27FC236}">
                        <a16:creationId xmlns:a16="http://schemas.microsoft.com/office/drawing/2014/main" id="{4ED1AE7F-217A-4709-A72E-F8526C5A9F8B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27" name="Textfeld 3326">
                  <a:extLst>
                    <a:ext uri="{FF2B5EF4-FFF2-40B4-BE49-F238E27FC236}">
                      <a16:creationId xmlns:a16="http://schemas.microsoft.com/office/drawing/2014/main" id="{CB302FFE-1A50-461F-A82E-67A29B04B320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04" name="Textfeld 3303">
                <a:extLst>
                  <a:ext uri="{FF2B5EF4-FFF2-40B4-BE49-F238E27FC236}">
                    <a16:creationId xmlns:a16="http://schemas.microsoft.com/office/drawing/2014/main" id="{C9817947-2FBE-41CC-AFDA-35124328659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51" name="Rechteck 3050">
              <a:extLst>
                <a:ext uri="{FF2B5EF4-FFF2-40B4-BE49-F238E27FC236}">
                  <a16:creationId xmlns:a16="http://schemas.microsoft.com/office/drawing/2014/main" id="{1875CB35-75C4-45AF-AF78-BC446B028D6F}"/>
                </a:ext>
              </a:extLst>
            </p:cNvPr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2" name="Rechteck 3051">
              <a:extLst>
                <a:ext uri="{FF2B5EF4-FFF2-40B4-BE49-F238E27FC236}">
                  <a16:creationId xmlns:a16="http://schemas.microsoft.com/office/drawing/2014/main" id="{E9DA7D1B-0075-4C5C-8427-DA43D0C22FCE}"/>
                </a:ext>
              </a:extLst>
            </p:cNvPr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3" name="Rechteck 3052">
              <a:extLst>
                <a:ext uri="{FF2B5EF4-FFF2-40B4-BE49-F238E27FC236}">
                  <a16:creationId xmlns:a16="http://schemas.microsoft.com/office/drawing/2014/main" id="{B4F626E2-B33B-4707-AECE-D1874D5C16A5}"/>
                </a:ext>
              </a:extLst>
            </p:cNvPr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4" name="Rechteck 3053">
              <a:extLst>
                <a:ext uri="{FF2B5EF4-FFF2-40B4-BE49-F238E27FC236}">
                  <a16:creationId xmlns:a16="http://schemas.microsoft.com/office/drawing/2014/main" id="{9132F9F5-C8E5-448E-B5C7-206214DBDF9E}"/>
                </a:ext>
              </a:extLst>
            </p:cNvPr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5" name="Rechteck 3054">
              <a:extLst>
                <a:ext uri="{FF2B5EF4-FFF2-40B4-BE49-F238E27FC236}">
                  <a16:creationId xmlns:a16="http://schemas.microsoft.com/office/drawing/2014/main" id="{236D065F-31CF-4E80-987B-5663BACF5467}"/>
                </a:ext>
              </a:extLst>
            </p:cNvPr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56" name="Gruppieren 3055">
              <a:extLst>
                <a:ext uri="{FF2B5EF4-FFF2-40B4-BE49-F238E27FC236}">
                  <a16:creationId xmlns:a16="http://schemas.microsoft.com/office/drawing/2014/main" id="{CC4DBFD9-6B7A-4DEF-979B-E503C22E45BC}"/>
                </a:ext>
              </a:extLst>
            </p:cNvPr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73" name="Gruppieren 3272">
                <a:extLst>
                  <a:ext uri="{FF2B5EF4-FFF2-40B4-BE49-F238E27FC236}">
                    <a16:creationId xmlns:a16="http://schemas.microsoft.com/office/drawing/2014/main" id="{EC74E7A6-CA54-4554-B2AC-D432192F1D5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75" name="Gruppieren 3274">
                  <a:extLst>
                    <a:ext uri="{FF2B5EF4-FFF2-40B4-BE49-F238E27FC236}">
                      <a16:creationId xmlns:a16="http://schemas.microsoft.com/office/drawing/2014/main" id="{3C4A66D9-C642-415A-8CBF-F1F1551D255B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7" name="Rechteck 3276">
                    <a:extLst>
                      <a:ext uri="{FF2B5EF4-FFF2-40B4-BE49-F238E27FC236}">
                        <a16:creationId xmlns:a16="http://schemas.microsoft.com/office/drawing/2014/main" id="{8CE28567-8D0D-47C4-A0A0-929FE36EE07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8" name="Rechteck 3277">
                    <a:extLst>
                      <a:ext uri="{FF2B5EF4-FFF2-40B4-BE49-F238E27FC236}">
                        <a16:creationId xmlns:a16="http://schemas.microsoft.com/office/drawing/2014/main" id="{D00F9663-913B-42B4-89B9-4413CB5E2FDB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9" name="Ellipse 3278">
                    <a:extLst>
                      <a:ext uri="{FF2B5EF4-FFF2-40B4-BE49-F238E27FC236}">
                        <a16:creationId xmlns:a16="http://schemas.microsoft.com/office/drawing/2014/main" id="{E4CA7488-5BD2-4CD8-9AA6-E531FC3BB51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0" name="Ellipse 3279">
                    <a:extLst>
                      <a:ext uri="{FF2B5EF4-FFF2-40B4-BE49-F238E27FC236}">
                        <a16:creationId xmlns:a16="http://schemas.microsoft.com/office/drawing/2014/main" id="{A41471DE-44BD-4FF1-A25C-7433BAD7F2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>
                    <a:extLst>
                      <a:ext uri="{FF2B5EF4-FFF2-40B4-BE49-F238E27FC236}">
                        <a16:creationId xmlns:a16="http://schemas.microsoft.com/office/drawing/2014/main" id="{5C6F5C50-BE15-4464-B738-8731964CF71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82" name="Textfeld 3281">
                    <a:extLst>
                      <a:ext uri="{FF2B5EF4-FFF2-40B4-BE49-F238E27FC236}">
                        <a16:creationId xmlns:a16="http://schemas.microsoft.com/office/drawing/2014/main" id="{603B32ED-F2C2-4657-B003-3C037AA3E07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3" name="Ellipse 3282">
                    <a:extLst>
                      <a:ext uri="{FF2B5EF4-FFF2-40B4-BE49-F238E27FC236}">
                        <a16:creationId xmlns:a16="http://schemas.microsoft.com/office/drawing/2014/main" id="{53938D90-24C5-46AA-9C29-7332CBF1159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>
                    <a:extLst>
                      <a:ext uri="{FF2B5EF4-FFF2-40B4-BE49-F238E27FC236}">
                        <a16:creationId xmlns:a16="http://schemas.microsoft.com/office/drawing/2014/main" id="{723A8DDE-84EA-48F9-841F-07394CEFB4C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>
                    <a:extLst>
                      <a:ext uri="{FF2B5EF4-FFF2-40B4-BE49-F238E27FC236}">
                        <a16:creationId xmlns:a16="http://schemas.microsoft.com/office/drawing/2014/main" id="{EE66F13E-04DC-4C82-9FAB-8CBA3FDAF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86" name="Textfeld 3285">
                    <a:extLst>
                      <a:ext uri="{FF2B5EF4-FFF2-40B4-BE49-F238E27FC236}">
                        <a16:creationId xmlns:a16="http://schemas.microsoft.com/office/drawing/2014/main" id="{144D30BD-0B4C-4B1E-8E74-B05ACB4102C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87" name="Ellipse 3286">
                    <a:extLst>
                      <a:ext uri="{FF2B5EF4-FFF2-40B4-BE49-F238E27FC236}">
                        <a16:creationId xmlns:a16="http://schemas.microsoft.com/office/drawing/2014/main" id="{AA25EFAE-FB51-4BEE-A6EE-EF55895F70FE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>
                    <a:extLst>
                      <a:ext uri="{FF2B5EF4-FFF2-40B4-BE49-F238E27FC236}">
                        <a16:creationId xmlns:a16="http://schemas.microsoft.com/office/drawing/2014/main" id="{B3E03968-3EA1-413E-AFE2-236A3A05102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>
                    <a:extLst>
                      <a:ext uri="{FF2B5EF4-FFF2-40B4-BE49-F238E27FC236}">
                        <a16:creationId xmlns:a16="http://schemas.microsoft.com/office/drawing/2014/main" id="{3A9B5796-31C6-470B-B72A-CCBDD345596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90" name="Textfeld 3289">
                    <a:extLst>
                      <a:ext uri="{FF2B5EF4-FFF2-40B4-BE49-F238E27FC236}">
                        <a16:creationId xmlns:a16="http://schemas.microsoft.com/office/drawing/2014/main" id="{CCFBB32F-76EF-4E2C-935F-189FCA1D179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91" name="Ellipse 3290">
                    <a:extLst>
                      <a:ext uri="{FF2B5EF4-FFF2-40B4-BE49-F238E27FC236}">
                        <a16:creationId xmlns:a16="http://schemas.microsoft.com/office/drawing/2014/main" id="{6F229557-C267-4BA9-AFA2-26A5A628FA9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>
                    <a:extLst>
                      <a:ext uri="{FF2B5EF4-FFF2-40B4-BE49-F238E27FC236}">
                        <a16:creationId xmlns:a16="http://schemas.microsoft.com/office/drawing/2014/main" id="{E68CFD87-9DE3-49AB-977D-07E37088CE70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Textfeld 3292">
                    <a:extLst>
                      <a:ext uri="{FF2B5EF4-FFF2-40B4-BE49-F238E27FC236}">
                        <a16:creationId xmlns:a16="http://schemas.microsoft.com/office/drawing/2014/main" id="{C72BBBCE-74EA-45D9-B326-DE688061180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94" name="Textfeld 3293">
                    <a:extLst>
                      <a:ext uri="{FF2B5EF4-FFF2-40B4-BE49-F238E27FC236}">
                        <a16:creationId xmlns:a16="http://schemas.microsoft.com/office/drawing/2014/main" id="{4D7F1110-F581-4990-AE2E-4C147337693D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95" name="Rechteck 3294">
                    <a:extLst>
                      <a:ext uri="{FF2B5EF4-FFF2-40B4-BE49-F238E27FC236}">
                        <a16:creationId xmlns:a16="http://schemas.microsoft.com/office/drawing/2014/main" id="{AA27E4E3-2281-445E-B63E-C0556DB0A33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>
                    <a:extLst>
                      <a:ext uri="{FF2B5EF4-FFF2-40B4-BE49-F238E27FC236}">
                        <a16:creationId xmlns:a16="http://schemas.microsoft.com/office/drawing/2014/main" id="{638041DC-8304-4E24-8BD9-BF49C08D64B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>
                    <a:extLst>
                      <a:ext uri="{FF2B5EF4-FFF2-40B4-BE49-F238E27FC236}">
                        <a16:creationId xmlns:a16="http://schemas.microsoft.com/office/drawing/2014/main" id="{50A1E6BF-2C73-4B34-902D-3C631829D4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>
                    <a:extLst>
                      <a:ext uri="{FF2B5EF4-FFF2-40B4-BE49-F238E27FC236}">
                        <a16:creationId xmlns:a16="http://schemas.microsoft.com/office/drawing/2014/main" id="{88900A92-C745-426E-97CA-0262BFC5FB7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>
                    <a:extLst>
                      <a:ext uri="{FF2B5EF4-FFF2-40B4-BE49-F238E27FC236}">
                        <a16:creationId xmlns:a16="http://schemas.microsoft.com/office/drawing/2014/main" id="{BA9E84AA-9B1C-43AA-BA37-016E945AC8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>
                    <a:extLst>
                      <a:ext uri="{FF2B5EF4-FFF2-40B4-BE49-F238E27FC236}">
                        <a16:creationId xmlns:a16="http://schemas.microsoft.com/office/drawing/2014/main" id="{F2D240B5-FD6A-4523-B8CB-C85A952746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1" name="Rechteck 3300">
                    <a:extLst>
                      <a:ext uri="{FF2B5EF4-FFF2-40B4-BE49-F238E27FC236}">
                        <a16:creationId xmlns:a16="http://schemas.microsoft.com/office/drawing/2014/main" id="{B9E6BE2E-CDA8-46CD-9FC3-2FE804E58D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Rechteck 3301">
                    <a:extLst>
                      <a:ext uri="{FF2B5EF4-FFF2-40B4-BE49-F238E27FC236}">
                        <a16:creationId xmlns:a16="http://schemas.microsoft.com/office/drawing/2014/main" id="{CC4B3792-A162-4FB6-B7AD-BDF7A2CC03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6" name="Textfeld 3275">
                  <a:extLst>
                    <a:ext uri="{FF2B5EF4-FFF2-40B4-BE49-F238E27FC236}">
                      <a16:creationId xmlns:a16="http://schemas.microsoft.com/office/drawing/2014/main" id="{4D681FF7-DC39-428D-A41B-38C9361632E8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74" name="Textfeld 3273">
                <a:extLst>
                  <a:ext uri="{FF2B5EF4-FFF2-40B4-BE49-F238E27FC236}">
                    <a16:creationId xmlns:a16="http://schemas.microsoft.com/office/drawing/2014/main" id="{6DBE86E6-CDB7-4009-8123-758481AFC39F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057" name="Gruppieren 3056">
              <a:extLst>
                <a:ext uri="{FF2B5EF4-FFF2-40B4-BE49-F238E27FC236}">
                  <a16:creationId xmlns:a16="http://schemas.microsoft.com/office/drawing/2014/main" id="{72FED7AA-4077-4468-A6DE-4AAA206399E1}"/>
                </a:ext>
              </a:extLst>
            </p:cNvPr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43" name="Gruppieren 3242">
                <a:extLst>
                  <a:ext uri="{FF2B5EF4-FFF2-40B4-BE49-F238E27FC236}">
                    <a16:creationId xmlns:a16="http://schemas.microsoft.com/office/drawing/2014/main" id="{9B1B9EF7-DAD0-4612-AB7A-6F0F4E636EA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45" name="Gruppieren 3244">
                  <a:extLst>
                    <a:ext uri="{FF2B5EF4-FFF2-40B4-BE49-F238E27FC236}">
                      <a16:creationId xmlns:a16="http://schemas.microsoft.com/office/drawing/2014/main" id="{E983C0F0-9165-4B08-9DA5-EA707EBC269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47" name="Rechteck 3246">
                    <a:extLst>
                      <a:ext uri="{FF2B5EF4-FFF2-40B4-BE49-F238E27FC236}">
                        <a16:creationId xmlns:a16="http://schemas.microsoft.com/office/drawing/2014/main" id="{5A46EF99-4E4A-471C-8226-9E379045105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>
                    <a:extLst>
                      <a:ext uri="{FF2B5EF4-FFF2-40B4-BE49-F238E27FC236}">
                        <a16:creationId xmlns:a16="http://schemas.microsoft.com/office/drawing/2014/main" id="{BF174CCA-006F-4B1A-BB95-F0203641B29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>
                    <a:extLst>
                      <a:ext uri="{FF2B5EF4-FFF2-40B4-BE49-F238E27FC236}">
                        <a16:creationId xmlns:a16="http://schemas.microsoft.com/office/drawing/2014/main" id="{8AD91538-129C-4E17-A14D-92EA8166D9D5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>
                    <a:extLst>
                      <a:ext uri="{FF2B5EF4-FFF2-40B4-BE49-F238E27FC236}">
                        <a16:creationId xmlns:a16="http://schemas.microsoft.com/office/drawing/2014/main" id="{3D9B98C0-ABFE-4723-B793-A91E63189A8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>
                    <a:extLst>
                      <a:ext uri="{FF2B5EF4-FFF2-40B4-BE49-F238E27FC236}">
                        <a16:creationId xmlns:a16="http://schemas.microsoft.com/office/drawing/2014/main" id="{71A6D4F5-D885-4579-8A1D-D45D2DE6FC2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52" name="Textfeld 3251">
                    <a:extLst>
                      <a:ext uri="{FF2B5EF4-FFF2-40B4-BE49-F238E27FC236}">
                        <a16:creationId xmlns:a16="http://schemas.microsoft.com/office/drawing/2014/main" id="{78E8B9CC-311F-428E-8EBC-0F44F81FC03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3" name="Ellipse 3252">
                    <a:extLst>
                      <a:ext uri="{FF2B5EF4-FFF2-40B4-BE49-F238E27FC236}">
                        <a16:creationId xmlns:a16="http://schemas.microsoft.com/office/drawing/2014/main" id="{4F367E26-2E31-4886-B7F3-294FA6B675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>
                    <a:extLst>
                      <a:ext uri="{FF2B5EF4-FFF2-40B4-BE49-F238E27FC236}">
                        <a16:creationId xmlns:a16="http://schemas.microsoft.com/office/drawing/2014/main" id="{A6C2CE90-866B-4F86-970C-13129093B961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Textfeld 3254">
                    <a:extLst>
                      <a:ext uri="{FF2B5EF4-FFF2-40B4-BE49-F238E27FC236}">
                        <a16:creationId xmlns:a16="http://schemas.microsoft.com/office/drawing/2014/main" id="{1615C5F9-BC82-403C-80B1-CF3FA21F5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6" name="Textfeld 3255">
                    <a:extLst>
                      <a:ext uri="{FF2B5EF4-FFF2-40B4-BE49-F238E27FC236}">
                        <a16:creationId xmlns:a16="http://schemas.microsoft.com/office/drawing/2014/main" id="{B0193E3D-1152-4F42-AEFF-C7CF9A5A299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7" name="Ellipse 3256">
                    <a:extLst>
                      <a:ext uri="{FF2B5EF4-FFF2-40B4-BE49-F238E27FC236}">
                        <a16:creationId xmlns:a16="http://schemas.microsoft.com/office/drawing/2014/main" id="{0DE94B1B-79BE-41F9-921F-C621B3B61589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Ellipse 3257">
                    <a:extLst>
                      <a:ext uri="{FF2B5EF4-FFF2-40B4-BE49-F238E27FC236}">
                        <a16:creationId xmlns:a16="http://schemas.microsoft.com/office/drawing/2014/main" id="{4BBFC470-77BC-4E95-8F57-F711FE5CA747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Textfeld 3258">
                    <a:extLst>
                      <a:ext uri="{FF2B5EF4-FFF2-40B4-BE49-F238E27FC236}">
                        <a16:creationId xmlns:a16="http://schemas.microsoft.com/office/drawing/2014/main" id="{006A7629-4CB7-4362-9B6D-E94653271D5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0" name="Textfeld 3259">
                    <a:extLst>
                      <a:ext uri="{FF2B5EF4-FFF2-40B4-BE49-F238E27FC236}">
                        <a16:creationId xmlns:a16="http://schemas.microsoft.com/office/drawing/2014/main" id="{5131DFDD-B81D-4E57-BA5E-8EF84FE70AB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1" name="Ellipse 3260">
                    <a:extLst>
                      <a:ext uri="{FF2B5EF4-FFF2-40B4-BE49-F238E27FC236}">
                        <a16:creationId xmlns:a16="http://schemas.microsoft.com/office/drawing/2014/main" id="{A7FF8834-99F7-4EA4-8F88-D1A35EEC78F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2" name="Ellipse 3261">
                    <a:extLst>
                      <a:ext uri="{FF2B5EF4-FFF2-40B4-BE49-F238E27FC236}">
                        <a16:creationId xmlns:a16="http://schemas.microsoft.com/office/drawing/2014/main" id="{7A6E0625-4324-4970-80CE-A8B853594554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Textfeld 3262">
                    <a:extLst>
                      <a:ext uri="{FF2B5EF4-FFF2-40B4-BE49-F238E27FC236}">
                        <a16:creationId xmlns:a16="http://schemas.microsoft.com/office/drawing/2014/main" id="{0598CACE-FD4E-442C-97ED-BEA0FDB50C5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64" name="Textfeld 3263">
                    <a:extLst>
                      <a:ext uri="{FF2B5EF4-FFF2-40B4-BE49-F238E27FC236}">
                        <a16:creationId xmlns:a16="http://schemas.microsoft.com/office/drawing/2014/main" id="{D23C1959-E512-4641-9F1C-19CA4AE7344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65" name="Rechteck 3264">
                    <a:extLst>
                      <a:ext uri="{FF2B5EF4-FFF2-40B4-BE49-F238E27FC236}">
                        <a16:creationId xmlns:a16="http://schemas.microsoft.com/office/drawing/2014/main" id="{9375A3B2-757C-434A-8CED-103B9EAFA42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6" name="Rechteck 3265">
                    <a:extLst>
                      <a:ext uri="{FF2B5EF4-FFF2-40B4-BE49-F238E27FC236}">
                        <a16:creationId xmlns:a16="http://schemas.microsoft.com/office/drawing/2014/main" id="{52C715C4-6119-4866-8DE6-D0C980A3789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Rechteck 3266">
                    <a:extLst>
                      <a:ext uri="{FF2B5EF4-FFF2-40B4-BE49-F238E27FC236}">
                        <a16:creationId xmlns:a16="http://schemas.microsoft.com/office/drawing/2014/main" id="{EDF464E4-22A6-4B41-A651-08A8A7AC1B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Rechteck 3267">
                    <a:extLst>
                      <a:ext uri="{FF2B5EF4-FFF2-40B4-BE49-F238E27FC236}">
                        <a16:creationId xmlns:a16="http://schemas.microsoft.com/office/drawing/2014/main" id="{8B8F5D5F-4C35-4A40-BE7C-7B7F1189E02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Rechteck 3268">
                    <a:extLst>
                      <a:ext uri="{FF2B5EF4-FFF2-40B4-BE49-F238E27FC236}">
                        <a16:creationId xmlns:a16="http://schemas.microsoft.com/office/drawing/2014/main" id="{9E640F2F-13BB-4949-9C94-42295CA81E0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0" name="Rechteck 3269">
                    <a:extLst>
                      <a:ext uri="{FF2B5EF4-FFF2-40B4-BE49-F238E27FC236}">
                        <a16:creationId xmlns:a16="http://schemas.microsoft.com/office/drawing/2014/main" id="{D78DE554-5C7E-4E29-A2B4-66E628C6755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1" name="Rechteck 3270">
                    <a:extLst>
                      <a:ext uri="{FF2B5EF4-FFF2-40B4-BE49-F238E27FC236}">
                        <a16:creationId xmlns:a16="http://schemas.microsoft.com/office/drawing/2014/main" id="{639E0857-F1AB-44A9-89EE-6F4048A865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Rechteck 3271">
                    <a:extLst>
                      <a:ext uri="{FF2B5EF4-FFF2-40B4-BE49-F238E27FC236}">
                        <a16:creationId xmlns:a16="http://schemas.microsoft.com/office/drawing/2014/main" id="{DEB848A6-D670-4429-9AD4-4EB717E9249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>
                  <a:extLst>
                    <a:ext uri="{FF2B5EF4-FFF2-40B4-BE49-F238E27FC236}">
                      <a16:creationId xmlns:a16="http://schemas.microsoft.com/office/drawing/2014/main" id="{28D4ADFF-F225-4ACB-AEB4-99C6A0AA544F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244" name="Textfeld 3243">
                <a:extLst>
                  <a:ext uri="{FF2B5EF4-FFF2-40B4-BE49-F238E27FC236}">
                    <a16:creationId xmlns:a16="http://schemas.microsoft.com/office/drawing/2014/main" id="{5C0C1F9B-6E3A-4A7E-88EE-F61DC6A03CC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58" name="Gruppieren 3057">
              <a:extLst>
                <a:ext uri="{FF2B5EF4-FFF2-40B4-BE49-F238E27FC236}">
                  <a16:creationId xmlns:a16="http://schemas.microsoft.com/office/drawing/2014/main" id="{D8539BCD-4AD2-4DFB-AB0D-CC04F7C38AF6}"/>
                </a:ext>
              </a:extLst>
            </p:cNvPr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>
                <a:extLst>
                  <a:ext uri="{FF2B5EF4-FFF2-40B4-BE49-F238E27FC236}">
                    <a16:creationId xmlns:a16="http://schemas.microsoft.com/office/drawing/2014/main" id="{0F44F48B-9B37-49CB-B259-9B21DDD91B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>
                  <a:extLst>
                    <a:ext uri="{FF2B5EF4-FFF2-40B4-BE49-F238E27FC236}">
                      <a16:creationId xmlns:a16="http://schemas.microsoft.com/office/drawing/2014/main" id="{7A06448A-D3D5-41D2-9243-A99E4109AC49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>
                    <a:extLst>
                      <a:ext uri="{FF2B5EF4-FFF2-40B4-BE49-F238E27FC236}">
                        <a16:creationId xmlns:a16="http://schemas.microsoft.com/office/drawing/2014/main" id="{B2B23702-08A5-46DA-B22C-FB328F32123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>
                    <a:extLst>
                      <a:ext uri="{FF2B5EF4-FFF2-40B4-BE49-F238E27FC236}">
                        <a16:creationId xmlns:a16="http://schemas.microsoft.com/office/drawing/2014/main" id="{CD10D36B-8C0A-4EE4-A176-B8C61820D4ED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>
                    <a:extLst>
                      <a:ext uri="{FF2B5EF4-FFF2-40B4-BE49-F238E27FC236}">
                        <a16:creationId xmlns:a16="http://schemas.microsoft.com/office/drawing/2014/main" id="{554DC42B-0319-4D2F-ABCA-4C215717173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>
                    <a:extLst>
                      <a:ext uri="{FF2B5EF4-FFF2-40B4-BE49-F238E27FC236}">
                        <a16:creationId xmlns:a16="http://schemas.microsoft.com/office/drawing/2014/main" id="{96B7AF24-1A92-4BDC-8117-06E0C911E0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>
                    <a:extLst>
                      <a:ext uri="{FF2B5EF4-FFF2-40B4-BE49-F238E27FC236}">
                        <a16:creationId xmlns:a16="http://schemas.microsoft.com/office/drawing/2014/main" id="{E8BB8A97-7156-47C6-8E41-D1BE921C95E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>
                    <a:extLst>
                      <a:ext uri="{FF2B5EF4-FFF2-40B4-BE49-F238E27FC236}">
                        <a16:creationId xmlns:a16="http://schemas.microsoft.com/office/drawing/2014/main" id="{4A743EB4-A788-4E42-BE1F-063058AADAE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>
                    <a:extLst>
                      <a:ext uri="{FF2B5EF4-FFF2-40B4-BE49-F238E27FC236}">
                        <a16:creationId xmlns:a16="http://schemas.microsoft.com/office/drawing/2014/main" id="{2658ECC3-6228-40D5-819C-983FBAB2D6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>
                    <a:extLst>
                      <a:ext uri="{FF2B5EF4-FFF2-40B4-BE49-F238E27FC236}">
                        <a16:creationId xmlns:a16="http://schemas.microsoft.com/office/drawing/2014/main" id="{3C69CD4F-51B9-42CF-948C-D51A358FA613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>
                    <a:extLst>
                      <a:ext uri="{FF2B5EF4-FFF2-40B4-BE49-F238E27FC236}">
                        <a16:creationId xmlns:a16="http://schemas.microsoft.com/office/drawing/2014/main" id="{2DBB3527-0547-45B4-86BB-BA30D45C00E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26" name="Textfeld 3225">
                    <a:extLst>
                      <a:ext uri="{FF2B5EF4-FFF2-40B4-BE49-F238E27FC236}">
                        <a16:creationId xmlns:a16="http://schemas.microsoft.com/office/drawing/2014/main" id="{10FE7342-D675-45D1-886E-1A22113B124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>
                    <a:extLst>
                      <a:ext uri="{FF2B5EF4-FFF2-40B4-BE49-F238E27FC236}">
                        <a16:creationId xmlns:a16="http://schemas.microsoft.com/office/drawing/2014/main" id="{7996D96A-E960-4150-BA82-42DFB17E5EA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>
                    <a:extLst>
                      <a:ext uri="{FF2B5EF4-FFF2-40B4-BE49-F238E27FC236}">
                        <a16:creationId xmlns:a16="http://schemas.microsoft.com/office/drawing/2014/main" id="{468F571A-1A16-4D00-B1C1-B8ECE4277B54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>
                    <a:extLst>
                      <a:ext uri="{FF2B5EF4-FFF2-40B4-BE49-F238E27FC236}">
                        <a16:creationId xmlns:a16="http://schemas.microsoft.com/office/drawing/2014/main" id="{B09037CE-0687-48B1-BED1-FB6524C4842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0" name="Textfeld 3229">
                    <a:extLst>
                      <a:ext uri="{FF2B5EF4-FFF2-40B4-BE49-F238E27FC236}">
                        <a16:creationId xmlns:a16="http://schemas.microsoft.com/office/drawing/2014/main" id="{957E44B9-E5C4-4327-90E2-C9B053B526E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1" name="Ellipse 3230">
                    <a:extLst>
                      <a:ext uri="{FF2B5EF4-FFF2-40B4-BE49-F238E27FC236}">
                        <a16:creationId xmlns:a16="http://schemas.microsoft.com/office/drawing/2014/main" id="{1DF50553-5993-43A1-9669-381E4ED0F7C8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>
                    <a:extLst>
                      <a:ext uri="{FF2B5EF4-FFF2-40B4-BE49-F238E27FC236}">
                        <a16:creationId xmlns:a16="http://schemas.microsoft.com/office/drawing/2014/main" id="{1364A6F2-904A-42BC-B811-AC4642B3E0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>
                    <a:extLst>
                      <a:ext uri="{FF2B5EF4-FFF2-40B4-BE49-F238E27FC236}">
                        <a16:creationId xmlns:a16="http://schemas.microsoft.com/office/drawing/2014/main" id="{454A7545-B741-435B-AB91-2C6AA8316E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4" name="Textfeld 3233">
                    <a:extLst>
                      <a:ext uri="{FF2B5EF4-FFF2-40B4-BE49-F238E27FC236}">
                        <a16:creationId xmlns:a16="http://schemas.microsoft.com/office/drawing/2014/main" id="{7D42A00B-FD05-4246-9EE0-C151808F03DB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5" name="Rechteck 3234">
                    <a:extLst>
                      <a:ext uri="{FF2B5EF4-FFF2-40B4-BE49-F238E27FC236}">
                        <a16:creationId xmlns:a16="http://schemas.microsoft.com/office/drawing/2014/main" id="{7031385F-7675-45CF-B4E0-29D8D25483D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>
                    <a:extLst>
                      <a:ext uri="{FF2B5EF4-FFF2-40B4-BE49-F238E27FC236}">
                        <a16:creationId xmlns:a16="http://schemas.microsoft.com/office/drawing/2014/main" id="{8FF60128-0ACC-4D4F-8D3E-28749F9231A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>
                    <a:extLst>
                      <a:ext uri="{FF2B5EF4-FFF2-40B4-BE49-F238E27FC236}">
                        <a16:creationId xmlns:a16="http://schemas.microsoft.com/office/drawing/2014/main" id="{B08435D0-F6E9-4E12-B7B1-6B20143F8D9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>
                    <a:extLst>
                      <a:ext uri="{FF2B5EF4-FFF2-40B4-BE49-F238E27FC236}">
                        <a16:creationId xmlns:a16="http://schemas.microsoft.com/office/drawing/2014/main" id="{CCB79788-0901-4001-BBAC-A9CC3B7DD2A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>
                    <a:extLst>
                      <a:ext uri="{FF2B5EF4-FFF2-40B4-BE49-F238E27FC236}">
                        <a16:creationId xmlns:a16="http://schemas.microsoft.com/office/drawing/2014/main" id="{0C9C15C5-DBD0-4F77-B975-D070DEE01D2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>
                    <a:extLst>
                      <a:ext uri="{FF2B5EF4-FFF2-40B4-BE49-F238E27FC236}">
                        <a16:creationId xmlns:a16="http://schemas.microsoft.com/office/drawing/2014/main" id="{405519E7-63DE-4DCA-9021-32392B20FBB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>
                    <a:extLst>
                      <a:ext uri="{FF2B5EF4-FFF2-40B4-BE49-F238E27FC236}">
                        <a16:creationId xmlns:a16="http://schemas.microsoft.com/office/drawing/2014/main" id="{0BF62C32-399C-4235-A5A8-2BB3C96F847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>
                    <a:extLst>
                      <a:ext uri="{FF2B5EF4-FFF2-40B4-BE49-F238E27FC236}">
                        <a16:creationId xmlns:a16="http://schemas.microsoft.com/office/drawing/2014/main" id="{4497A34D-2F26-4FC8-B38A-988360DB93E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>
                  <a:extLst>
                    <a:ext uri="{FF2B5EF4-FFF2-40B4-BE49-F238E27FC236}">
                      <a16:creationId xmlns:a16="http://schemas.microsoft.com/office/drawing/2014/main" id="{A89905B1-FD38-4384-A003-7036AC2C2B34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214" name="Textfeld 3213">
                <a:extLst>
                  <a:ext uri="{FF2B5EF4-FFF2-40B4-BE49-F238E27FC236}">
                    <a16:creationId xmlns:a16="http://schemas.microsoft.com/office/drawing/2014/main" id="{AA0AED33-A7BC-4854-BF49-6D7FA02563E5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059" name="Gruppieren 3058">
              <a:extLst>
                <a:ext uri="{FF2B5EF4-FFF2-40B4-BE49-F238E27FC236}">
                  <a16:creationId xmlns:a16="http://schemas.microsoft.com/office/drawing/2014/main" id="{6371BC6F-F684-47E3-AD81-C2070F283459}"/>
                </a:ext>
              </a:extLst>
            </p:cNvPr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>
                <a:extLst>
                  <a:ext uri="{FF2B5EF4-FFF2-40B4-BE49-F238E27FC236}">
                    <a16:creationId xmlns:a16="http://schemas.microsoft.com/office/drawing/2014/main" id="{631DA608-28DC-47C6-AF60-24C216C85CC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>
                  <a:extLst>
                    <a:ext uri="{FF2B5EF4-FFF2-40B4-BE49-F238E27FC236}">
                      <a16:creationId xmlns:a16="http://schemas.microsoft.com/office/drawing/2014/main" id="{E9A85BAC-5D23-4607-B5AA-2F5F39EDA3ED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>
                    <a:extLst>
                      <a:ext uri="{FF2B5EF4-FFF2-40B4-BE49-F238E27FC236}">
                        <a16:creationId xmlns:a16="http://schemas.microsoft.com/office/drawing/2014/main" id="{08F6B4E5-2E5B-4B28-A988-D7F7E07FD2FC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>
                    <a:extLst>
                      <a:ext uri="{FF2B5EF4-FFF2-40B4-BE49-F238E27FC236}">
                        <a16:creationId xmlns:a16="http://schemas.microsoft.com/office/drawing/2014/main" id="{D06778AC-65C2-4EB4-BC87-72BE747058C0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>
                    <a:extLst>
                      <a:ext uri="{FF2B5EF4-FFF2-40B4-BE49-F238E27FC236}">
                        <a16:creationId xmlns:a16="http://schemas.microsoft.com/office/drawing/2014/main" id="{25AF748B-7D80-44C3-8B43-67C0973604AA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>
                    <a:extLst>
                      <a:ext uri="{FF2B5EF4-FFF2-40B4-BE49-F238E27FC236}">
                        <a16:creationId xmlns:a16="http://schemas.microsoft.com/office/drawing/2014/main" id="{81556D2B-5757-4402-8B10-8FE060224EB8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>
                    <a:extLst>
                      <a:ext uri="{FF2B5EF4-FFF2-40B4-BE49-F238E27FC236}">
                        <a16:creationId xmlns:a16="http://schemas.microsoft.com/office/drawing/2014/main" id="{EB87C3DE-ECAB-449B-951B-B67B1118FC9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>
                    <a:extLst>
                      <a:ext uri="{FF2B5EF4-FFF2-40B4-BE49-F238E27FC236}">
                        <a16:creationId xmlns:a16="http://schemas.microsoft.com/office/drawing/2014/main" id="{4DDA9DB4-6C7B-44FB-A9F8-B81DD11CCE1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>
                    <a:extLst>
                      <a:ext uri="{FF2B5EF4-FFF2-40B4-BE49-F238E27FC236}">
                        <a16:creationId xmlns:a16="http://schemas.microsoft.com/office/drawing/2014/main" id="{DF268A1B-9D34-4B0D-97F2-BB066F13BC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>
                    <a:extLst>
                      <a:ext uri="{FF2B5EF4-FFF2-40B4-BE49-F238E27FC236}">
                        <a16:creationId xmlns:a16="http://schemas.microsoft.com/office/drawing/2014/main" id="{9A3AAA11-8F15-4D7E-B9CD-18E8E6B2F8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>
                    <a:extLst>
                      <a:ext uri="{FF2B5EF4-FFF2-40B4-BE49-F238E27FC236}">
                        <a16:creationId xmlns:a16="http://schemas.microsoft.com/office/drawing/2014/main" id="{737546D4-C3B3-46F0-8C62-5987D2B00C6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>
                    <a:extLst>
                      <a:ext uri="{FF2B5EF4-FFF2-40B4-BE49-F238E27FC236}">
                        <a16:creationId xmlns:a16="http://schemas.microsoft.com/office/drawing/2014/main" id="{D4A70E1A-34E0-4305-AF49-0FA87305590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>
                    <a:extLst>
                      <a:ext uri="{FF2B5EF4-FFF2-40B4-BE49-F238E27FC236}">
                        <a16:creationId xmlns:a16="http://schemas.microsoft.com/office/drawing/2014/main" id="{1B6A1471-93ED-4DE4-9B86-ED2C9CF2925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>
                    <a:extLst>
                      <a:ext uri="{FF2B5EF4-FFF2-40B4-BE49-F238E27FC236}">
                        <a16:creationId xmlns:a16="http://schemas.microsoft.com/office/drawing/2014/main" id="{87450831-0BED-4232-9AA7-5D363F61235F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>
                    <a:extLst>
                      <a:ext uri="{FF2B5EF4-FFF2-40B4-BE49-F238E27FC236}">
                        <a16:creationId xmlns:a16="http://schemas.microsoft.com/office/drawing/2014/main" id="{3995B182-ED2B-4DB5-B924-AF094801925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>
                    <a:extLst>
                      <a:ext uri="{FF2B5EF4-FFF2-40B4-BE49-F238E27FC236}">
                        <a16:creationId xmlns:a16="http://schemas.microsoft.com/office/drawing/2014/main" id="{CE9204E3-F598-4646-B0D3-6AD85B568E0C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>
                    <a:extLst>
                      <a:ext uri="{FF2B5EF4-FFF2-40B4-BE49-F238E27FC236}">
                        <a16:creationId xmlns:a16="http://schemas.microsoft.com/office/drawing/2014/main" id="{BDFD5EB4-641F-4EAB-BAFB-5024FFDF6B60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Ellipse 3201">
                    <a:extLst>
                      <a:ext uri="{FF2B5EF4-FFF2-40B4-BE49-F238E27FC236}">
                        <a16:creationId xmlns:a16="http://schemas.microsoft.com/office/drawing/2014/main" id="{B3FBD0B9-9CFE-451B-81A2-09F95BA5D55E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>
                    <a:extLst>
                      <a:ext uri="{FF2B5EF4-FFF2-40B4-BE49-F238E27FC236}">
                        <a16:creationId xmlns:a16="http://schemas.microsoft.com/office/drawing/2014/main" id="{784FF756-CB9A-4B11-98E4-12D386BE3FB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>
                    <a:extLst>
                      <a:ext uri="{FF2B5EF4-FFF2-40B4-BE49-F238E27FC236}">
                        <a16:creationId xmlns:a16="http://schemas.microsoft.com/office/drawing/2014/main" id="{8472E536-C41A-49ED-8C86-B319A8E5DA2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>
                    <a:extLst>
                      <a:ext uri="{FF2B5EF4-FFF2-40B4-BE49-F238E27FC236}">
                        <a16:creationId xmlns:a16="http://schemas.microsoft.com/office/drawing/2014/main" id="{128843A7-7932-4D1F-AB49-DC5B8E4A81D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>
                    <a:extLst>
                      <a:ext uri="{FF2B5EF4-FFF2-40B4-BE49-F238E27FC236}">
                        <a16:creationId xmlns:a16="http://schemas.microsoft.com/office/drawing/2014/main" id="{DC5872A3-59AF-4CC0-8497-057FE743ED4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>
                    <a:extLst>
                      <a:ext uri="{FF2B5EF4-FFF2-40B4-BE49-F238E27FC236}">
                        <a16:creationId xmlns:a16="http://schemas.microsoft.com/office/drawing/2014/main" id="{54673454-88D3-4B1A-9E74-9F9239A31FC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>
                    <a:extLst>
                      <a:ext uri="{FF2B5EF4-FFF2-40B4-BE49-F238E27FC236}">
                        <a16:creationId xmlns:a16="http://schemas.microsoft.com/office/drawing/2014/main" id="{7F8549F5-8D22-4070-961B-8F89F8217FD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>
                    <a:extLst>
                      <a:ext uri="{FF2B5EF4-FFF2-40B4-BE49-F238E27FC236}">
                        <a16:creationId xmlns:a16="http://schemas.microsoft.com/office/drawing/2014/main" id="{410F3EE5-15C1-4EDC-B085-1DA06BB8E7F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>
                    <a:extLst>
                      <a:ext uri="{FF2B5EF4-FFF2-40B4-BE49-F238E27FC236}">
                        <a16:creationId xmlns:a16="http://schemas.microsoft.com/office/drawing/2014/main" id="{26047657-3694-4EF9-BC0F-E545AAD866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>
                    <a:extLst>
                      <a:ext uri="{FF2B5EF4-FFF2-40B4-BE49-F238E27FC236}">
                        <a16:creationId xmlns:a16="http://schemas.microsoft.com/office/drawing/2014/main" id="{F1A70397-6C93-4553-B2E6-8B7F619C8A0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>
                    <a:extLst>
                      <a:ext uri="{FF2B5EF4-FFF2-40B4-BE49-F238E27FC236}">
                        <a16:creationId xmlns:a16="http://schemas.microsoft.com/office/drawing/2014/main" id="{EBFAF236-AE9B-44E4-B17B-C6CC7B73F7E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>
                  <a:extLst>
                    <a:ext uri="{FF2B5EF4-FFF2-40B4-BE49-F238E27FC236}">
                      <a16:creationId xmlns:a16="http://schemas.microsoft.com/office/drawing/2014/main" id="{31DA4C41-0350-4450-B966-5DF84E097EB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84" name="Textfeld 3183">
                <a:extLst>
                  <a:ext uri="{FF2B5EF4-FFF2-40B4-BE49-F238E27FC236}">
                    <a16:creationId xmlns:a16="http://schemas.microsoft.com/office/drawing/2014/main" id="{C9BA7036-54DF-46F5-B821-9D57C7BD3AFE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060" name="Gruppieren 3059">
              <a:extLst>
                <a:ext uri="{FF2B5EF4-FFF2-40B4-BE49-F238E27FC236}">
                  <a16:creationId xmlns:a16="http://schemas.microsoft.com/office/drawing/2014/main" id="{6366EAE2-73C6-4E97-876B-DB06138F2DF4}"/>
                </a:ext>
              </a:extLst>
            </p:cNvPr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>
                <a:extLst>
                  <a:ext uri="{FF2B5EF4-FFF2-40B4-BE49-F238E27FC236}">
                    <a16:creationId xmlns:a16="http://schemas.microsoft.com/office/drawing/2014/main" id="{00ECA1FB-3523-41C8-8F76-AC910D912695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>
                  <a:extLst>
                    <a:ext uri="{FF2B5EF4-FFF2-40B4-BE49-F238E27FC236}">
                      <a16:creationId xmlns:a16="http://schemas.microsoft.com/office/drawing/2014/main" id="{2924B9BD-A511-405B-8C8B-5C4252A92A42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>
                    <a:extLst>
                      <a:ext uri="{FF2B5EF4-FFF2-40B4-BE49-F238E27FC236}">
                        <a16:creationId xmlns:a16="http://schemas.microsoft.com/office/drawing/2014/main" id="{39B8E3E3-BBCF-4E32-837C-F5DCCF40BCA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>
                    <a:extLst>
                      <a:ext uri="{FF2B5EF4-FFF2-40B4-BE49-F238E27FC236}">
                        <a16:creationId xmlns:a16="http://schemas.microsoft.com/office/drawing/2014/main" id="{A041955D-B19E-446A-AF8E-B504FD914B3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>
                    <a:extLst>
                      <a:ext uri="{FF2B5EF4-FFF2-40B4-BE49-F238E27FC236}">
                        <a16:creationId xmlns:a16="http://schemas.microsoft.com/office/drawing/2014/main" id="{B71EC055-ABC3-43A9-A878-E03F21E243F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>
                    <a:extLst>
                      <a:ext uri="{FF2B5EF4-FFF2-40B4-BE49-F238E27FC236}">
                        <a16:creationId xmlns:a16="http://schemas.microsoft.com/office/drawing/2014/main" id="{AD292B3D-C51B-4B46-9E9C-3FD788A26DE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>
                    <a:extLst>
                      <a:ext uri="{FF2B5EF4-FFF2-40B4-BE49-F238E27FC236}">
                        <a16:creationId xmlns:a16="http://schemas.microsoft.com/office/drawing/2014/main" id="{CB9CFCBD-A8E2-48A1-933C-FBC2A14FB458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0" name="Ellipse 3169">
                    <a:extLst>
                      <a:ext uri="{FF2B5EF4-FFF2-40B4-BE49-F238E27FC236}">
                        <a16:creationId xmlns:a16="http://schemas.microsoft.com/office/drawing/2014/main" id="{6BD376F7-7544-4998-96AE-E96C849DEB2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>
                    <a:extLst>
                      <a:ext uri="{FF2B5EF4-FFF2-40B4-BE49-F238E27FC236}">
                        <a16:creationId xmlns:a16="http://schemas.microsoft.com/office/drawing/2014/main" id="{3F65CABB-E80A-4249-A37C-522F3147D76B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>
                    <a:extLst>
                      <a:ext uri="{FF2B5EF4-FFF2-40B4-BE49-F238E27FC236}">
                        <a16:creationId xmlns:a16="http://schemas.microsoft.com/office/drawing/2014/main" id="{19798101-15AC-4986-8E83-8865DE53476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>
                    <a:extLst>
                      <a:ext uri="{FF2B5EF4-FFF2-40B4-BE49-F238E27FC236}">
                        <a16:creationId xmlns:a16="http://schemas.microsoft.com/office/drawing/2014/main" id="{F3B8FB71-FFB6-41CE-802C-5B98D0DE7E5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>
                    <a:extLst>
                      <a:ext uri="{FF2B5EF4-FFF2-40B4-BE49-F238E27FC236}">
                        <a16:creationId xmlns:a16="http://schemas.microsoft.com/office/drawing/2014/main" id="{A3E44118-A07D-4AD9-86C8-118D26AB616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>
                    <a:extLst>
                      <a:ext uri="{FF2B5EF4-FFF2-40B4-BE49-F238E27FC236}">
                        <a16:creationId xmlns:a16="http://schemas.microsoft.com/office/drawing/2014/main" id="{31CED0E9-02BE-494D-8480-D162FAA22A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>
                    <a:extLst>
                      <a:ext uri="{FF2B5EF4-FFF2-40B4-BE49-F238E27FC236}">
                        <a16:creationId xmlns:a16="http://schemas.microsoft.com/office/drawing/2014/main" id="{7E592189-39E8-43BE-BBE5-57ECD3252D7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>
                    <a:extLst>
                      <a:ext uri="{FF2B5EF4-FFF2-40B4-BE49-F238E27FC236}">
                        <a16:creationId xmlns:a16="http://schemas.microsoft.com/office/drawing/2014/main" id="{83A122C8-DFDE-43C7-A303-5FAF2E70226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>
                    <a:extLst>
                      <a:ext uri="{FF2B5EF4-FFF2-40B4-BE49-F238E27FC236}">
                        <a16:creationId xmlns:a16="http://schemas.microsoft.com/office/drawing/2014/main" id="{73B4C5C6-4732-4C33-8EDC-B21813B76DE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>
                    <a:extLst>
                      <a:ext uri="{FF2B5EF4-FFF2-40B4-BE49-F238E27FC236}">
                        <a16:creationId xmlns:a16="http://schemas.microsoft.com/office/drawing/2014/main" id="{5B5B0885-B85E-49AE-8212-47912F42F2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>
                    <a:extLst>
                      <a:ext uri="{FF2B5EF4-FFF2-40B4-BE49-F238E27FC236}">
                        <a16:creationId xmlns:a16="http://schemas.microsoft.com/office/drawing/2014/main" id="{B6F45C8C-0FC6-42F8-8BA2-4F99119D93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>
                    <a:extLst>
                      <a:ext uri="{FF2B5EF4-FFF2-40B4-BE49-F238E27FC236}">
                        <a16:creationId xmlns:a16="http://schemas.microsoft.com/office/drawing/2014/main" id="{8C4D7A2B-EC02-4EDA-95E3-54185FACAA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>
                    <a:extLst>
                      <a:ext uri="{FF2B5EF4-FFF2-40B4-BE49-F238E27FC236}">
                        <a16:creationId xmlns:a16="http://schemas.microsoft.com/office/drawing/2014/main" id="{2C69F209-FE09-4D10-B36A-AE0980C7D56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>
                  <a:extLst>
                    <a:ext uri="{FF2B5EF4-FFF2-40B4-BE49-F238E27FC236}">
                      <a16:creationId xmlns:a16="http://schemas.microsoft.com/office/drawing/2014/main" id="{693858AA-B14E-4B6C-AFCD-DC01CF1E110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162" name="Textfeld 3161">
                <a:extLst>
                  <a:ext uri="{FF2B5EF4-FFF2-40B4-BE49-F238E27FC236}">
                    <a16:creationId xmlns:a16="http://schemas.microsoft.com/office/drawing/2014/main" id="{43F0B685-9916-45C5-A8E0-B84E51AA3634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61" name="Gruppieren 3060">
              <a:extLst>
                <a:ext uri="{FF2B5EF4-FFF2-40B4-BE49-F238E27FC236}">
                  <a16:creationId xmlns:a16="http://schemas.microsoft.com/office/drawing/2014/main" id="{99603016-5706-4A3E-970A-A547DF8FD031}"/>
                </a:ext>
              </a:extLst>
            </p:cNvPr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>
                <a:extLst>
                  <a:ext uri="{FF2B5EF4-FFF2-40B4-BE49-F238E27FC236}">
                    <a16:creationId xmlns:a16="http://schemas.microsoft.com/office/drawing/2014/main" id="{B00A0521-912F-45C5-859E-F7B0674C5BE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>
                  <a:extLst>
                    <a:ext uri="{FF2B5EF4-FFF2-40B4-BE49-F238E27FC236}">
                      <a16:creationId xmlns:a16="http://schemas.microsoft.com/office/drawing/2014/main" id="{0E4780F0-BC9E-4760-8E8B-EA78F6D4F7D0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>
                    <a:extLst>
                      <a:ext uri="{FF2B5EF4-FFF2-40B4-BE49-F238E27FC236}">
                        <a16:creationId xmlns:a16="http://schemas.microsoft.com/office/drawing/2014/main" id="{4B385564-E5CA-4C5B-B9AD-12CE82EE18D9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>
                    <a:extLst>
                      <a:ext uri="{FF2B5EF4-FFF2-40B4-BE49-F238E27FC236}">
                        <a16:creationId xmlns:a16="http://schemas.microsoft.com/office/drawing/2014/main" id="{BE3D375E-3AC5-4745-9765-B603ED141B2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>
                    <a:extLst>
                      <a:ext uri="{FF2B5EF4-FFF2-40B4-BE49-F238E27FC236}">
                        <a16:creationId xmlns:a16="http://schemas.microsoft.com/office/drawing/2014/main" id="{A631303A-088E-4210-A4D2-31096141AEC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>
                    <a:extLst>
                      <a:ext uri="{FF2B5EF4-FFF2-40B4-BE49-F238E27FC236}">
                        <a16:creationId xmlns:a16="http://schemas.microsoft.com/office/drawing/2014/main" id="{971CAAFF-6056-4234-8195-B3461D75BC7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>
                    <a:extLst>
                      <a:ext uri="{FF2B5EF4-FFF2-40B4-BE49-F238E27FC236}">
                        <a16:creationId xmlns:a16="http://schemas.microsoft.com/office/drawing/2014/main" id="{66DBFC48-F456-4C74-996E-2D39BABA45E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>
                    <a:extLst>
                      <a:ext uri="{FF2B5EF4-FFF2-40B4-BE49-F238E27FC236}">
                        <a16:creationId xmlns:a16="http://schemas.microsoft.com/office/drawing/2014/main" id="{AA1D1018-E2D7-48C7-96E1-6F84BA05B8C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>
                    <a:extLst>
                      <a:ext uri="{FF2B5EF4-FFF2-40B4-BE49-F238E27FC236}">
                        <a16:creationId xmlns:a16="http://schemas.microsoft.com/office/drawing/2014/main" id="{2E001C99-ADAB-4367-8630-D16D6300BAAB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>
                    <a:extLst>
                      <a:ext uri="{FF2B5EF4-FFF2-40B4-BE49-F238E27FC236}">
                        <a16:creationId xmlns:a16="http://schemas.microsoft.com/office/drawing/2014/main" id="{9F05448C-70FF-4CC8-9D47-548C72E692B9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>
                    <a:extLst>
                      <a:ext uri="{FF2B5EF4-FFF2-40B4-BE49-F238E27FC236}">
                        <a16:creationId xmlns:a16="http://schemas.microsoft.com/office/drawing/2014/main" id="{F025D24B-DC90-4962-AC24-1CF526167C6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>
                    <a:extLst>
                      <a:ext uri="{FF2B5EF4-FFF2-40B4-BE49-F238E27FC236}">
                        <a16:creationId xmlns:a16="http://schemas.microsoft.com/office/drawing/2014/main" id="{E42E62DA-BED4-4B4D-9F08-A121FFC9A49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Ellipse 3144">
                    <a:extLst>
                      <a:ext uri="{FF2B5EF4-FFF2-40B4-BE49-F238E27FC236}">
                        <a16:creationId xmlns:a16="http://schemas.microsoft.com/office/drawing/2014/main" id="{2CC0E267-B5EF-4ADE-A151-A3D16AC4EE32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>
                    <a:extLst>
                      <a:ext uri="{FF2B5EF4-FFF2-40B4-BE49-F238E27FC236}">
                        <a16:creationId xmlns:a16="http://schemas.microsoft.com/office/drawing/2014/main" id="{250172AF-CACD-4192-996D-8D6A190FB966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Textfeld 3146">
                    <a:extLst>
                      <a:ext uri="{FF2B5EF4-FFF2-40B4-BE49-F238E27FC236}">
                        <a16:creationId xmlns:a16="http://schemas.microsoft.com/office/drawing/2014/main" id="{861C9383-195C-45AD-8E55-D65FAB5FA5A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48" name="Textfeld 3147">
                    <a:extLst>
                      <a:ext uri="{FF2B5EF4-FFF2-40B4-BE49-F238E27FC236}">
                        <a16:creationId xmlns:a16="http://schemas.microsoft.com/office/drawing/2014/main" id="{92964BE7-D763-4BEC-BEC1-3F0EB3B9A3A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49" name="Ellipse 3148">
                    <a:extLst>
                      <a:ext uri="{FF2B5EF4-FFF2-40B4-BE49-F238E27FC236}">
                        <a16:creationId xmlns:a16="http://schemas.microsoft.com/office/drawing/2014/main" id="{592CAB89-CF9F-4292-B955-5A8366159F2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0" name="Ellipse 3149">
                    <a:extLst>
                      <a:ext uri="{FF2B5EF4-FFF2-40B4-BE49-F238E27FC236}">
                        <a16:creationId xmlns:a16="http://schemas.microsoft.com/office/drawing/2014/main" id="{6D6439DA-C36B-445C-AE8F-C38E1787385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>
                    <a:extLst>
                      <a:ext uri="{FF2B5EF4-FFF2-40B4-BE49-F238E27FC236}">
                        <a16:creationId xmlns:a16="http://schemas.microsoft.com/office/drawing/2014/main" id="{BC8DC115-B5D1-4578-9D74-BDDAE089F0E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152" name="Textfeld 3151">
                    <a:extLst>
                      <a:ext uri="{FF2B5EF4-FFF2-40B4-BE49-F238E27FC236}">
                        <a16:creationId xmlns:a16="http://schemas.microsoft.com/office/drawing/2014/main" id="{82DCA21A-9FEA-4440-B254-9EDBCBA9C512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153" name="Rechteck 3152">
                    <a:extLst>
                      <a:ext uri="{FF2B5EF4-FFF2-40B4-BE49-F238E27FC236}">
                        <a16:creationId xmlns:a16="http://schemas.microsoft.com/office/drawing/2014/main" id="{6BE3593C-AAC8-40DC-AE25-F2554AAEBF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>
                    <a:extLst>
                      <a:ext uri="{FF2B5EF4-FFF2-40B4-BE49-F238E27FC236}">
                        <a16:creationId xmlns:a16="http://schemas.microsoft.com/office/drawing/2014/main" id="{DA0EA8E0-109A-4463-8D7B-2AF4AB75CEA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>
                    <a:extLst>
                      <a:ext uri="{FF2B5EF4-FFF2-40B4-BE49-F238E27FC236}">
                        <a16:creationId xmlns:a16="http://schemas.microsoft.com/office/drawing/2014/main" id="{13326364-1CB8-48EB-ACC9-9735806F661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>
                    <a:extLst>
                      <a:ext uri="{FF2B5EF4-FFF2-40B4-BE49-F238E27FC236}">
                        <a16:creationId xmlns:a16="http://schemas.microsoft.com/office/drawing/2014/main" id="{FEEABD12-535B-482D-8114-6657959097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>
                    <a:extLst>
                      <a:ext uri="{FF2B5EF4-FFF2-40B4-BE49-F238E27FC236}">
                        <a16:creationId xmlns:a16="http://schemas.microsoft.com/office/drawing/2014/main" id="{2E769438-4DF9-4A8E-8C42-1466DEE7298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>
                    <a:extLst>
                      <a:ext uri="{FF2B5EF4-FFF2-40B4-BE49-F238E27FC236}">
                        <a16:creationId xmlns:a16="http://schemas.microsoft.com/office/drawing/2014/main" id="{0B9D7787-B557-423F-996F-FD636A7748C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>
                    <a:extLst>
                      <a:ext uri="{FF2B5EF4-FFF2-40B4-BE49-F238E27FC236}">
                        <a16:creationId xmlns:a16="http://schemas.microsoft.com/office/drawing/2014/main" id="{0BDBDD03-9D59-4CBD-BE8C-E84D37D9631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>
                    <a:extLst>
                      <a:ext uri="{FF2B5EF4-FFF2-40B4-BE49-F238E27FC236}">
                        <a16:creationId xmlns:a16="http://schemas.microsoft.com/office/drawing/2014/main" id="{5268563D-19D4-41C1-A869-6FCB2211F7C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>
                  <a:extLst>
                    <a:ext uri="{FF2B5EF4-FFF2-40B4-BE49-F238E27FC236}">
                      <a16:creationId xmlns:a16="http://schemas.microsoft.com/office/drawing/2014/main" id="{26B77CC9-4EE9-4DDF-BEEC-73E40C9BF6A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32" name="Textfeld 3131">
                <a:extLst>
                  <a:ext uri="{FF2B5EF4-FFF2-40B4-BE49-F238E27FC236}">
                    <a16:creationId xmlns:a16="http://schemas.microsoft.com/office/drawing/2014/main" id="{425F56C2-0F3A-4CE6-A7FB-6424478C7A5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062" name="Gruppieren 3061">
              <a:extLst>
                <a:ext uri="{FF2B5EF4-FFF2-40B4-BE49-F238E27FC236}">
                  <a16:creationId xmlns:a16="http://schemas.microsoft.com/office/drawing/2014/main" id="{2DBBD833-E9B7-473E-8D96-A8DDC692A158}"/>
                </a:ext>
              </a:extLst>
            </p:cNvPr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01" name="Gruppieren 3100">
                <a:extLst>
                  <a:ext uri="{FF2B5EF4-FFF2-40B4-BE49-F238E27FC236}">
                    <a16:creationId xmlns:a16="http://schemas.microsoft.com/office/drawing/2014/main" id="{246B440A-D8CE-4073-85DF-B92AB7D3A23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03" name="Gruppieren 3102">
                  <a:extLst>
                    <a:ext uri="{FF2B5EF4-FFF2-40B4-BE49-F238E27FC236}">
                      <a16:creationId xmlns:a16="http://schemas.microsoft.com/office/drawing/2014/main" id="{271F89E2-8DF5-413B-AD84-88645BB6A9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05" name="Rechteck 3104">
                    <a:extLst>
                      <a:ext uri="{FF2B5EF4-FFF2-40B4-BE49-F238E27FC236}">
                        <a16:creationId xmlns:a16="http://schemas.microsoft.com/office/drawing/2014/main" id="{A77C1885-ECCE-4FBA-AA24-51CFA5B0B98D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6" name="Rechteck 3105">
                    <a:extLst>
                      <a:ext uri="{FF2B5EF4-FFF2-40B4-BE49-F238E27FC236}">
                        <a16:creationId xmlns:a16="http://schemas.microsoft.com/office/drawing/2014/main" id="{DD91A1CA-E081-4CC1-9961-9FB72A8C035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Ellipse 3106">
                    <a:extLst>
                      <a:ext uri="{FF2B5EF4-FFF2-40B4-BE49-F238E27FC236}">
                        <a16:creationId xmlns:a16="http://schemas.microsoft.com/office/drawing/2014/main" id="{A8106C58-E497-4649-8E95-1F7298347FEC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Ellipse 3107">
                    <a:extLst>
                      <a:ext uri="{FF2B5EF4-FFF2-40B4-BE49-F238E27FC236}">
                        <a16:creationId xmlns:a16="http://schemas.microsoft.com/office/drawing/2014/main" id="{1D9A8313-E96E-40A7-9133-778B83CC6A6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>
                    <a:extLst>
                      <a:ext uri="{FF2B5EF4-FFF2-40B4-BE49-F238E27FC236}">
                        <a16:creationId xmlns:a16="http://schemas.microsoft.com/office/drawing/2014/main" id="{E912E0B5-453C-4CFD-8A22-08F269CEA5C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10" name="Textfeld 3109">
                    <a:extLst>
                      <a:ext uri="{FF2B5EF4-FFF2-40B4-BE49-F238E27FC236}">
                        <a16:creationId xmlns:a16="http://schemas.microsoft.com/office/drawing/2014/main" id="{6CC6CB84-2749-4B16-8D3A-0184DFDEF52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11" name="Ellipse 3110">
                    <a:extLst>
                      <a:ext uri="{FF2B5EF4-FFF2-40B4-BE49-F238E27FC236}">
                        <a16:creationId xmlns:a16="http://schemas.microsoft.com/office/drawing/2014/main" id="{9AAF04D7-903E-4869-962F-12676095E45E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Ellipse 3111">
                    <a:extLst>
                      <a:ext uri="{FF2B5EF4-FFF2-40B4-BE49-F238E27FC236}">
                        <a16:creationId xmlns:a16="http://schemas.microsoft.com/office/drawing/2014/main" id="{6200201B-642F-4688-834C-7DCD0539ED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>
                    <a:extLst>
                      <a:ext uri="{FF2B5EF4-FFF2-40B4-BE49-F238E27FC236}">
                        <a16:creationId xmlns:a16="http://schemas.microsoft.com/office/drawing/2014/main" id="{DC655C91-7F2E-4826-B41B-A3267374A89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4" name="Textfeld 3113">
                    <a:extLst>
                      <a:ext uri="{FF2B5EF4-FFF2-40B4-BE49-F238E27FC236}">
                        <a16:creationId xmlns:a16="http://schemas.microsoft.com/office/drawing/2014/main" id="{F02539D6-E576-4E15-B198-732AD22EFF1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5" name="Ellipse 3114">
                    <a:extLst>
                      <a:ext uri="{FF2B5EF4-FFF2-40B4-BE49-F238E27FC236}">
                        <a16:creationId xmlns:a16="http://schemas.microsoft.com/office/drawing/2014/main" id="{BD493956-5F56-4795-A5CE-1D9B502811D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Ellipse 3115">
                    <a:extLst>
                      <a:ext uri="{FF2B5EF4-FFF2-40B4-BE49-F238E27FC236}">
                        <a16:creationId xmlns:a16="http://schemas.microsoft.com/office/drawing/2014/main" id="{B1668B83-552B-459D-A540-705A9A7D8A25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Textfeld 3116">
                    <a:extLst>
                      <a:ext uri="{FF2B5EF4-FFF2-40B4-BE49-F238E27FC236}">
                        <a16:creationId xmlns:a16="http://schemas.microsoft.com/office/drawing/2014/main" id="{F4F9F366-3CE8-4D99-B670-FD0650E827A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8" name="Textfeld 3117">
                    <a:extLst>
                      <a:ext uri="{FF2B5EF4-FFF2-40B4-BE49-F238E27FC236}">
                        <a16:creationId xmlns:a16="http://schemas.microsoft.com/office/drawing/2014/main" id="{F8B0DE25-D466-41EA-8E35-812C8E4DDE2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9" name="Ellipse 3118">
                    <a:extLst>
                      <a:ext uri="{FF2B5EF4-FFF2-40B4-BE49-F238E27FC236}">
                        <a16:creationId xmlns:a16="http://schemas.microsoft.com/office/drawing/2014/main" id="{B31606A1-1480-470A-A7B7-525045F3898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Ellipse 3119">
                    <a:extLst>
                      <a:ext uri="{FF2B5EF4-FFF2-40B4-BE49-F238E27FC236}">
                        <a16:creationId xmlns:a16="http://schemas.microsoft.com/office/drawing/2014/main" id="{706957E1-909E-4219-8646-AB9FA9B6752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Textfeld 3120">
                    <a:extLst>
                      <a:ext uri="{FF2B5EF4-FFF2-40B4-BE49-F238E27FC236}">
                        <a16:creationId xmlns:a16="http://schemas.microsoft.com/office/drawing/2014/main" id="{AD478522-CE1F-4AF9-A5B3-FFBC171FA8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22" name="Textfeld 3121">
                    <a:extLst>
                      <a:ext uri="{FF2B5EF4-FFF2-40B4-BE49-F238E27FC236}">
                        <a16:creationId xmlns:a16="http://schemas.microsoft.com/office/drawing/2014/main" id="{C04914FB-A088-4E9B-AA36-DC55A3C9CAB1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23" name="Rechteck 3122">
                    <a:extLst>
                      <a:ext uri="{FF2B5EF4-FFF2-40B4-BE49-F238E27FC236}">
                        <a16:creationId xmlns:a16="http://schemas.microsoft.com/office/drawing/2014/main" id="{A34FFF4F-975A-4AF4-B7A0-DB2E101D5F6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4" name="Rechteck 3123">
                    <a:extLst>
                      <a:ext uri="{FF2B5EF4-FFF2-40B4-BE49-F238E27FC236}">
                        <a16:creationId xmlns:a16="http://schemas.microsoft.com/office/drawing/2014/main" id="{66DB87C8-46CB-4F44-B7CB-2D83295158F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5" name="Rechteck 3124">
                    <a:extLst>
                      <a:ext uri="{FF2B5EF4-FFF2-40B4-BE49-F238E27FC236}">
                        <a16:creationId xmlns:a16="http://schemas.microsoft.com/office/drawing/2014/main" id="{75D601FA-13D1-4404-8FC9-03CAC45C3CE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6" name="Rechteck 3125">
                    <a:extLst>
                      <a:ext uri="{FF2B5EF4-FFF2-40B4-BE49-F238E27FC236}">
                        <a16:creationId xmlns:a16="http://schemas.microsoft.com/office/drawing/2014/main" id="{CFBC2286-157E-4BE5-BE5A-9065B2CD6DA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7" name="Rechteck 3126">
                    <a:extLst>
                      <a:ext uri="{FF2B5EF4-FFF2-40B4-BE49-F238E27FC236}">
                        <a16:creationId xmlns:a16="http://schemas.microsoft.com/office/drawing/2014/main" id="{1B9EBC32-4F4D-4EE2-A402-734F262AB83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8" name="Rechteck 3127">
                    <a:extLst>
                      <a:ext uri="{FF2B5EF4-FFF2-40B4-BE49-F238E27FC236}">
                        <a16:creationId xmlns:a16="http://schemas.microsoft.com/office/drawing/2014/main" id="{32F230C7-9027-4FC3-81AB-4EAB66154C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Rechteck 3128">
                    <a:extLst>
                      <a:ext uri="{FF2B5EF4-FFF2-40B4-BE49-F238E27FC236}">
                        <a16:creationId xmlns:a16="http://schemas.microsoft.com/office/drawing/2014/main" id="{736356DE-C177-4AE8-8B95-189DBF4C578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Rechteck 3129">
                    <a:extLst>
                      <a:ext uri="{FF2B5EF4-FFF2-40B4-BE49-F238E27FC236}">
                        <a16:creationId xmlns:a16="http://schemas.microsoft.com/office/drawing/2014/main" id="{5FA68CEF-0175-4B7E-863E-DB6ECAB14A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04" name="Textfeld 3103">
                  <a:extLst>
                    <a:ext uri="{FF2B5EF4-FFF2-40B4-BE49-F238E27FC236}">
                      <a16:creationId xmlns:a16="http://schemas.microsoft.com/office/drawing/2014/main" id="{6B3D95E3-F7EA-4262-B382-80C14D725B33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2" name="Textfeld 3101">
                <a:extLst>
                  <a:ext uri="{FF2B5EF4-FFF2-40B4-BE49-F238E27FC236}">
                    <a16:creationId xmlns:a16="http://schemas.microsoft.com/office/drawing/2014/main" id="{52CA4981-8D8F-4F4D-8446-0C9B28050799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063" name="Rechteck 3062">
              <a:extLst>
                <a:ext uri="{FF2B5EF4-FFF2-40B4-BE49-F238E27FC236}">
                  <a16:creationId xmlns:a16="http://schemas.microsoft.com/office/drawing/2014/main" id="{C1CC12EA-D46E-492C-9BD5-5C44F050D1AA}"/>
                </a:ext>
              </a:extLst>
            </p:cNvPr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064" name="Gruppieren 3063">
              <a:extLst>
                <a:ext uri="{FF2B5EF4-FFF2-40B4-BE49-F238E27FC236}">
                  <a16:creationId xmlns:a16="http://schemas.microsoft.com/office/drawing/2014/main" id="{3D866B2A-483C-49E0-BB98-54A1A46F6758}"/>
                </a:ext>
              </a:extLst>
            </p:cNvPr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097" name="Gruppieren 3096">
                <a:extLst>
                  <a:ext uri="{FF2B5EF4-FFF2-40B4-BE49-F238E27FC236}">
                    <a16:creationId xmlns:a16="http://schemas.microsoft.com/office/drawing/2014/main" id="{F467EC65-A1EF-4996-B433-DCADDBE1B46C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099" name="Rechteck 3098">
                  <a:extLst>
                    <a:ext uri="{FF2B5EF4-FFF2-40B4-BE49-F238E27FC236}">
                      <a16:creationId xmlns:a16="http://schemas.microsoft.com/office/drawing/2014/main" id="{4F51F5B9-AE75-4509-87A5-4023EA78510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0" name="Textfeld 3099">
                  <a:extLst>
                    <a:ext uri="{FF2B5EF4-FFF2-40B4-BE49-F238E27FC236}">
                      <a16:creationId xmlns:a16="http://schemas.microsoft.com/office/drawing/2014/main" id="{42E05B54-84DF-436D-88FF-877BF8832E6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8" name="Textfeld 3097">
                <a:extLst>
                  <a:ext uri="{FF2B5EF4-FFF2-40B4-BE49-F238E27FC236}">
                    <a16:creationId xmlns:a16="http://schemas.microsoft.com/office/drawing/2014/main" id="{9678E308-43FB-49DD-9F0F-583AEB8A17EC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65" name="Textfeld 3064">
              <a:extLst>
                <a:ext uri="{FF2B5EF4-FFF2-40B4-BE49-F238E27FC236}">
                  <a16:creationId xmlns:a16="http://schemas.microsoft.com/office/drawing/2014/main" id="{24B61797-0CB0-405B-8DCF-CD50B28A6B16}"/>
                </a:ext>
              </a:extLst>
            </p:cNvPr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066" name="Gruppieren 3065">
              <a:extLst>
                <a:ext uri="{FF2B5EF4-FFF2-40B4-BE49-F238E27FC236}">
                  <a16:creationId xmlns:a16="http://schemas.microsoft.com/office/drawing/2014/main" id="{BC5F97C3-5240-422D-BCEC-A592EA1B756A}"/>
                </a:ext>
              </a:extLst>
            </p:cNvPr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067" name="Gruppieren 3066">
                <a:extLst>
                  <a:ext uri="{FF2B5EF4-FFF2-40B4-BE49-F238E27FC236}">
                    <a16:creationId xmlns:a16="http://schemas.microsoft.com/office/drawing/2014/main" id="{DEDD7DD3-5B17-484C-ABF0-4D6AB6420E4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69" name="Gruppieren 3068">
                  <a:extLst>
                    <a:ext uri="{FF2B5EF4-FFF2-40B4-BE49-F238E27FC236}">
                      <a16:creationId xmlns:a16="http://schemas.microsoft.com/office/drawing/2014/main" id="{D0C401BE-D627-4E12-9E52-6D23020B4FAF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71" name="Rechteck 3070">
                    <a:extLst>
                      <a:ext uri="{FF2B5EF4-FFF2-40B4-BE49-F238E27FC236}">
                        <a16:creationId xmlns:a16="http://schemas.microsoft.com/office/drawing/2014/main" id="{0EDD2DE7-A729-4126-A037-7A0225C8856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72" name="Rechteck 3071">
                    <a:extLst>
                      <a:ext uri="{FF2B5EF4-FFF2-40B4-BE49-F238E27FC236}">
                        <a16:creationId xmlns:a16="http://schemas.microsoft.com/office/drawing/2014/main" id="{C6C43012-5D88-47D9-B164-C521B1D6306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Ellipse 3072">
                    <a:extLst>
                      <a:ext uri="{FF2B5EF4-FFF2-40B4-BE49-F238E27FC236}">
                        <a16:creationId xmlns:a16="http://schemas.microsoft.com/office/drawing/2014/main" id="{3F0443A4-E940-4EFE-8E97-C1C7AB0910C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>
                    <a:extLst>
                      <a:ext uri="{FF2B5EF4-FFF2-40B4-BE49-F238E27FC236}">
                        <a16:creationId xmlns:a16="http://schemas.microsoft.com/office/drawing/2014/main" id="{D7134AB7-2789-4D48-B4E3-F704AF9DA064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>
                    <a:extLst>
                      <a:ext uri="{FF2B5EF4-FFF2-40B4-BE49-F238E27FC236}">
                        <a16:creationId xmlns:a16="http://schemas.microsoft.com/office/drawing/2014/main" id="{FF6219DD-DFE4-49EE-9E21-23411C3DAF55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76" name="Textfeld 3075">
                    <a:extLst>
                      <a:ext uri="{FF2B5EF4-FFF2-40B4-BE49-F238E27FC236}">
                        <a16:creationId xmlns:a16="http://schemas.microsoft.com/office/drawing/2014/main" id="{55DB83E6-4798-4961-A074-E9EF77C68AE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77" name="Ellipse 3076">
                    <a:extLst>
                      <a:ext uri="{FF2B5EF4-FFF2-40B4-BE49-F238E27FC236}">
                        <a16:creationId xmlns:a16="http://schemas.microsoft.com/office/drawing/2014/main" id="{AAFF8824-08CF-453A-B81B-014E6C74D0A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>
                    <a:extLst>
                      <a:ext uri="{FF2B5EF4-FFF2-40B4-BE49-F238E27FC236}">
                        <a16:creationId xmlns:a16="http://schemas.microsoft.com/office/drawing/2014/main" id="{EEAC4CE2-FF04-4E77-A630-585C713E9F9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>
                    <a:extLst>
                      <a:ext uri="{FF2B5EF4-FFF2-40B4-BE49-F238E27FC236}">
                        <a16:creationId xmlns:a16="http://schemas.microsoft.com/office/drawing/2014/main" id="{204D78F1-242B-48D7-B83C-6D04F9B95A9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0" name="Textfeld 3079">
                    <a:extLst>
                      <a:ext uri="{FF2B5EF4-FFF2-40B4-BE49-F238E27FC236}">
                        <a16:creationId xmlns:a16="http://schemas.microsoft.com/office/drawing/2014/main" id="{01918A60-3DDB-4017-BF7D-73299069C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1" name="Ellipse 3080">
                    <a:extLst>
                      <a:ext uri="{FF2B5EF4-FFF2-40B4-BE49-F238E27FC236}">
                        <a16:creationId xmlns:a16="http://schemas.microsoft.com/office/drawing/2014/main" id="{DF5D511E-011B-42D5-B17B-45D281A2FF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Ellipse 3081">
                    <a:extLst>
                      <a:ext uri="{FF2B5EF4-FFF2-40B4-BE49-F238E27FC236}">
                        <a16:creationId xmlns:a16="http://schemas.microsoft.com/office/drawing/2014/main" id="{63BD4837-63A5-4EAD-934E-67B766281B30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Textfeld 3082">
                    <a:extLst>
                      <a:ext uri="{FF2B5EF4-FFF2-40B4-BE49-F238E27FC236}">
                        <a16:creationId xmlns:a16="http://schemas.microsoft.com/office/drawing/2014/main" id="{569C76D2-BB73-4457-890C-ADA70760A8A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4" name="Textfeld 3083">
                    <a:extLst>
                      <a:ext uri="{FF2B5EF4-FFF2-40B4-BE49-F238E27FC236}">
                        <a16:creationId xmlns:a16="http://schemas.microsoft.com/office/drawing/2014/main" id="{3E2E2776-A329-4546-A9CC-41EB4AA1427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5" name="Ellipse 3084">
                    <a:extLst>
                      <a:ext uri="{FF2B5EF4-FFF2-40B4-BE49-F238E27FC236}">
                        <a16:creationId xmlns:a16="http://schemas.microsoft.com/office/drawing/2014/main" id="{2975B6E2-CEFE-48A2-8885-E1FA458474DF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>
                    <a:extLst>
                      <a:ext uri="{FF2B5EF4-FFF2-40B4-BE49-F238E27FC236}">
                        <a16:creationId xmlns:a16="http://schemas.microsoft.com/office/drawing/2014/main" id="{66B2A9D5-ACAE-4759-98AD-9C58CBDDB65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>
                    <a:extLst>
                      <a:ext uri="{FF2B5EF4-FFF2-40B4-BE49-F238E27FC236}">
                        <a16:creationId xmlns:a16="http://schemas.microsoft.com/office/drawing/2014/main" id="{EA5F75B3-69BD-4047-90BB-C70005E4CC0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8" name="Textfeld 3087">
                    <a:extLst>
                      <a:ext uri="{FF2B5EF4-FFF2-40B4-BE49-F238E27FC236}">
                        <a16:creationId xmlns:a16="http://schemas.microsoft.com/office/drawing/2014/main" id="{B022FC30-5433-4964-8940-9EA0FC3869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9" name="Rechteck 3088">
                    <a:extLst>
                      <a:ext uri="{FF2B5EF4-FFF2-40B4-BE49-F238E27FC236}">
                        <a16:creationId xmlns:a16="http://schemas.microsoft.com/office/drawing/2014/main" id="{04C7799B-F487-48CF-A0E5-8519B6AD796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Rechteck 3089">
                    <a:extLst>
                      <a:ext uri="{FF2B5EF4-FFF2-40B4-BE49-F238E27FC236}">
                        <a16:creationId xmlns:a16="http://schemas.microsoft.com/office/drawing/2014/main" id="{36BA2D0B-5572-4F94-8246-DC93C139A69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Rechteck 3090">
                    <a:extLst>
                      <a:ext uri="{FF2B5EF4-FFF2-40B4-BE49-F238E27FC236}">
                        <a16:creationId xmlns:a16="http://schemas.microsoft.com/office/drawing/2014/main" id="{0A16E058-316A-4923-A502-DD6AA51E201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2" name="Rechteck 3091">
                    <a:extLst>
                      <a:ext uri="{FF2B5EF4-FFF2-40B4-BE49-F238E27FC236}">
                        <a16:creationId xmlns:a16="http://schemas.microsoft.com/office/drawing/2014/main" id="{CDFE0109-921E-4D38-AF5F-0D84F5DCB5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Rechteck 3092">
                    <a:extLst>
                      <a:ext uri="{FF2B5EF4-FFF2-40B4-BE49-F238E27FC236}">
                        <a16:creationId xmlns:a16="http://schemas.microsoft.com/office/drawing/2014/main" id="{B65E9CE2-828D-4BFB-A3E3-B279A1FE62B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Rechteck 3093">
                    <a:extLst>
                      <a:ext uri="{FF2B5EF4-FFF2-40B4-BE49-F238E27FC236}">
                        <a16:creationId xmlns:a16="http://schemas.microsoft.com/office/drawing/2014/main" id="{B05D67A0-9BA7-4050-836D-26E2C3A48BF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Rechteck 3094">
                    <a:extLst>
                      <a:ext uri="{FF2B5EF4-FFF2-40B4-BE49-F238E27FC236}">
                        <a16:creationId xmlns:a16="http://schemas.microsoft.com/office/drawing/2014/main" id="{05F20206-E89F-44EF-BC9F-8E14342FE90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Rechteck 3095">
                    <a:extLst>
                      <a:ext uri="{FF2B5EF4-FFF2-40B4-BE49-F238E27FC236}">
                        <a16:creationId xmlns:a16="http://schemas.microsoft.com/office/drawing/2014/main" id="{6585469A-A196-4F7B-8B24-7A3B6799829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70" name="Textfeld 3069">
                  <a:extLst>
                    <a:ext uri="{FF2B5EF4-FFF2-40B4-BE49-F238E27FC236}">
                      <a16:creationId xmlns:a16="http://schemas.microsoft.com/office/drawing/2014/main" id="{A3D31654-18C8-4465-994B-EECB74251442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68" name="Textfeld 3067">
                <a:extLst>
                  <a:ext uri="{FF2B5EF4-FFF2-40B4-BE49-F238E27FC236}">
                    <a16:creationId xmlns:a16="http://schemas.microsoft.com/office/drawing/2014/main" id="{7C0CCD58-2285-44C7-9A9E-B46D833F716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0" name="Gruppieren 2659"/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479" name="Gruppieren 3478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732" name="Gruppieren 373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4" name="Gruppieren 373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6" name="Rechteck 37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Rechteck 37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Ellipse 37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Ellipse 37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2" name="Rechteck 37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3" name="Rechteck 37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5" name="Textfeld 37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3" name="Textfeld 3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80" name="Rechteck 3479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1" name="Rechteck 3480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2" name="Rechteck 3481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3" name="Rechteck 3482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4" name="Rechteck 3483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85" name="Gruppieren 3484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702" name="Gruppieren 37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4" name="Gruppieren 37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6" name="Rechteck 37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Rechteck 37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Ellipse 37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9" name="Ellipse 37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0" name="Textfeld 37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11" name="Textfeld 37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2" name="Ellipse 37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3" name="Ellipse 37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4" name="Textfeld 37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5" name="Textfeld 37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6" name="Ellipse 37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7" name="Ellipse 37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8" name="Textfeld 37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9" name="Textfeld 37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20" name="Ellipse 3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1" name="Ellipse 3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2" name="Textfeld 37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3" name="Textfeld 37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0" name="Rechteck 37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1" name="Rechteck 37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5" name="Textfeld 3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3" name="Textfeld 3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86" name="Gruppieren 3485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72" name="Gruppieren 36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4" name="Gruppieren 36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Ellipse 3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Ellipse 3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Textfeld 3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81" name="Textfeld 3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2" name="Ellipse 3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Ellipse 3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4" name="Textfeld 3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5" name="Textfeld 36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6" name="Ellipse 3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7" name="Ellipse 3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8" name="Textfeld 3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9" name="Textfeld 3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90" name="Ellipse 3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91" name="Ellipse 3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2" name="Textfeld 3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93" name="Textfeld 36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0" name="Rechteck 3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1" name="Rechteck 3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5" name="Textfeld 3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73" name="Textfeld 3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487" name="Gruppieren 348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Textfeld 36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55" name="Textfeld 36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6" name="Ellipse 36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Ellipse 36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Textfeld 36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9" name="Textfeld 36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60" name="Ellipse 36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Ellipse 36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2" name="Textfeld 36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3" name="Textfeld 36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Rechteck 36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Rechteck 36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488" name="Gruppieren 348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12" name="Gruppieren 361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4" name="Gruppieren 36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6" name="Rechteck 3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Rechteck 3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Ellipse 3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9" name="Ellipse 3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0" name="Textfeld 36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21" name="Textfeld 36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2" name="Ellipse 36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3" name="Ellipse 36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4" name="Textfeld 36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5" name="Textfeld 36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6" name="Ellipse 36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Ellipse 36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Textfeld 36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9" name="Textfeld 36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0" name="Ellipse 36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Ellipse 36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2" name="Textfeld 36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33" name="Textfeld 36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Rechteck 36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1" name="Rechteck 36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5" name="Textfeld 3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613" name="Textfeld 3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489" name="Gruppieren 348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90" name="Gruppieren 35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92" name="Gruppieren 35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Ellipse 3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Ellipse 3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Ellipse 35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9" name="Ellipse 35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0" name="Ellipse 35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1" name="Ellipse 36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2" name="Ellipse 36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3" name="Ellipse 36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4" name="Rechteck 3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5" name="Rechteck 3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Rechteck 3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Rechteck 3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Rechteck 3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1" name="Rechteck 3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3" name="Textfeld 35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91" name="Textfeld 3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490" name="Gruppieren 348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60" name="Gruppieren 35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62" name="Gruppieren 3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Ellipse 3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Ellipse 3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Textfeld 3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69" name="Textfeld 3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70" name="Ellipse 3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Ellipse 3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2" name="Textfeld 3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73" name="Textfeld 3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74" name="Ellipse 3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5" name="Ellipse 3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6" name="Textfeld 3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77" name="Textfeld 3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82" name="Rechteck 3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Rechteck 3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Rechteck 3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5" name="Rechteck 3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6" name="Rechteck 3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Rechteck 3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Rechteck 3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9" name="Rechteck 3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63" name="Textfeld 35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61" name="Textfeld 3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91" name="Gruppieren 3490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30" name="Gruppieren 35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2" name="Gruppieren 3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4" name="Rechteck 3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5" name="Rechteck 3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Ellipse 3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7" name="Ellipse 3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Textfeld 3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9" name="Textfeld 3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40" name="Ellipse 3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Ellipse 3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Textfeld 3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3" name="Textfeld 3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4" name="Ellipse 3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Ellipse 3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Textfeld 3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7" name="Textfeld 3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8" name="Ellipse 3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Ellipse 3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0" name="Textfeld 3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51" name="Textfeld 3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Rechteck 3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3" name="Textfeld 353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31" name="Textfeld 3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492" name="Rechteck 349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93" name="Gruppieren 349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526" name="Gruppieren 352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528" name="Rechteck 352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29" name="Textfeld 3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7" name="Textfeld 3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94" name="Textfeld 349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495" name="Gruppieren 3494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98" name="Gruppieren 34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00" name="Rechteck 34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1" name="Rechteck 35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Ellipse 35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Textfeld 35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Textfeld 3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3" name="Textfeld 3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4" name="Ellipse 3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Ellipse 3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Textfeld 3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7" name="Textfeld 3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9" name="Textfeld 34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20-21</a:t>
            </a:r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100593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3113" name="Gruppieren 311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243" name="Gruppieren 324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45" name="Gruppieren 324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47" name="Rechteck 32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Ellipse 3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2" name="Ellipse 3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3" name="Ellipse 3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Ellipse 32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Ellipse 32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1" name="Rechteck 3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2" name="Rechteck 3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Rechteck 3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4" name="Rechteck 3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44" name="Textfeld 32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115" name="Rechteck 3114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6" name="Rechteck 3115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7" name="Rechteck 3116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0" name="Gruppieren 3119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6" name="Textfeld 32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0" name="Textfeld 32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1" name="Ellipse 32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14" name="Textfeld 32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121" name="Gruppieren 3120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2" name="Ellipse 32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122" name="Gruppieren 3121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0" name="Ellipse 31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62" name="Textfeld 31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5" name="Ellipse 31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7" name="Textfeld 31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8" name="Textfeld 31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9" name="Ellipse 31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Ellipse 31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52" name="Textfeld 31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53" name="Rechteck 31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32" name="Textfeld 31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124" name="Rechteck 3123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25" name="Gruppieren 3124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27" name="Gruppieren 312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129" name="Rechteck 312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30" name="Textfeld 3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28" name="Textfeld 3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3126" name="Textfeld 3125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3265" name="Gruppieren 326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3266" name="Gruppieren 326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49" name="Gruppieren 34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1" name="Gruppieren 34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Ellipse 34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6" name="Ellipse 34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Textfeld 34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58" name="Textfeld 34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459" name="Ellipse 34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0" name="Ellipse 34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Textfeld 3460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2" name="Textfeld 34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463" name="Ellipse 34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4" name="Ellipse 34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5" name="Textfeld 34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66" name="Textfeld 34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Ellipse 34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0" name="Textfeld 34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471" name="Rechteck 34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Rechteck 34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3" name="Rechteck 34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Rechteck 34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Rechteck 34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Rechteck 34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2" name="Textfeld 34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50" name="Textfeld 34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267" name="Rechteck 326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8" name="Rechteck 326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9" name="Rechteck 326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0" name="Rechteck 326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1" name="Rechteck 327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272" name="Gruppieren 327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19" name="Gruppieren 34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21" name="Gruppieren 34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Ellipse 34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6" name="Ellipse 34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Textfeld 34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28" name="Textfeld 34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29" name="Ellipse 34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Ellipse 34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Textfeld 34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2" name="Textfeld 34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3" name="Ellipse 3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4" name="Ellipse 3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Textfeld 34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6" name="Textfeld 343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Ellipse 3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0" name="Textfeld 34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1" name="Rechteck 34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Rechteck 34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3" name="Rechteck 34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Rechteck 34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Rechteck 34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Rechteck 34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22" name="Textfeld 34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20" name="Textfeld 34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3413" name="Textfeld 341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3414" name="Gruppieren 341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3415" name="Gruppieren 341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3417" name="Rechteck 341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18" name="Textfeld 34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416" name="Textfeld 341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628" name="Gruppieren 262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1" name="Gruppieren 26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Ellipse 26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Ellipse 26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Textfeld 26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38" name="Textfeld 26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1" name="Rechteck 26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2" name="Textfeld 263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0656" y="392860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22-24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73C9CC05-3F04-4807-B2A2-EAEFEAD87638}"/>
              </a:ext>
            </a:extLst>
          </p:cNvPr>
          <p:cNvGrpSpPr/>
          <p:nvPr/>
        </p:nvGrpSpPr>
        <p:grpSpPr>
          <a:xfrm>
            <a:off x="385920" y="920650"/>
            <a:ext cx="12376076" cy="5609098"/>
            <a:chOff x="385920" y="920650"/>
            <a:chExt cx="12376076" cy="5609098"/>
          </a:xfrm>
        </p:grpSpPr>
        <p:grpSp>
          <p:nvGrpSpPr>
            <p:cNvPr id="7033" name="Gruppieren 7032"/>
            <p:cNvGrpSpPr/>
            <p:nvPr/>
          </p:nvGrpSpPr>
          <p:grpSpPr>
            <a:xfrm>
              <a:off x="395599" y="2872756"/>
              <a:ext cx="5142591" cy="1652928"/>
              <a:chOff x="1956535" y="219231"/>
              <a:chExt cx="5142591" cy="1652928"/>
            </a:xfrm>
          </p:grpSpPr>
          <p:grpSp>
            <p:nvGrpSpPr>
              <p:cNvPr id="7034" name="Gruppieren 7033"/>
              <p:cNvGrpSpPr/>
              <p:nvPr/>
            </p:nvGrpSpPr>
            <p:grpSpPr>
              <a:xfrm>
                <a:off x="2200431" y="219231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456" name="Gruppieren 74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458" name="Gruppieren 74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460" name="Rechteck 74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1" name="Rechteck 74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2" name="Ellipse 74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3" name="Ellipse 74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4" name="Ellipse 74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5" name="Ellipse 74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6" name="Ellipse 74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7" name="Ellipse 74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8" name="Ellipse 74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9" name="Ellipse 74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0" name="Rechteck 7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1" name="Rechteck 7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2" name="Rechteck 7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3" name="Rechteck 7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4" name="Rechteck 7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5" name="Rechteck 7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6" name="Rechteck 7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7" name="Rechteck 7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59" name="Textfeld 74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457" name="Textfeld 74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035" name="Rechteck 7034"/>
              <p:cNvSpPr/>
              <p:nvPr/>
            </p:nvSpPr>
            <p:spPr>
              <a:xfrm>
                <a:off x="1961047" y="381932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6" name="Rechteck 7035"/>
              <p:cNvSpPr/>
              <p:nvPr/>
            </p:nvSpPr>
            <p:spPr>
              <a:xfrm>
                <a:off x="2037823" y="56333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7" name="Rechteck 7036"/>
              <p:cNvSpPr/>
              <p:nvPr/>
            </p:nvSpPr>
            <p:spPr>
              <a:xfrm>
                <a:off x="1994349" y="60600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8" name="Rechteck 7037"/>
              <p:cNvSpPr/>
              <p:nvPr/>
            </p:nvSpPr>
            <p:spPr>
              <a:xfrm>
                <a:off x="2038493" y="1171823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9" name="Rechteck 7038"/>
              <p:cNvSpPr/>
              <p:nvPr/>
            </p:nvSpPr>
            <p:spPr>
              <a:xfrm>
                <a:off x="1995019" y="1214499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40" name="Gruppieren 7039"/>
              <p:cNvGrpSpPr/>
              <p:nvPr/>
            </p:nvGrpSpPr>
            <p:grpSpPr>
              <a:xfrm>
                <a:off x="2850846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426" name="Gruppieren 74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428" name="Gruppieren 74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30" name="Rechteck 74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31" name="Rechteck 74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2" name="Ellipse 74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3" name="Ellipse 74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4" name="Textfeld 74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35" name="Textfeld 74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36" name="Ellipse 74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7" name="Ellipse 74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8" name="Textfeld 74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39" name="Textfeld 74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0" name="Ellipse 74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1" name="Ellipse 74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2" name="Textfeld 74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3" name="Textfeld 74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4" name="Ellipse 74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45" name="Ellipse 74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6" name="Textfeld 74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47" name="Textfeld 74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48" name="Rechteck 74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9" name="Rechteck 74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0" name="Rechteck 74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1" name="Rechteck 74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2" name="Rechteck 74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3" name="Rechteck 74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4" name="Rechteck 74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5" name="Rechteck 74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29" name="Textfeld 74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427" name="Textfeld 74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1" name="Gruppieren 7040"/>
              <p:cNvGrpSpPr/>
              <p:nvPr/>
            </p:nvGrpSpPr>
            <p:grpSpPr>
              <a:xfrm>
                <a:off x="3174825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96" name="Gruppieren 73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98" name="Gruppieren 73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00" name="Rechteck 73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01" name="Rechteck 74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2" name="Ellipse 74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3" name="Ellipse 74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4" name="Textfeld 74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05" name="Textfeld 74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06" name="Ellipse 74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7" name="Ellipse 74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8" name="Textfeld 74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09" name="Textfeld 74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0" name="Ellipse 74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1" name="Ellipse 74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2" name="Textfeld 74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3" name="Textfeld 74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4" name="Ellipse 74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5" name="Ellipse 74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6" name="Textfeld 74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17" name="Textfeld 74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18" name="Rechteck 74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9" name="Rechteck 74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0" name="Rechteck 74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1" name="Rechteck 74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2" name="Rechteck 74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3" name="Rechteck 74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4" name="Rechteck 74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5" name="Rechteck 74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99" name="Textfeld 739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397" name="Textfeld 73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2" name="Gruppieren 7041"/>
              <p:cNvGrpSpPr/>
              <p:nvPr/>
            </p:nvGrpSpPr>
            <p:grpSpPr>
              <a:xfrm>
                <a:off x="3498804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66" name="Gruppieren 7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68" name="Gruppieren 7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70" name="Rechteck 7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71" name="Rechteck 7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2" name="Ellipse 7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3" name="Ellipse 7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4" name="Textfeld 7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75" name="Textfeld 737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76" name="Ellipse 7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7" name="Ellipse 7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8" name="Textfeld 7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79" name="Textfeld 7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0" name="Ellipse 7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1" name="Ellipse 7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2" name="Textfeld 7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3" name="Textfeld 7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4" name="Ellipse 7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5" name="Ellipse 7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6" name="Textfeld 7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87" name="Textfeld 7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88" name="Rechteck 7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9" name="Rechteck 7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0" name="Rechteck 7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1" name="Rechteck 7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2" name="Rechteck 7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3" name="Rechteck 7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4" name="Rechteck 7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5" name="Rechteck 7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69" name="Textfeld 7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367" name="Textfeld 7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3" name="Gruppieren 7042"/>
              <p:cNvGrpSpPr/>
              <p:nvPr/>
            </p:nvGrpSpPr>
            <p:grpSpPr>
              <a:xfrm>
                <a:off x="3822797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36" name="Gruppieren 73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38" name="Gruppieren 73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40" name="Rechteck 73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1" name="Rechteck 73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2" name="Ellipse 73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3" name="Ellipse 73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4" name="Textfeld 73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45" name="Textfeld 73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46" name="Ellipse 73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7" name="Ellipse 73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8" name="Textfeld 73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49" name="Textfeld 73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0" name="Ellipse 73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1" name="Ellipse 73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2" name="Textfeld 7351"/>
                    <p:cNvSpPr txBox="1"/>
                    <p:nvPr/>
                  </p:nvSpPr>
                  <p:spPr>
                    <a:xfrm>
                      <a:off x="1692643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3" name="Textfeld 73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4" name="Ellipse 73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5" name="Ellipse 73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6" name="Textfeld 73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57" name="Textfeld 73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58" name="Rechteck 73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9" name="Rechteck 73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0" name="Rechteck 73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1" name="Rechteck 73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2" name="Rechteck 73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3" name="Rechteck 73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4" name="Rechteck 73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5" name="Rechteck 73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39" name="Textfeld 73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7337" name="Textfeld 73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4" name="Gruppieren 7043"/>
              <p:cNvGrpSpPr/>
              <p:nvPr/>
            </p:nvGrpSpPr>
            <p:grpSpPr>
              <a:xfrm>
                <a:off x="4149722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06" name="Gruppieren 73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08" name="Gruppieren 73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10" name="Rechteck 73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11" name="Rechteck 73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2" name="Ellipse 73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3" name="Ellipse 73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4" name="Textfeld 73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15" name="Textfeld 73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16" name="Ellipse 73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7" name="Ellipse 73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8" name="Textfeld 73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19" name="Textfeld 73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0" name="Ellipse 73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1" name="Ellipse 73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2" name="Textfeld 73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3" name="Textfeld 73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4" name="Ellipse 73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25" name="Ellipse 73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6" name="Textfeld 73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27" name="Textfeld 73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28" name="Rechteck 73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9" name="Rechteck 73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0" name="Rechteck 73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1" name="Rechteck 73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2" name="Rechteck 73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3" name="Rechteck 73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4" name="Rechteck 73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5" name="Rechteck 73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09" name="Textfeld 73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307" name="Textfeld 73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5" name="Gruppieren 7044"/>
              <p:cNvGrpSpPr/>
              <p:nvPr/>
            </p:nvGrpSpPr>
            <p:grpSpPr>
              <a:xfrm>
                <a:off x="5116123" y="219231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7276" name="Gruppieren 7275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7278" name="Gruppieren 727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80" name="Rechteck 727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81" name="Rechteck 728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2" name="Ellipse 728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3" name="Ellipse 728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4" name="Textfeld 728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85" name="Textfeld 728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86" name="Ellipse 728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7" name="Ellipse 728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8" name="Textfeld 728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89" name="Textfeld 728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0" name="Ellipse 728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1" name="Ellipse 729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2" name="Textfeld 729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93" name="Textfeld 729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94" name="Ellipse 72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5" name="Ellipse 72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6" name="Textfeld 729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7" name="Textfeld 729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8" name="Rechteck 72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9" name="Rechteck 72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0" name="Rechteck 72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1" name="Rechteck 73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2" name="Rechteck 73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3" name="Rechteck 73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4" name="Rechteck 73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5" name="Rechteck 73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79" name="Textfeld 7278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7277" name="Textfeld 727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EL3164</a:t>
                  </a:r>
                </a:p>
              </p:txBody>
            </p:sp>
          </p:grpSp>
          <p:grpSp>
            <p:nvGrpSpPr>
              <p:cNvPr id="7046" name="Gruppieren 7045"/>
              <p:cNvGrpSpPr/>
              <p:nvPr/>
            </p:nvGrpSpPr>
            <p:grpSpPr>
              <a:xfrm>
                <a:off x="4796588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246" name="Gruppieren 7245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248" name="Gruppieren 724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50" name="Rechteck 724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51" name="Rechteck 725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2" name="Ellipse 725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3" name="Ellipse 725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4" name="Textfeld 725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55" name="Textfeld 725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56" name="Ellipse 72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7" name="Ellipse 72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8" name="Textfeld 72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59" name="Textfeld 7258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0" name="Ellipse 72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1" name="Ellipse 72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2" name="Textfeld 726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63" name="Textfeld 72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64" name="Ellipse 72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5" name="Ellipse 72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6" name="Textfeld 726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7" name="Textfeld 726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8" name="Rechteck 726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9" name="Rechteck 726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0" name="Rechteck 726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1" name="Rechteck 727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2" name="Rechteck 727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3" name="Rechteck 727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4" name="Rechteck 727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5" name="Rechteck 727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49" name="Textfeld 7248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7247" name="Textfeld 724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grpSp>
            <p:nvGrpSpPr>
              <p:cNvPr id="7047" name="Gruppieren 7046"/>
              <p:cNvGrpSpPr/>
              <p:nvPr/>
            </p:nvGrpSpPr>
            <p:grpSpPr>
              <a:xfrm>
                <a:off x="5448176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216" name="Gruppieren 721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218" name="Gruppieren 721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20" name="Rechteck 721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1" name="Rechteck 722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2" name="Ellipse 722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3" name="Ellipse 722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4" name="Textfeld 722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25" name="Textfeld 722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26" name="Ellipse 72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7" name="Ellipse 72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8" name="Textfeld 72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29" name="Textfeld 72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0" name="Ellipse 72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1" name="Ellipse 72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2" name="Textfeld 72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3" name="Textfeld 72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34" name="Ellipse 72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5" name="Ellipse 72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6" name="Textfeld 72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7" name="Textfeld 72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8" name="Rechteck 72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9" name="Rechteck 72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0" name="Rechteck 72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1" name="Rechteck 72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2" name="Rechteck 72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3" name="Rechteck 72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4" name="Rechteck 72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5" name="Rechteck 72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19" name="Textfeld 721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7217" name="Textfeld 721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EL3054</a:t>
                  </a:r>
                </a:p>
              </p:txBody>
            </p:sp>
          </p:grpSp>
          <p:grpSp>
            <p:nvGrpSpPr>
              <p:cNvPr id="7048" name="Gruppieren 7047"/>
              <p:cNvGrpSpPr/>
              <p:nvPr/>
            </p:nvGrpSpPr>
            <p:grpSpPr>
              <a:xfrm>
                <a:off x="5770847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86" name="Gruppieren 718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88" name="Gruppieren 718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90" name="Rechteck 718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1" name="Rechteck 719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2" name="Ellipse 719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3" name="Ellipse 719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4" name="Textfeld 719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95" name="Textfeld 719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96" name="Ellipse 719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7" name="Ellipse 719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8" name="Textfeld 719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99" name="Textfeld 719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00" name="Ellipse 719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1" name="Ellipse 720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2" name="Textfeld 720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203" name="Textfeld 720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204" name="Ellipse 720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5" name="Ellipse 720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6" name="Textfeld 720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207" name="Textfeld 720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208" name="Rechteck 720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9" name="Rechteck 720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0" name="Rechteck 720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1" name="Rechteck 721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2" name="Rechteck 721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3" name="Rechteck 721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4" name="Rechteck 721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5" name="Rechteck 721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89" name="Textfeld 718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7187" name="Textfeld 718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EL3058</a:t>
                  </a:r>
                </a:p>
              </p:txBody>
            </p:sp>
          </p:grpSp>
          <p:grpSp>
            <p:nvGrpSpPr>
              <p:cNvPr id="7049" name="Gruppieren 7048"/>
              <p:cNvGrpSpPr/>
              <p:nvPr/>
            </p:nvGrpSpPr>
            <p:grpSpPr>
              <a:xfrm>
                <a:off x="6093884" y="225905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7156" name="Gruppieren 7155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7158" name="Gruppieren 7157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7160" name="Rechteck 71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61" name="Rechteck 71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2" name="Ellipse 71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3" name="Ellipse 71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4" name="Textfeld 716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65" name="Textfeld 716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66" name="Ellipse 716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7" name="Ellipse 716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8" name="Textfeld 7167"/>
                    <p:cNvSpPr txBox="1"/>
                    <p:nvPr/>
                  </p:nvSpPr>
                  <p:spPr>
                    <a:xfrm>
                      <a:off x="1704893" y="196092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69" name="Textfeld 7168"/>
                    <p:cNvSpPr txBox="1"/>
                    <p:nvPr/>
                  </p:nvSpPr>
                  <p:spPr>
                    <a:xfrm>
                      <a:off x="1828246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0" name="Ellipse 716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1" name="Ellipse 717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2" name="Textfeld 717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3" name="Textfeld 717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4" name="Ellipse 717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5" name="Ellipse 717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6" name="Textfeld 717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77" name="Textfeld 717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78" name="Rechteck 717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9" name="Rechteck 717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0" name="Rechteck 717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1" name="Rechteck 718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2" name="Rechteck 718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3" name="Rechteck 718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4" name="Rechteck 718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5" name="Rechteck 718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59" name="Textfeld 715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7157" name="Textfeld 71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0" name="Gruppieren 7049"/>
              <p:cNvGrpSpPr/>
              <p:nvPr/>
            </p:nvGrpSpPr>
            <p:grpSpPr>
              <a:xfrm>
                <a:off x="6415859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26" name="Gruppieren 712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28" name="Gruppieren 71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30" name="Rechteck 71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31" name="Rechteck 71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2" name="Ellipse 71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3" name="Ellipse 71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4" name="Textfeld 71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35" name="Textfeld 71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36" name="Ellipse 71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7" name="Ellipse 71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8" name="Textfeld 71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39" name="Textfeld 71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0" name="Ellipse 71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1" name="Ellipse 71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2" name="Textfeld 71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3" name="Textfeld 71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4" name="Ellipse 71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5" name="Ellipse 71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6" name="Textfeld 71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47" name="Textfeld 71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48" name="Rechteck 71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9" name="Rechteck 71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0" name="Rechteck 71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1" name="Rechteck 71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2" name="Rechteck 71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3" name="Rechteck 71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4" name="Rechteck 71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5" name="Rechteck 71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29" name="Textfeld 712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7127" name="Textfeld 71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1" name="Gruppieren 7050"/>
              <p:cNvGrpSpPr/>
              <p:nvPr/>
            </p:nvGrpSpPr>
            <p:grpSpPr>
              <a:xfrm>
                <a:off x="6743133" y="225905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7122" name="Gruppieren 7121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7124" name="Rechteck 71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25" name="Textfeld 712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7123" name="Textfeld 71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grpSp>
            <p:nvGrpSpPr>
              <p:cNvPr id="7052" name="Gruppieren 7051"/>
              <p:cNvGrpSpPr/>
              <p:nvPr/>
            </p:nvGrpSpPr>
            <p:grpSpPr>
              <a:xfrm>
                <a:off x="4473934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092" name="Gruppieren 7091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094" name="Gruppieren 70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96" name="Rechteck 70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97" name="Rechteck 70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8" name="Ellipse 70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9" name="Ellipse 70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0" name="Textfeld 70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01" name="Textfeld 71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02" name="Ellipse 71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3" name="Ellipse 71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4" name="Textfeld 71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5" name="Textfeld 7104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6" name="Ellipse 71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7" name="Ellipse 71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8" name="Textfeld 71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09" name="Textfeld 7108"/>
                    <p:cNvSpPr txBox="1"/>
                    <p:nvPr/>
                  </p:nvSpPr>
                  <p:spPr>
                    <a:xfrm>
                      <a:off x="1819252" y="21952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10" name="Ellipse 71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1" name="Ellipse 71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2" name="Textfeld 71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3" name="Textfeld 71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4" name="Rechteck 71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5" name="Rechteck 71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6" name="Rechteck 71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7" name="Rechteck 71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8" name="Rechteck 71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9" name="Rechteck 71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0" name="Rechteck 71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1" name="Rechteck 71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95" name="Textfeld 7094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7093" name="Textfeld 70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7053" name="Textfeld 7052"/>
              <p:cNvSpPr txBox="1"/>
              <p:nvPr/>
            </p:nvSpPr>
            <p:spPr>
              <a:xfrm>
                <a:off x="1956535" y="1702276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BC4</a:t>
                </a:r>
              </a:p>
            </p:txBody>
          </p:sp>
          <p:grpSp>
            <p:nvGrpSpPr>
              <p:cNvPr id="7054" name="Gruppieren 7053"/>
              <p:cNvGrpSpPr/>
              <p:nvPr/>
            </p:nvGrpSpPr>
            <p:grpSpPr>
              <a:xfrm>
                <a:off x="2526020" y="26942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055" name="Rechteck 7054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6" name="Ellipse 7055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7" name="Ellipse 7056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8" name="Ellipse 7057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9" name="Ellipse 7058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0" name="Textfeld 7059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  <p:sp>
              <p:nvSpPr>
                <p:cNvPr id="7061" name="Textfeld 7060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EL1808</a:t>
                  </a:r>
                </a:p>
              </p:txBody>
            </p:sp>
            <p:sp>
              <p:nvSpPr>
                <p:cNvPr id="7062" name="Ellipse 7061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3" name="Ellipse 7062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4" name="Ellipse 7063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5" name="Ellipse 7064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6" name="Ellipse 7065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7" name="Ellipse 7066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8" name="Ellipse 7067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9" name="Ellipse 7068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0" name="Ellipse 7069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1" name="Ellipse 7070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2" name="Ellipse 7071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3" name="Ellipse 7072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074" name="Gruppieren 7073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075" name="Rechteck 7074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6" name="Rechteck 7075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7" name="Rechteck 7076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8" name="Rechteck 7077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79" name="Rechteck 7078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0" name="Rechteck 7079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1" name="Rechteck 7080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2" name="Rechteck 7081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3" name="Rechteck 7082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4" name="Rechteck 7083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5" name="Rechteck 7084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6" name="Rechteck 7085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7" name="Rechteck 7086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8" name="Rechteck 7087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9" name="Rechteck 7088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0" name="Rechteck 7089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1" name="Rechteck 7090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7687" name="Gruppieren 7686"/>
            <p:cNvGrpSpPr/>
            <p:nvPr/>
          </p:nvGrpSpPr>
          <p:grpSpPr>
            <a:xfrm>
              <a:off x="8553878" y="2850732"/>
              <a:ext cx="1551780" cy="1652928"/>
              <a:chOff x="2584649" y="1278375"/>
              <a:chExt cx="1551780" cy="1652928"/>
            </a:xfrm>
          </p:grpSpPr>
          <p:grpSp>
            <p:nvGrpSpPr>
              <p:cNvPr id="7688" name="Gruppieren 7687"/>
              <p:cNvGrpSpPr/>
              <p:nvPr/>
            </p:nvGrpSpPr>
            <p:grpSpPr>
              <a:xfrm>
                <a:off x="2826716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68" name="Gruppieren 776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70" name="Gruppieren 776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72" name="Rechteck 777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3" name="Rechteck 777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4" name="Ellipse 777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5" name="Ellipse 777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6" name="Textfeld 777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77" name="Textfeld 777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778" name="Ellipse 7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9" name="Ellipse 7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0" name="Textfeld 7779"/>
                    <p:cNvSpPr txBox="1"/>
                    <p:nvPr/>
                  </p:nvSpPr>
                  <p:spPr>
                    <a:xfrm>
                      <a:off x="1692193" y="1967270"/>
                      <a:ext cx="158774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81" name="Textfeld 77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782" name="Ellipse 77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3" name="Ellipse 77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4" name="Textfeld 77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785" name="Textfeld 77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786" name="Ellipse 77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7" name="Ellipse 77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8" name="Textfeld 778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789" name="Textfeld 778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790" name="Rechteck 778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1" name="Rechteck 779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2" name="Rechteck 779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3" name="Rechteck 779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4" name="Rechteck 779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5" name="Rechteck 779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6" name="Rechteck 779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7" name="Rechteck 779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71" name="Textfeld 777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769" name="Textfeld 776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689" name="Rechteck 7688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0" name="Rechteck 7689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1" name="Rechteck 7690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2" name="Rechteck 7691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3" name="Rechteck 7692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694" name="Gruppieren 7693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38" name="Gruppieren 773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40" name="Gruppieren 773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42" name="Rechteck 77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3" name="Rechteck 77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4" name="Ellipse 77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5" name="Ellipse 77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6" name="Textfeld 774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47" name="Textfeld 774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48" name="Ellipse 774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9" name="Ellipse 774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0" name="Textfeld 774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1" name="Textfeld 775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2" name="Ellipse 775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3" name="Ellipse 775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54" name="Textfeld 775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5" name="Textfeld 7754"/>
                    <p:cNvSpPr txBox="1"/>
                    <p:nvPr/>
                  </p:nvSpPr>
                  <p:spPr>
                    <a:xfrm>
                      <a:off x="1814489" y="219679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6" name="Ellipse 775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7" name="Ellipse 775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8" name="Textfeld 775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59" name="Textfeld 775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60" name="Rechteck 775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1" name="Rechteck 776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2" name="Rechteck 776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3" name="Rechteck 776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4" name="Rechteck 776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5" name="Rechteck 776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6" name="Rechteck 776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7" name="Rechteck 776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41" name="Textfeld 77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739" name="Textfeld 77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7695" name="Gruppieren 7694"/>
              <p:cNvGrpSpPr/>
              <p:nvPr/>
            </p:nvGrpSpPr>
            <p:grpSpPr>
              <a:xfrm>
                <a:off x="3811479" y="1330994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6" name="Textfeld 7695"/>
              <p:cNvSpPr txBox="1"/>
              <p:nvPr/>
            </p:nvSpPr>
            <p:spPr>
              <a:xfrm>
                <a:off x="2584649" y="2761420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BC6</a:t>
                </a:r>
              </a:p>
            </p:txBody>
          </p:sp>
          <p:grpSp>
            <p:nvGrpSpPr>
              <p:cNvPr id="7697" name="Gruppieren 7696"/>
              <p:cNvGrpSpPr/>
              <p:nvPr/>
            </p:nvGrpSpPr>
            <p:grpSpPr>
              <a:xfrm>
                <a:off x="3483820" y="1327775"/>
                <a:ext cx="324950" cy="1602737"/>
                <a:chOff x="2526020" y="269422"/>
                <a:chExt cx="324950" cy="1602737"/>
              </a:xfrm>
            </p:grpSpPr>
            <p:sp>
              <p:nvSpPr>
                <p:cNvPr id="7699" name="Rechteck 7698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0" name="Ellipse 7699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1" name="Ellipse 7700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2" name="Ellipse 7701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3" name="Ellipse 7702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4" name="Textfeld 7703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7705" name="Textfeld 7704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706" name="Ellipse 7705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7" name="Ellipse 7706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8" name="Ellipse 7707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9" name="Ellipse 7708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0" name="Ellipse 7709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1" name="Ellipse 7710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2" name="Ellipse 7711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3" name="Ellipse 7712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4" name="Ellipse 7713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5" name="Ellipse 7714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6" name="Ellipse 7715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7" name="Ellipse 7716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718" name="Gruppieren 7717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719" name="Rechteck 7718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0" name="Rechteck 7719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1" name="Rechteck 7720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2" name="Rechteck 7721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23" name="Rechteck 7722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4" name="Rechteck 7723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5" name="Rechteck 7724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6" name="Rechteck 7725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7" name="Rechteck 7726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8" name="Rechteck 7727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9" name="Rechteck 7728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0" name="Rechteck 7729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1" name="Rechteck 7730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2" name="Rechteck 7731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3" name="Rechteck 7732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4" name="Rechteck 7733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5" name="Rechteck 7734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  <p:sp>
            <p:nvSpPr>
              <p:cNvPr id="7698" name="Textfeld 7697"/>
              <p:cNvSpPr txBox="1"/>
              <p:nvPr/>
            </p:nvSpPr>
            <p:spPr>
              <a:xfrm>
                <a:off x="3861526" y="1345457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7798" name="Gruppieren 7797"/>
            <p:cNvGrpSpPr/>
            <p:nvPr/>
          </p:nvGrpSpPr>
          <p:grpSpPr>
            <a:xfrm>
              <a:off x="10244840" y="2835616"/>
              <a:ext cx="2517156" cy="1652928"/>
              <a:chOff x="2586406" y="1278376"/>
              <a:chExt cx="2517156" cy="1652928"/>
            </a:xfrm>
          </p:grpSpPr>
          <p:grpSp>
            <p:nvGrpSpPr>
              <p:cNvPr id="7799" name="Gruppieren 7798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966" name="Gruppieren 796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968" name="Gruppieren 796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970" name="Rechteck 79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1" name="Rechteck 79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2" name="Ellipse 79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3" name="Ellipse 79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4" name="Ellipse 79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5" name="Ellipse 79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6" name="Ellipse 79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7" name="Ellipse 79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8" name="Ellipse 79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9" name="Ellipse 79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0" name="Rechteck 79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1" name="Rechteck 79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2" name="Rechteck 79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3" name="Rechteck 79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4" name="Rechteck 79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5" name="Rechteck 79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6" name="Rechteck 79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7" name="Rechteck 79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69" name="Textfeld 79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967" name="Textfeld 79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800" name="Rechteck 7799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1" name="Rechteck 7800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2" name="Rechteck 7801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3" name="Rechteck 7802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4" name="Rechteck 7803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05" name="Gruppieren 7804"/>
              <p:cNvGrpSpPr/>
              <p:nvPr/>
            </p:nvGrpSpPr>
            <p:grpSpPr>
              <a:xfrm>
                <a:off x="31523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36" name="Gruppieren 7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38" name="Gruppieren 7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40" name="Rechteck 7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1" name="Rechteck 7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2" name="Ellipse 7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3" name="Ellipse 7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4" name="Textfeld 7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45" name="Textfeld 79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46" name="Ellipse 79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7" name="Ellipse 79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8" name="Textfeld 79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49" name="Textfeld 79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0" name="Ellipse 79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1" name="Ellipse 79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2" name="Textfeld 795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3" name="Textfeld 79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4" name="Ellipse 79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5" name="Ellipse 79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6" name="Textfeld 79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57" name="Textfeld 79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58" name="Rechteck 79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9" name="Rechteck 79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0" name="Rechteck 79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1" name="Rechteck 79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2" name="Rechteck 79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3" name="Rechteck 79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4" name="Rechteck 79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5" name="Rechteck 79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39" name="Textfeld 7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937" name="Textfeld 7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806" name="Gruppieren 7805"/>
              <p:cNvGrpSpPr/>
              <p:nvPr/>
            </p:nvGrpSpPr>
            <p:grpSpPr>
              <a:xfrm>
                <a:off x="347923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06" name="Gruppieren 79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08" name="Gruppieren 79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10" name="Rechteck 79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11" name="Rechteck 79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2" name="Ellipse 79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3" name="Ellipse 79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4" name="Textfeld 79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15" name="Textfeld 79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916" name="Ellipse 79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7" name="Ellipse 79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8" name="Textfeld 79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19" name="Textfeld 79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920" name="Ellipse 79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1" name="Ellipse 79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2" name="Textfeld 79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23" name="Textfeld 79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924" name="Ellipse 79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25" name="Ellipse 79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6" name="Textfeld 79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27" name="Textfeld 79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928" name="Rechteck 79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9" name="Rechteck 79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0" name="Rechteck 79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1" name="Rechteck 79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2" name="Rechteck 79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3" name="Rechteck 79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4" name="Rechteck 79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5" name="Rechteck 79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09" name="Textfeld 79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907" name="Textfeld 79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7807" name="Gruppieren 7806"/>
              <p:cNvGrpSpPr/>
              <p:nvPr/>
            </p:nvGrpSpPr>
            <p:grpSpPr>
              <a:xfrm>
                <a:off x="3805309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84" name="Gruppieren 7883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886" name="Gruppieren 7885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888" name="Rechteck 78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89" name="Rechteck 78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0" name="Ellipse 78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1" name="Ellipse 78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2" name="Ellipse 789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3" name="Ellipse 789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4" name="Ellipse 78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5" name="Ellipse 78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6" name="Ellipse 78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7" name="Ellipse 78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8" name="Rechteck 78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9" name="Rechteck 78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0" name="Rechteck 78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1" name="Rechteck 79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2" name="Rechteck 79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3" name="Rechteck 79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4" name="Rechteck 79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5" name="Rechteck 79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87" name="Textfeld 78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885" name="Textfeld 78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7808" name="Gruppieren 7807"/>
              <p:cNvGrpSpPr/>
              <p:nvPr/>
            </p:nvGrpSpPr>
            <p:grpSpPr>
              <a:xfrm>
                <a:off x="412718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854" name="Gruppieren 785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56" name="Gruppieren 785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58" name="Rechteck 785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59" name="Rechteck 785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0" name="Ellipse 785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1" name="Ellipse 786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2" name="Textfeld 786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63" name="Textfeld 786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864" name="Ellipse 78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5" name="Ellipse 78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6" name="Textfeld 786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7" name="Textfeld 786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8" name="Ellipse 786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9" name="Ellipse 786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70" name="Textfeld 786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1" name="Textfeld 787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2" name="Ellipse 787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3" name="Ellipse 787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4" name="Textfeld 787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875" name="Textfeld 787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876" name="Rechteck 787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7" name="Rechteck 787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8" name="Rechteck 787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9" name="Rechteck 787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0" name="Rechteck 787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1" name="Rechteck 788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2" name="Rechteck 788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3" name="Rechteck 788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57" name="Textfeld 785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855" name="Textfeld 785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7809" name="Rechteck 7808"/>
              <p:cNvSpPr/>
              <p:nvPr/>
            </p:nvSpPr>
            <p:spPr>
              <a:xfrm>
                <a:off x="3518976" y="1339110"/>
                <a:ext cx="262210" cy="140058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7810" name="Gruppieren 7809"/>
              <p:cNvGrpSpPr/>
              <p:nvPr/>
            </p:nvGrpSpPr>
            <p:grpSpPr>
              <a:xfrm>
                <a:off x="4778612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50" name="Gruppieren 784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7852" name="Rechteck 78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3" name="Textfeld 785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851" name="Textfeld 785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EK9011</a:t>
                  </a:r>
                </a:p>
              </p:txBody>
            </p:sp>
          </p:grpSp>
          <p:sp>
            <p:nvSpPr>
              <p:cNvPr id="7811" name="Textfeld 7810"/>
              <p:cNvSpPr txBox="1"/>
              <p:nvPr/>
            </p:nvSpPr>
            <p:spPr>
              <a:xfrm>
                <a:off x="2586406" y="276305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BC7</a:t>
                </a:r>
              </a:p>
            </p:txBody>
          </p:sp>
          <p:grpSp>
            <p:nvGrpSpPr>
              <p:cNvPr id="7812" name="Gruppieren 7811"/>
              <p:cNvGrpSpPr/>
              <p:nvPr/>
            </p:nvGrpSpPr>
            <p:grpSpPr>
              <a:xfrm>
                <a:off x="4454058" y="132726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813" name="Rechteck 7812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4" name="Ellipse 7813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5" name="Ellipse 7814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6" name="Ellipse 7815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7" name="Ellipse 7816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8" name="Textfeld 7817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  <p:sp>
              <p:nvSpPr>
                <p:cNvPr id="7819" name="Textfeld 7818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820" name="Ellipse 7819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1" name="Ellipse 7820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2" name="Ellipse 7821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3" name="Ellipse 7822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4" name="Ellipse 7823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5" name="Ellipse 7824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6" name="Ellipse 7825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7" name="Ellipse 7826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8" name="Ellipse 7827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9" name="Ellipse 7828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0" name="Ellipse 7829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1" name="Ellipse 7830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832" name="Gruppieren 7831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833" name="Rechteck 7832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4" name="Rechteck 7833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5" name="Rechteck 7834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6" name="Rechteck 7835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7" name="Rechteck 7836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8" name="Rechteck 7837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9" name="Rechteck 7838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0" name="Rechteck 7839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1" name="Rechteck 7840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2" name="Rechteck 7841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3" name="Rechteck 7842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4" name="Rechteck 7843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5" name="Rechteck 7844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6" name="Rechteck 7845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7" name="Rechteck 7846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8" name="Rechteck 7847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9" name="Rechteck 7848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8233" name="Gruppieren 8232"/>
            <p:cNvGrpSpPr/>
            <p:nvPr/>
          </p:nvGrpSpPr>
          <p:grpSpPr>
            <a:xfrm>
              <a:off x="3989662" y="4874917"/>
              <a:ext cx="2876963" cy="1654831"/>
              <a:chOff x="2584415" y="1276473"/>
              <a:chExt cx="2876963" cy="1654831"/>
            </a:xfrm>
          </p:grpSpPr>
          <p:grpSp>
            <p:nvGrpSpPr>
              <p:cNvPr id="8234" name="Gruppieren 8233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423" name="Gruppieren 84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425" name="Gruppieren 84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427" name="Rechteck 84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28" name="Rechteck 84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9" name="Ellipse 84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30" name="Ellipse 84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1" name="Ellipse 84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2" name="Ellipse 84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3" name="Ellipse 84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4" name="Ellipse 84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5" name="Ellipse 84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6" name="Ellipse 84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7" name="Rechteck 84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8" name="Rechteck 84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9" name="Rechteck 84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0" name="Rechteck 84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1" name="Rechteck 84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2" name="Rechteck 84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3" name="Rechteck 84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4" name="Rechteck 84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26" name="Textfeld 84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424" name="Textfeld 84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235" name="Rechteck 8234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6" name="Rechteck 8235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7" name="Rechteck 8236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8" name="Rechteck 8237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9" name="Rechteck 8238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240" name="Gruppieren 8239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93" name="Gruppieren 839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95" name="Gruppieren 839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97" name="Rechteck 839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98" name="Rechteck 839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9" name="Ellipse 839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0" name="Ellipse 839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1" name="Textfeld 840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402" name="Textfeld 840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403" name="Ellipse 84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4" name="Ellipse 84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5" name="Textfeld 84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6" name="Textfeld 84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7" name="Ellipse 84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8" name="Ellipse 84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9" name="Textfeld 84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0" name="Textfeld 84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1" name="Ellipse 84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12" name="Ellipse 84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3" name="Textfeld 84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414" name="Textfeld 84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415" name="Rechteck 84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6" name="Rechteck 84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7" name="Rechteck 84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8" name="Rechteck 84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9" name="Rechteck 84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0" name="Rechteck 84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1" name="Rechteck 84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2" name="Rechteck 84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96" name="Textfeld 839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394" name="Textfeld 839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241" name="Gruppieren 8240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63" name="Gruppieren 836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65" name="Gruppieren 836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67" name="Rechteck 836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68" name="Rechteck 836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9" name="Ellipse 836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0" name="Ellipse 836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1" name="Textfeld 837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72" name="Textfeld 837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373" name="Ellipse 83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4" name="Ellipse 83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5" name="Textfeld 83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76" name="Textfeld 83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377" name="Ellipse 83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8" name="Ellipse 83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9" name="Textfeld 837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80" name="Textfeld 837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381" name="Ellipse 83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2" name="Ellipse 83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3" name="Textfeld 838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84" name="Textfeld 838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385" name="Rechteck 838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6" name="Rechteck 838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7" name="Rechteck 838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8" name="Rechteck 838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9" name="Rechteck 838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0" name="Rechteck 838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1" name="Rechteck 839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2" name="Rechteck 839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66" name="Textfeld 836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364" name="Textfeld 836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242" name="Gruppieren 8241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341" name="Gruppieren 834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343" name="Gruppieren 834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345" name="Rechteck 83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46" name="Rechteck 83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7" name="Ellipse 83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8" name="Ellipse 83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9" name="Ellipse 83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0" name="Ellipse 83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1" name="Ellipse 835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52" name="Ellipse 835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3" name="Ellipse 83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4" name="Ellipse 83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5" name="Rechteck 835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6" name="Rechteck 835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7" name="Rechteck 835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8" name="Rechteck 835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9" name="Rechteck 835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0" name="Rechteck 835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1" name="Rechteck 836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2" name="Rechteck 836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44" name="Textfeld 83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342" name="Textfeld 83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243" name="Gruppieren 8242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11" name="Gruppieren 831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13" name="Gruppieren 831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15" name="Rechteck 83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16" name="Rechteck 83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7" name="Ellipse 83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8" name="Ellipse 83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9" name="Textfeld 831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20" name="Textfeld 831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21" name="Ellipse 832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2" name="Ellipse 832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3" name="Textfeld 832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4" name="Textfeld 8323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5" name="Ellipse 832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6" name="Ellipse 832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7" name="Textfeld 8326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8" name="Textfeld 8327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9" name="Ellipse 832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0" name="Ellipse 832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1" name="Textfeld 833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32" name="Textfeld 833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33" name="Rechteck 833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4" name="Rechteck 833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5" name="Rechteck 833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6" name="Rechteck 833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7" name="Rechteck 833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8" name="Rechteck 833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9" name="Rechteck 833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0" name="Rechteck 833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14" name="Textfeld 83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312" name="Textfeld 83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244" name="Gruppieren 8243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283" name="Gruppieren 8282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285" name="Gruppieren 8284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287" name="Rechteck 828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88" name="Rechteck 828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89" name="Ellipse 828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0" name="Ellipse 828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1" name="Textfeld 829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292" name="Textfeld 829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293" name="Ellipse 829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4" name="Ellipse 829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5" name="Ellipse 829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6" name="Ellipse 829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7" name="Textfeld 829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8" name="Textfeld 829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9" name="Ellipse 829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00" name="Ellipse 829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1" name="Textfeld 830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2" name="Textfeld 830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3" name="Rechteck 830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4" name="Rechteck 830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5" name="Rechteck 830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6" name="Rechteck 830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7" name="Rechteck 830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8" name="Rechteck 830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9" name="Rechteck 83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0" name="Rechteck 83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86" name="Textfeld 828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284" name="Textfeld 828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245" name="Gruppieren 8244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279" name="Gruppieren 8278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281" name="Rechteck 82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2" name="Textfeld 828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280" name="Textfeld 8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246" name="Rechteck 8245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247" name="Gruppieren 8246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253" name="Gruppieren 8252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255" name="Gruppieren 8254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257" name="Rechteck 82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58" name="Rechteck 82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59" name="Ellipse 82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0" name="Ellipse 82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1" name="Ellipse 82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2" name="Ellipse 82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3" name="Textfeld 826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4" name="Textfeld 826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5" name="Ellipse 826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6" name="Ellipse 826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7" name="Textfeld 8266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8" name="Textfeld 8267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9" name="Ellipse 826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0" name="Ellipse 826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1" name="Rechteck 82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2" name="Rechteck 82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3" name="Rechteck 8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4" name="Rechteck 8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5" name="Rechteck 8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6" name="Rechteck 8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7" name="Rechteck 8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8" name="Rechteck 8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56" name="Textfeld 82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254" name="Textfeld 82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248" name="Textfeld 8247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BC9</a:t>
                </a:r>
              </a:p>
            </p:txBody>
          </p:sp>
          <p:sp>
            <p:nvSpPr>
              <p:cNvPr id="8249" name="Textfeld 8248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250" name="Textfeld 8249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251" name="Textfeld 8250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252" name="Textfeld 8251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445" name="Gruppieren 8444"/>
            <p:cNvGrpSpPr/>
            <p:nvPr/>
          </p:nvGrpSpPr>
          <p:grpSpPr>
            <a:xfrm>
              <a:off x="6987010" y="4867199"/>
              <a:ext cx="2876963" cy="1654831"/>
              <a:chOff x="2584415" y="1276473"/>
              <a:chExt cx="2876963" cy="1654831"/>
            </a:xfrm>
          </p:grpSpPr>
          <p:grpSp>
            <p:nvGrpSpPr>
              <p:cNvPr id="8446" name="Gruppieren 8445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635" name="Gruppieren 8634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637" name="Gruppieren 8636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639" name="Rechteck 863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0" name="Rechteck 863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1" name="Ellipse 864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2" name="Ellipse 864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3" name="Ellipse 864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4" name="Ellipse 864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5" name="Ellipse 86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6" name="Ellipse 86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7" name="Ellipse 86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8" name="Ellipse 86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9" name="Rechteck 864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0" name="Rechteck 864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1" name="Rechteck 865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2" name="Rechteck 865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3" name="Rechteck 865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4" name="Rechteck 865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5" name="Rechteck 865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6" name="Rechteck 865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38" name="Textfeld 863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636" name="Textfeld 863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447" name="Rechteck 8446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8" name="Rechteck 8447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9" name="Rechteck 8448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0" name="Rechteck 8449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1" name="Rechteck 8450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452" name="Gruppieren 8451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605" name="Gruppieren 860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607" name="Gruppieren 860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609" name="Rechteck 860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10" name="Rechteck 860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1" name="Ellipse 861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2" name="Ellipse 861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3" name="Textfeld 861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14" name="Textfeld 861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15" name="Ellipse 861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6" name="Ellipse 861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7" name="Textfeld 861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8" name="Textfeld 861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9" name="Ellipse 861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0" name="Ellipse 861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1" name="Textfeld 862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2" name="Textfeld 862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3" name="Ellipse 862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24" name="Ellipse 862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5" name="Textfeld 862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26" name="Textfeld 862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27" name="Rechteck 862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8" name="Rechteck 862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9" name="Rechteck 862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0" name="Rechteck 862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1" name="Rechteck 863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2" name="Rechteck 863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3" name="Rechteck 863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4" name="Rechteck 863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08" name="Textfeld 860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606" name="Textfeld 860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453" name="Gruppieren 8452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75" name="Gruppieren 857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77" name="Gruppieren 857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79" name="Rechteck 857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80" name="Rechteck 857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1" name="Ellipse 858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2" name="Ellipse 858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3" name="Textfeld 858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84" name="Textfeld 858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585" name="Ellipse 858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6" name="Ellipse 858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7" name="Textfeld 858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88" name="Textfeld 858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589" name="Ellipse 85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0" name="Ellipse 85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1" name="Textfeld 859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92" name="Textfeld 859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593" name="Ellipse 859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4" name="Ellipse 859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5" name="Textfeld 859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96" name="Textfeld 859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597" name="Rechteck 859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8" name="Rechteck 859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9" name="Rechteck 859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0" name="Rechteck 859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1" name="Rechteck 860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2" name="Rechteck 860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3" name="Rechteck 860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4" name="Rechteck 860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78" name="Textfeld 857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576" name="Textfeld 857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454" name="Gruppieren 8453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553" name="Gruppieren 855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555" name="Gruppieren 855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557" name="Rechteck 85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58" name="Rechteck 85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9" name="Ellipse 85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0" name="Ellipse 85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1" name="Ellipse 85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2" name="Ellipse 85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3" name="Ellipse 85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64" name="Ellipse 85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5" name="Ellipse 856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6" name="Ellipse 856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7" name="Rechteck 856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8" name="Rechteck 856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9" name="Rechteck 856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0" name="Rechteck 856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1" name="Rechteck 857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2" name="Rechteck 857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3" name="Rechteck 857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4" name="Rechteck 857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56" name="Textfeld 85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554" name="Textfeld 85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455" name="Gruppieren 8454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23" name="Gruppieren 852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25" name="Gruppieren 852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27" name="Rechteck 8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28" name="Rechteck 8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9" name="Ellipse 8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0" name="Ellipse 8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1" name="Textfeld 853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32" name="Textfeld 853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33" name="Ellipse 853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4" name="Ellipse 853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5" name="Textfeld 853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6" name="Textfeld 8535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7" name="Ellipse 853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8" name="Ellipse 853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9" name="Textfeld 8538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0" name="Textfeld 8539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1" name="Ellipse 85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2" name="Ellipse 85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3" name="Textfeld 854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44" name="Textfeld 854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45" name="Rechteck 854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6" name="Rechteck 854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7" name="Rechteck 854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8" name="Rechteck 854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9" name="Rechteck 854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0" name="Rechteck 854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1" name="Rechteck 855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2" name="Rechteck 855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26" name="Textfeld 8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524" name="Textfeld 8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456" name="Gruppieren 8455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495" name="Gruppieren 8494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497" name="Gruppieren 8496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499" name="Rechteck 849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0" name="Rechteck 849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1" name="Ellipse 850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2" name="Ellipse 850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3" name="Textfeld 850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04" name="Textfeld 850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05" name="Ellipse 85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6" name="Ellipse 85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7" name="Ellipse 8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8" name="Ellipse 8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9" name="Textfeld 8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0" name="Textfeld 8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1" name="Ellipse 8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12" name="Ellipse 8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3" name="Textfeld 8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4" name="Textfeld 8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5" name="Rechteck 8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6" name="Rechteck 8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7" name="Rechteck 8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8" name="Rechteck 8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9" name="Rechteck 8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0" name="Rechteck 8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1" name="Rechteck 8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2" name="Rechteck 8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98" name="Textfeld 849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496" name="Textfeld 849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457" name="Gruppieren 8456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491" name="Gruppieren 8490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493" name="Rechteck 8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94" name="Textfeld 849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492" name="Textfeld 84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458" name="Rechteck 8457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459" name="Gruppieren 8458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465" name="Gruppieren 846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467" name="Gruppieren 846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469" name="Rechteck 846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70" name="Rechteck 846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1" name="Ellipse 847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2" name="Ellipse 847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3" name="Ellipse 84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4" name="Ellipse 84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5" name="Textfeld 84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6" name="Textfeld 84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7" name="Ellipse 84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8" name="Ellipse 84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9" name="Textfeld 8478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0" name="Textfeld 8479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1" name="Ellipse 84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2" name="Ellipse 84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3" name="Rechteck 84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4" name="Rechteck 84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5" name="Rechteck 84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6" name="Rechteck 84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7" name="Rechteck 84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8" name="Rechteck 84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9" name="Rechteck 84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90" name="Rechteck 84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68" name="Textfeld 846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466" name="Textfeld 84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460" name="Textfeld 8459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BC10</a:t>
                </a:r>
              </a:p>
            </p:txBody>
          </p:sp>
          <p:sp>
            <p:nvSpPr>
              <p:cNvPr id="8461" name="Textfeld 8460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462" name="Textfeld 8461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463" name="Textfeld 8462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464" name="Textfeld 8463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657" name="Gruppieren 8656"/>
            <p:cNvGrpSpPr/>
            <p:nvPr/>
          </p:nvGrpSpPr>
          <p:grpSpPr>
            <a:xfrm>
              <a:off x="10059305" y="4843030"/>
              <a:ext cx="2520106" cy="1653719"/>
              <a:chOff x="2585049" y="1277585"/>
              <a:chExt cx="2520106" cy="1653719"/>
            </a:xfrm>
          </p:grpSpPr>
          <p:grpSp>
            <p:nvGrpSpPr>
              <p:cNvPr id="8658" name="Gruppieren 8657"/>
              <p:cNvGrpSpPr/>
              <p:nvPr/>
            </p:nvGrpSpPr>
            <p:grpSpPr>
              <a:xfrm>
                <a:off x="282881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818" name="Gruppieren 881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820" name="Gruppieren 881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822" name="Rechteck 88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3" name="Rechteck 88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4" name="Ellipse 88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5" name="Ellipse 88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6" name="Ellipse 88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7" name="Ellipse 88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8" name="Ellipse 88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9" name="Ellipse 88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0" name="Ellipse 882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1" name="Ellipse 883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2" name="Rechteck 88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3" name="Rechteck 88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4" name="Rechteck 88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5" name="Rechteck 88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6" name="Rechteck 88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7" name="Rechteck 88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8" name="Rechteck 88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9" name="Rechteck 88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21" name="Textfeld 88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819" name="Textfeld 8818"/>
                <p:cNvSpPr txBox="1"/>
                <p:nvPr/>
              </p:nvSpPr>
              <p:spPr>
                <a:xfrm>
                  <a:off x="1694292" y="2628305"/>
                  <a:ext cx="32078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659" name="Rechteck 8658"/>
              <p:cNvSpPr/>
              <p:nvPr/>
            </p:nvSpPr>
            <p:spPr>
              <a:xfrm>
                <a:off x="258943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0" name="Rechteck 8659"/>
              <p:cNvSpPr/>
              <p:nvPr/>
            </p:nvSpPr>
            <p:spPr>
              <a:xfrm>
                <a:off x="266620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1" name="Rechteck 8660"/>
              <p:cNvSpPr/>
              <p:nvPr/>
            </p:nvSpPr>
            <p:spPr>
              <a:xfrm>
                <a:off x="262273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2" name="Rechteck 8661"/>
              <p:cNvSpPr/>
              <p:nvPr/>
            </p:nvSpPr>
            <p:spPr>
              <a:xfrm>
                <a:off x="266687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3" name="Rechteck 8662"/>
              <p:cNvSpPr/>
              <p:nvPr/>
            </p:nvSpPr>
            <p:spPr>
              <a:xfrm>
                <a:off x="262340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664" name="Gruppieren 8663"/>
              <p:cNvGrpSpPr/>
              <p:nvPr/>
            </p:nvGrpSpPr>
            <p:grpSpPr>
              <a:xfrm>
                <a:off x="3143754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88" name="Gruppieren 87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90" name="Gruppieren 87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92" name="Rechteck 87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93" name="Rechteck 87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4" name="Ellipse 87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5" name="Ellipse 87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6" name="Textfeld 87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97" name="Textfeld 879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98" name="Ellipse 879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9" name="Ellipse 879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0" name="Textfeld 879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1" name="Textfeld 880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2" name="Ellipse 880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3" name="Ellipse 880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4" name="Textfeld 880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5" name="Textfeld 880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6" name="Ellipse 880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07" name="Ellipse 880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8" name="Textfeld 880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809" name="Textfeld 880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810" name="Rechteck 880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1" name="Rechteck 881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2" name="Rechteck 881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3" name="Rechteck 88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4" name="Rechteck 88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5" name="Rechteck 88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6" name="Rechteck 88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7" name="Rechteck 88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91" name="Textfeld 87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789" name="Textfeld 87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665" name="Gruppieren 8664"/>
              <p:cNvGrpSpPr/>
              <p:nvPr/>
            </p:nvGrpSpPr>
            <p:grpSpPr>
              <a:xfrm>
                <a:off x="380320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58" name="Gruppieren 875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60" name="Gruppieren 875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62" name="Rechteck 876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63" name="Rechteck 876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4" name="Ellipse 876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5" name="Ellipse 876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6" name="Textfeld 876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67" name="Textfeld 876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768" name="Ellipse 876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9" name="Ellipse 876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0" name="Textfeld 876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71" name="Textfeld 877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772" name="Ellipse 877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3" name="Ellipse 877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4" name="Textfeld 877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75" name="Textfeld 877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776" name="Ellipse 877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7" name="Ellipse 877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8" name="Textfeld 877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79" name="Textfeld 877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780" name="Rechteck 87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1" name="Rechteck 87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2" name="Rechteck 87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3" name="Rechteck 87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4" name="Rechteck 87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5" name="Rechteck 87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6" name="Rechteck 87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7" name="Rechteck 87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61" name="Textfeld 876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759" name="Textfeld 875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666" name="Gruppieren 8665"/>
              <p:cNvGrpSpPr/>
              <p:nvPr/>
            </p:nvGrpSpPr>
            <p:grpSpPr>
              <a:xfrm>
                <a:off x="4129287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36" name="Gruppieren 873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738" name="Gruppieren 873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740" name="Rechteck 87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1" name="Rechteck 87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2" name="Ellipse 87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3" name="Ellipse 87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4" name="Ellipse 87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5" name="Ellipse 87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6" name="Ellipse 874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7" name="Ellipse 874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8" name="Ellipse 874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9" name="Ellipse 874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0" name="Rechteck 874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1" name="Rechteck 875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2" name="Rechteck 875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3" name="Rechteck 875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4" name="Rechteck 875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5" name="Rechteck 875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6" name="Rechteck 875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7" name="Rechteck 875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39" name="Textfeld 87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737" name="Textfeld 8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667" name="Gruppieren 8666"/>
              <p:cNvGrpSpPr/>
              <p:nvPr/>
            </p:nvGrpSpPr>
            <p:grpSpPr>
              <a:xfrm>
                <a:off x="445118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06" name="Gruppieren 87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08" name="Gruppieren 87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10" name="Rechteck 87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1" name="Rechteck 87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2" name="Ellipse 87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3" name="Ellipse 87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4" name="Textfeld 87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15" name="Textfeld 87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16" name="Ellipse 87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7" name="Ellipse 87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8" name="Textfeld 87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19" name="Textfeld 8718"/>
                    <p:cNvSpPr txBox="1"/>
                    <p:nvPr/>
                  </p:nvSpPr>
                  <p:spPr>
                    <a:xfrm>
                      <a:off x="1815728" y="19596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0" name="Ellipse 87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1" name="Ellipse 87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2" name="Textfeld 8721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3" name="Textfeld 8722"/>
                    <p:cNvSpPr txBox="1"/>
                    <p:nvPr/>
                  </p:nvSpPr>
                  <p:spPr>
                    <a:xfrm>
                      <a:off x="1824171" y="219913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4" name="Ellipse 87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5" name="Ellipse 87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6" name="Textfeld 87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27" name="Textfeld 87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28" name="Rechteck 87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9" name="Rechteck 87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0" name="Rechteck 87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1" name="Rechteck 87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2" name="Rechteck 87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3" name="Rechteck 87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4" name="Rechteck 87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5" name="Rechteck 87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09" name="Textfeld 87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707" name="Textfeld 87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668" name="Gruppieren 8667"/>
              <p:cNvGrpSpPr/>
              <p:nvPr/>
            </p:nvGrpSpPr>
            <p:grpSpPr>
              <a:xfrm>
                <a:off x="478020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02" name="Gruppieren 870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8704" name="Rechteck 8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05" name="Textfeld 870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703" name="Textfeld 870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669" name="Rechteck 8668"/>
              <p:cNvSpPr/>
              <p:nvPr/>
            </p:nvSpPr>
            <p:spPr>
              <a:xfrm>
                <a:off x="3837924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670" name="Gruppieren 8669"/>
              <p:cNvGrpSpPr/>
              <p:nvPr/>
            </p:nvGrpSpPr>
            <p:grpSpPr>
              <a:xfrm>
                <a:off x="3469788" y="1277585"/>
                <a:ext cx="331945" cy="1652928"/>
                <a:chOff x="1687297" y="1141150"/>
                <a:chExt cx="331945" cy="1652928"/>
              </a:xfrm>
            </p:grpSpPr>
            <p:grpSp>
              <p:nvGrpSpPr>
                <p:cNvPr id="8672" name="Gruppieren 8671"/>
                <p:cNvGrpSpPr/>
                <p:nvPr/>
              </p:nvGrpSpPr>
              <p:grpSpPr>
                <a:xfrm>
                  <a:off x="1692193" y="1141150"/>
                  <a:ext cx="327049" cy="1537301"/>
                  <a:chOff x="1692193" y="1141150"/>
                  <a:chExt cx="327049" cy="1537301"/>
                </a:xfrm>
              </p:grpSpPr>
              <p:grpSp>
                <p:nvGrpSpPr>
                  <p:cNvPr id="8674" name="Gruppieren 8673"/>
                  <p:cNvGrpSpPr/>
                  <p:nvPr/>
                </p:nvGrpSpPr>
                <p:grpSpPr>
                  <a:xfrm>
                    <a:off x="1692193" y="1191340"/>
                    <a:ext cx="327049" cy="1487111"/>
                    <a:chOff x="1692193" y="1191340"/>
                    <a:chExt cx="327049" cy="1487111"/>
                  </a:xfrm>
                </p:grpSpPr>
                <p:sp>
                  <p:nvSpPr>
                    <p:cNvPr id="8676" name="Rechteck 8675"/>
                    <p:cNvSpPr/>
                    <p:nvPr/>
                  </p:nvSpPr>
                  <p:spPr>
                    <a:xfrm>
                      <a:off x="1694134" y="1191340"/>
                      <a:ext cx="325108" cy="1438663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77" name="Rechteck 867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8" name="Ellipse 867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9" name="Ellipse 867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0" name="Textfeld 867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81" name="Textfeld 868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82" name="Ellipse 868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3" name="Ellipse 868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4" name="Textfeld 868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5" name="Textfeld 8684"/>
                    <p:cNvSpPr txBox="1"/>
                    <p:nvPr/>
                  </p:nvSpPr>
                  <p:spPr>
                    <a:xfrm>
                      <a:off x="1809195" y="196793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6" name="Ellipse 868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7" name="Ellipse 868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8" name="Textfeld 868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89" name="Textfeld 868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90" name="Ellipse 868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1" name="Ellipse 869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2" name="Textfeld 869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3" name="Textfeld 8692"/>
                    <p:cNvSpPr txBox="1"/>
                    <p:nvPr/>
                  </p:nvSpPr>
                  <p:spPr>
                    <a:xfrm>
                      <a:off x="1813062" y="24245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4" name="Rechteck 869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5" name="Rechteck 869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6" name="Rechteck 869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7" name="Rechteck 869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8" name="Rechteck 869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9" name="Rechteck 869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0" name="Rechteck 869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1" name="Rechteck 870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75" name="Textfeld 867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673" name="Textfeld 8672"/>
                <p:cNvSpPr txBox="1"/>
                <p:nvPr/>
              </p:nvSpPr>
              <p:spPr>
                <a:xfrm>
                  <a:off x="1687297" y="2628305"/>
                  <a:ext cx="33194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8671" name="Textfeld 8670"/>
              <p:cNvSpPr txBox="1"/>
              <p:nvPr/>
            </p:nvSpPr>
            <p:spPr>
              <a:xfrm>
                <a:off x="2585049" y="2761677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BC11</a:t>
                </a:r>
              </a:p>
            </p:txBody>
          </p:sp>
        </p:grpSp>
        <p:grpSp>
          <p:nvGrpSpPr>
            <p:cNvPr id="8863" name="Gruppieren 8862"/>
            <p:cNvGrpSpPr/>
            <p:nvPr/>
          </p:nvGrpSpPr>
          <p:grpSpPr>
            <a:xfrm>
              <a:off x="5396266" y="920650"/>
              <a:ext cx="6108962" cy="1652928"/>
              <a:chOff x="1116267" y="770205"/>
              <a:chExt cx="6108962" cy="1652928"/>
            </a:xfrm>
          </p:grpSpPr>
          <p:grpSp>
            <p:nvGrpSpPr>
              <p:cNvPr id="8864" name="Gruppieren 8863"/>
              <p:cNvGrpSpPr/>
              <p:nvPr/>
            </p:nvGrpSpPr>
            <p:grpSpPr>
              <a:xfrm>
                <a:off x="1360900" y="77020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9329" name="Gruppieren 932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9331" name="Gruppieren 933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333" name="Rechteck 93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4" name="Rechteck 93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5" name="Ellipse 93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6" name="Ellipse 93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7" name="Ellipse 933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8" name="Ellipse 933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9" name="Ellipse 933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0" name="Ellipse 933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1" name="Ellipse 93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2" name="Ellipse 93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3" name="Rechteck 934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4" name="Rechteck 934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5" name="Rechteck 934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6" name="Rechteck 934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7" name="Rechteck 934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8" name="Rechteck 934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9" name="Rechteck 934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50" name="Rechteck 934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32" name="Textfeld 933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9330" name="Textfeld 93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865" name="Rechteck 8864"/>
              <p:cNvSpPr/>
              <p:nvPr/>
            </p:nvSpPr>
            <p:spPr>
              <a:xfrm>
                <a:off x="1121516" y="93290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6" name="Rechteck 8865"/>
              <p:cNvSpPr/>
              <p:nvPr/>
            </p:nvSpPr>
            <p:spPr>
              <a:xfrm>
                <a:off x="1198292" y="111430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7" name="Rechteck 8866"/>
              <p:cNvSpPr/>
              <p:nvPr/>
            </p:nvSpPr>
            <p:spPr>
              <a:xfrm>
                <a:off x="1154818" y="115698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8" name="Rechteck 8867"/>
              <p:cNvSpPr/>
              <p:nvPr/>
            </p:nvSpPr>
            <p:spPr>
              <a:xfrm>
                <a:off x="1198962" y="172279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9" name="Rechteck 8868"/>
              <p:cNvSpPr/>
              <p:nvPr/>
            </p:nvSpPr>
            <p:spPr>
              <a:xfrm>
                <a:off x="1155488" y="176547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870" name="Gruppieren 8869"/>
              <p:cNvGrpSpPr/>
              <p:nvPr/>
            </p:nvGrpSpPr>
            <p:grpSpPr>
              <a:xfrm>
                <a:off x="1684390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99" name="Gruppieren 929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301" name="Gruppieren 93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303" name="Rechteck 93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4" name="Rechteck 93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5" name="Ellipse 93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6" name="Ellipse 93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7" name="Textfeld 93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308" name="Textfeld 93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309" name="Ellipse 93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0" name="Ellipse 93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1" name="Textfeld 93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2" name="Textfeld 93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3" name="Ellipse 93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4" name="Ellipse 93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5" name="Textfeld 93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6" name="Textfeld 93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7" name="Ellipse 93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8" name="Ellipse 93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9" name="Textfeld 93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320" name="Textfeld 93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321" name="Rechteck 93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2" name="Rechteck 93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3" name="Rechteck 93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4" name="Rechteck 93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5" name="Rechteck 93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6" name="Rechteck 93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7" name="Rechteck 93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8" name="Rechteck 93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02" name="Textfeld 930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300" name="Textfeld 92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1" name="Gruppieren 8870"/>
              <p:cNvGrpSpPr/>
              <p:nvPr/>
            </p:nvGrpSpPr>
            <p:grpSpPr>
              <a:xfrm>
                <a:off x="2011315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69" name="Gruppieren 926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71" name="Gruppieren 92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73" name="Rechteck 92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74" name="Rechteck 92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5" name="Ellipse 92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6" name="Ellipse 92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7" name="Textfeld 92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78" name="Textfeld 92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79" name="Ellipse 92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0" name="Ellipse 92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1" name="Textfeld 92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2" name="Textfeld 92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3" name="Ellipse 92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4" name="Ellipse 92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5" name="Textfeld 92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6" name="Textfeld 92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7" name="Ellipse 92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88" name="Ellipse 92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9" name="Textfeld 92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90" name="Textfeld 92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91" name="Rechteck 92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2" name="Rechteck 92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3" name="Rechteck 92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4" name="Rechteck 92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5" name="Rechteck 92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6" name="Rechteck 92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7" name="Rechteck 92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8" name="Rechteck 92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72" name="Textfeld 92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9270" name="Textfeld 92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2" name="Gruppieren 8871"/>
              <p:cNvGrpSpPr/>
              <p:nvPr/>
            </p:nvGrpSpPr>
            <p:grpSpPr>
              <a:xfrm>
                <a:off x="2335294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39" name="Gruppieren 923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41" name="Gruppieren 924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43" name="Rechteck 924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44" name="Rechteck 924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5" name="Ellipse 924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6" name="Ellipse 924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7" name="Textfeld 924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48" name="Textfeld 924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49" name="Ellipse 92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0" name="Ellipse 92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1" name="Textfeld 925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2" name="Textfeld 925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3" name="Ellipse 925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4" name="Ellipse 925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5" name="Textfeld 925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6" name="Textfeld 925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7" name="Ellipse 925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8" name="Ellipse 925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9" name="Textfeld 925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60" name="Textfeld 925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61" name="Rechteck 926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2" name="Rechteck 926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3" name="Rechteck 926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4" name="Rechteck 926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5" name="Rechteck 926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6" name="Rechteck 926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7" name="Rechteck 926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8" name="Rechteck 926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42" name="Textfeld 924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9240" name="Textfeld 923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3" name="Gruppieren 8872"/>
              <p:cNvGrpSpPr/>
              <p:nvPr/>
            </p:nvGrpSpPr>
            <p:grpSpPr>
              <a:xfrm>
                <a:off x="2659273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09" name="Gruppieren 920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11" name="Gruppieren 921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13" name="Rechteck 921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14" name="Rechteck 921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5" name="Ellipse 921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6" name="Ellipse 921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7" name="Textfeld 921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18" name="Textfeld 921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19" name="Ellipse 921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0" name="Ellipse 921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1" name="Textfeld 922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2" name="Textfeld 922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3" name="Ellipse 922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4" name="Ellipse 922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5" name="Textfeld 922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6" name="Textfeld 922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7" name="Ellipse 922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8" name="Ellipse 922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9" name="Textfeld 922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30" name="Textfeld 922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31" name="Rechteck 923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2" name="Rechteck 923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3" name="Rechteck 923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4" name="Rechteck 923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5" name="Rechteck 923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6" name="Rechteck 923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7" name="Rechteck 923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8" name="Rechteck 923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12" name="Textfeld 921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9210" name="Textfeld 920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4" name="Gruppieren 8873"/>
              <p:cNvGrpSpPr/>
              <p:nvPr/>
            </p:nvGrpSpPr>
            <p:grpSpPr>
              <a:xfrm>
                <a:off x="2983266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79" name="Gruppieren 91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81" name="Gruppieren 91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83" name="Rechteck 91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84" name="Rechteck 91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5" name="Ellipse 91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6" name="Ellipse 91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7" name="Textfeld 91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88" name="Textfeld 918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89" name="Ellipse 918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0" name="Ellipse 918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1" name="Textfeld 919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2" name="Textfeld 919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3" name="Ellipse 919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4" name="Ellipse 919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5" name="Textfeld 9194"/>
                    <p:cNvSpPr txBox="1"/>
                    <p:nvPr/>
                  </p:nvSpPr>
                  <p:spPr>
                    <a:xfrm>
                      <a:off x="1692643" y="219688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6" name="Textfeld 919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7" name="Ellipse 919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8" name="Ellipse 919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9" name="Textfeld 919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0" name="Textfeld 919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01" name="Rechteck 920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2" name="Rechteck 920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3" name="Rechteck 920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4" name="Rechteck 920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5" name="Rechteck 920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6" name="Rechteck 920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7" name="Rechteck 920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8" name="Rechteck 920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82" name="Textfeld 91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9180" name="Textfeld 91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5" name="Gruppieren 8874"/>
              <p:cNvGrpSpPr/>
              <p:nvPr/>
            </p:nvGrpSpPr>
            <p:grpSpPr>
              <a:xfrm>
                <a:off x="3310191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49" name="Gruppieren 914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51" name="Gruppieren 915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53" name="Rechteck 915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54" name="Rechteck 915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5" name="Ellipse 915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6" name="Ellipse 915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7" name="Textfeld 915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58" name="Textfeld 915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59" name="Ellipse 915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0" name="Ellipse 915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1" name="Textfeld 916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2" name="Textfeld 916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3" name="Ellipse 91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4" name="Ellipse 91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5" name="Textfeld 916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6" name="Textfeld 916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7" name="Ellipse 916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68" name="Ellipse 916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9" name="Textfeld 916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70" name="Textfeld 916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71" name="Rechteck 91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2" name="Rechteck 91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3" name="Rechteck 91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4" name="Rechteck 91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5" name="Rechteck 91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6" name="Rechteck 91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7" name="Rechteck 91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8" name="Rechteck 91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52" name="Textfeld 915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9150" name="Textfeld 914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6" name="Gruppieren 8875"/>
              <p:cNvGrpSpPr/>
              <p:nvPr/>
            </p:nvGrpSpPr>
            <p:grpSpPr>
              <a:xfrm>
                <a:off x="4276592" y="770205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9119" name="Gruppieren 9118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9121" name="Gruppieren 912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23" name="Rechteck 912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24" name="Rechteck 912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5" name="Ellipse 912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6" name="Ellipse 912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7" name="Textfeld 912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28" name="Textfeld 912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29" name="Ellipse 912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0" name="Ellipse 912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1" name="Textfeld 913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2" name="Textfeld 913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3" name="Ellipse 91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4" name="Ellipse 91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5" name="Textfeld 913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6" name="Textfeld 913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7" name="Ellipse 913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8" name="Ellipse 913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9" name="Textfeld 913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40" name="Textfeld 913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41" name="Rechteck 914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2" name="Rechteck 914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3" name="Rechteck 914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4" name="Rechteck 914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5" name="Rechteck 914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6" name="Rechteck 914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7" name="Rechteck 914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8" name="Rechteck 914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22" name="Textfeld 9121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9120" name="Textfeld 911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7" name="Gruppieren 8876"/>
              <p:cNvGrpSpPr/>
              <p:nvPr/>
            </p:nvGrpSpPr>
            <p:grpSpPr>
              <a:xfrm>
                <a:off x="3959156" y="770205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9097" name="Gruppieren 9096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grpSp>
                <p:nvGrpSpPr>
                  <p:cNvPr id="9099" name="Gruppieren 9098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101" name="Rechteck 910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02" name="Rechteck 910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3" name="Ellipse 910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4" name="Ellipse 910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5" name="Ellipse 91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6" name="Ellipse 91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7" name="Ellipse 91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8" name="Ellipse 91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9" name="Ellipse 910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0" name="Ellipse 910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1" name="Rechteck 9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2" name="Rechteck 9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3" name="Rechteck 911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4" name="Rechteck 911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5" name="Rechteck 911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6" name="Rechteck 911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7" name="Rechteck 911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8" name="Rechteck 911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00" name="Textfeld 9099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9098" name="Textfeld 909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78" name="Gruppieren 8877"/>
              <p:cNvGrpSpPr/>
              <p:nvPr/>
            </p:nvGrpSpPr>
            <p:grpSpPr>
              <a:xfrm>
                <a:off x="4608645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67" name="Gruppieren 9066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69" name="Gruppieren 90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71" name="Rechteck 90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2" name="Rechteck 90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3" name="Ellipse 90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4" name="Ellipse 90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5" name="Textfeld 90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6" name="Textfeld 907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77" name="Ellipse 907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8" name="Ellipse 907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9" name="Textfeld 907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0" name="Textfeld 907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1" name="Ellipse 908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2" name="Ellipse 908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3" name="Textfeld 908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4" name="Textfeld 908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5" name="Ellipse 908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6" name="Ellipse 908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7" name="Textfeld 908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88" name="Textfeld 908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89" name="Rechteck 908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0" name="Rechteck 908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1" name="Rechteck 909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2" name="Rechteck 909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3" name="Rechteck 909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4" name="Rechteck 909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5" name="Rechteck 909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6" name="Rechteck 909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70" name="Textfeld 9069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9068" name="Textfeld 90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9" name="Gruppieren 8878"/>
              <p:cNvGrpSpPr/>
              <p:nvPr/>
            </p:nvGrpSpPr>
            <p:grpSpPr>
              <a:xfrm>
                <a:off x="3634422" y="816378"/>
                <a:ext cx="324950" cy="1602737"/>
                <a:chOff x="3320343" y="1191341"/>
                <a:chExt cx="324950" cy="1602737"/>
              </a:xfrm>
            </p:grpSpPr>
            <p:sp>
              <p:nvSpPr>
                <p:cNvPr id="9064" name="Rechteck 9063"/>
                <p:cNvSpPr/>
                <p:nvPr/>
              </p:nvSpPr>
              <p:spPr>
                <a:xfrm>
                  <a:off x="3355035" y="1220340"/>
                  <a:ext cx="262210" cy="1379873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/>
                  <a:r>
                    <a:rPr lang="de-DE" sz="11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Disconnect</a:t>
                  </a:r>
                  <a:r>
                    <a:rPr lang="de-DE" sz="11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 Terminal</a:t>
                  </a:r>
                </a:p>
              </p:txBody>
            </p:sp>
            <p:sp>
              <p:nvSpPr>
                <p:cNvPr id="9065" name="Rechteck 9064"/>
                <p:cNvSpPr/>
                <p:nvPr/>
              </p:nvSpPr>
              <p:spPr>
                <a:xfrm>
                  <a:off x="3325467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66" name="Textfeld 9065"/>
                <p:cNvSpPr txBox="1"/>
                <p:nvPr/>
              </p:nvSpPr>
              <p:spPr>
                <a:xfrm>
                  <a:off x="3320343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880" name="Gruppieren 8879"/>
              <p:cNvGrpSpPr/>
              <p:nvPr/>
            </p:nvGrpSpPr>
            <p:grpSpPr>
              <a:xfrm>
                <a:off x="4931316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34" name="Gruppieren 903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36" name="Gruppieren 90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38" name="Rechteck 90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9" name="Rechteck 90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0" name="Ellipse 90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1" name="Ellipse 90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2" name="Textfeld 90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43" name="Textfeld 90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44" name="Ellipse 90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5" name="Ellipse 90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6" name="Textfeld 90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7" name="Textfeld 90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8" name="Ellipse 90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9" name="Ellipse 90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0" name="Textfeld 90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1" name="Textfeld 90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2" name="Ellipse 90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3" name="Ellipse 90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4" name="Textfeld 90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55" name="Textfeld 90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56" name="Rechteck 90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7" name="Rechteck 90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8" name="Rechteck 90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9" name="Rechteck 90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0" name="Rechteck 90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1" name="Rechteck 90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2" name="Rechteck 90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3" name="Rechteck 90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7" name="Textfeld 903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9035" name="Textfeld 90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1" name="Gruppieren 8880"/>
              <p:cNvGrpSpPr/>
              <p:nvPr/>
            </p:nvGrpSpPr>
            <p:grpSpPr>
              <a:xfrm>
                <a:off x="5253822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04" name="Gruppieren 900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06" name="Gruppieren 90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08" name="Rechteck 90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09" name="Rechteck 90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0" name="Ellipse 90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1" name="Ellipse 90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2" name="Textfeld 90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13" name="Textfeld 90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14" name="Ellipse 90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5" name="Ellipse 90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6" name="Textfeld 90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7" name="Textfeld 90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8" name="Ellipse 90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9" name="Ellipse 90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0" name="Textfeld 90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1" name="Textfeld 90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2" name="Ellipse 90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3" name="Ellipse 90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4" name="Textfeld 90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25" name="Textfeld 90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26" name="Rechteck 90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7" name="Rechteck 90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8" name="Rechteck 90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9" name="Rechteck 90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0" name="Rechteck 90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1" name="Rechteck 90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2" name="Rechteck 90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3" name="Rechteck 90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07" name="Textfeld 900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9005" name="Textfeld 90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2" name="Gruppieren 8881"/>
              <p:cNvGrpSpPr/>
              <p:nvPr/>
            </p:nvGrpSpPr>
            <p:grpSpPr>
              <a:xfrm>
                <a:off x="5576328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74" name="Gruppieren 897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8976" name="Gruppieren 897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978" name="Rechteck 897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79" name="Rechteck 897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0" name="Ellipse 897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1" name="Ellipse 898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2" name="Textfeld 898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83" name="Textfeld 898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84" name="Ellipse 898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5" name="Ellipse 898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6" name="Textfeld 898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7" name="Textfeld 898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8" name="Ellipse 898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9" name="Ellipse 898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0" name="Textfeld 898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1" name="Textfeld 899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2" name="Ellipse 899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3" name="Ellipse 899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4" name="Textfeld 899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995" name="Textfeld 899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996" name="Rechteck 89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7" name="Rechteck 89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8" name="Rechteck 89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9" name="Rechteck 89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0" name="Rechteck 89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1" name="Rechteck 90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2" name="Rechteck 90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3" name="Rechteck 90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77" name="Textfeld 897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8975" name="Textfeld 897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83" name="Gruppieren 8882"/>
              <p:cNvGrpSpPr/>
              <p:nvPr/>
            </p:nvGrpSpPr>
            <p:grpSpPr>
              <a:xfrm>
                <a:off x="5893834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48" name="Gruppieren 8947"/>
                <p:cNvGrpSpPr/>
                <p:nvPr/>
              </p:nvGrpSpPr>
              <p:grpSpPr>
                <a:xfrm>
                  <a:off x="1692193" y="1147824"/>
                  <a:ext cx="358092" cy="1481389"/>
                  <a:chOff x="1692193" y="1147824"/>
                  <a:chExt cx="358092" cy="1481389"/>
                </a:xfrm>
              </p:grpSpPr>
              <p:grpSp>
                <p:nvGrpSpPr>
                  <p:cNvPr id="8950" name="Gruppieren 8949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952" name="Rechteck 89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53" name="Rechteck 89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4" name="Ellipse 89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5" name="Ellipse 89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6" name="Ellipse 89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7" name="Ellipse 89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8" name="Textfeld 89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59" name="Textfeld 895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60" name="Ellipse 89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1" name="Ellipse 89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2" name="Textfeld 8961"/>
                    <p:cNvSpPr txBox="1"/>
                    <p:nvPr/>
                  </p:nvSpPr>
                  <p:spPr>
                    <a:xfrm>
                      <a:off x="1708599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3" name="Textfeld 89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4" name="Ellipse 89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5" name="Ellipse 89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6" name="Rechteck 89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7" name="Rechteck 89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8" name="Rechteck 89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9" name="Rechteck 89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0" name="Rechteck 89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1" name="Rechteck 89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2" name="Rechteck 89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3" name="Rechteck 89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51" name="Textfeld 895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8949" name="Textfeld 89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84" name="Gruppieren 8883"/>
              <p:cNvGrpSpPr/>
              <p:nvPr/>
            </p:nvGrpSpPr>
            <p:grpSpPr>
              <a:xfrm>
                <a:off x="621897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920" name="Gruppieren 8919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922" name="Gruppieren 8921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924" name="Rechteck 892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25" name="Rechteck 892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6" name="Ellipse 892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7" name="Ellipse 892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8" name="Textfeld 892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29" name="Textfeld 892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30" name="Ellipse 892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1" name="Ellipse 893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2" name="Ellipse 89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3" name="Ellipse 89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4" name="Textfeld 89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5" name="Textfeld 89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6" name="Ellipse 89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7" name="Ellipse 89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8" name="Textfeld 89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39" name="Textfeld 89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40" name="Rechteck 89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1" name="Rechteck 89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2" name="Rechteck 89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3" name="Rechteck 89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4" name="Rechteck 89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5" name="Rechteck 89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6" name="Rechteck 89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7" name="Rechteck 89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23" name="Textfeld 8922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16</a:t>
                    </a:r>
                  </a:p>
                </p:txBody>
              </p:sp>
            </p:grpSp>
            <p:sp>
              <p:nvSpPr>
                <p:cNvPr id="8921" name="Textfeld 892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5" name="Gruppieren 8884"/>
              <p:cNvGrpSpPr/>
              <p:nvPr/>
            </p:nvGrpSpPr>
            <p:grpSpPr>
              <a:xfrm>
                <a:off x="654341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892" name="Gruppieren 8891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894" name="Gruppieren 889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896" name="Rechteck 88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97" name="Rechteck 88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8" name="Ellipse 88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9" name="Ellipse 88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0" name="Textfeld 88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01" name="Textfeld 89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02" name="Ellipse 89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3" name="Ellipse 89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4" name="Ellipse 890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5" name="Ellipse 890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6" name="Textfeld 890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7" name="Textfeld 890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8" name="Ellipse 890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9" name="Ellipse 890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0" name="Textfeld 890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1" name="Textfeld 891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2" name="Rechteck 891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3" name="Rechteck 891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4" name="Rechteck 891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5" name="Rechteck 891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6" name="Rechteck 891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7" name="Rechteck 891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8" name="Rechteck 891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9" name="Rechteck 891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95" name="Textfeld 889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17</a:t>
                    </a:r>
                  </a:p>
                </p:txBody>
              </p:sp>
            </p:grpSp>
            <p:sp>
              <p:nvSpPr>
                <p:cNvPr id="8893" name="Textfeld 88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6" name="Gruppieren 8885"/>
              <p:cNvGrpSpPr/>
              <p:nvPr/>
            </p:nvGrpSpPr>
            <p:grpSpPr>
              <a:xfrm>
                <a:off x="6869236" y="776879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8888" name="Gruppieren 8887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8890" name="Rechteck 88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1" name="Textfeld 889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18</a:t>
                    </a:r>
                  </a:p>
                </p:txBody>
              </p:sp>
            </p:grpSp>
            <p:sp>
              <p:nvSpPr>
                <p:cNvPr id="8889" name="Textfeld 88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887" name="Textfeld 8886"/>
              <p:cNvSpPr txBox="1"/>
              <p:nvPr/>
            </p:nvSpPr>
            <p:spPr>
              <a:xfrm>
                <a:off x="1116267" y="225334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600" dirty="0">
                    <a:latin typeface="Arial" panose="020B0604020202020204" pitchFamily="34" charset="0"/>
                    <a:cs typeface="Arial" panose="020B0604020202020204" pitchFamily="34" charset="0"/>
                  </a:rPr>
                  <a:t>BC2&amp;3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1" name="Gruppieren 2660"/>
            <p:cNvGrpSpPr/>
            <p:nvPr/>
          </p:nvGrpSpPr>
          <p:grpSpPr>
            <a:xfrm>
              <a:off x="5600322" y="2851896"/>
              <a:ext cx="2844318" cy="1655156"/>
              <a:chOff x="2585049" y="1276147"/>
              <a:chExt cx="2844318" cy="1655156"/>
            </a:xfrm>
          </p:grpSpPr>
          <p:grpSp>
            <p:nvGrpSpPr>
              <p:cNvPr id="2662" name="Gruppieren 2661"/>
              <p:cNvGrpSpPr/>
              <p:nvPr/>
            </p:nvGrpSpPr>
            <p:grpSpPr>
              <a:xfrm>
                <a:off x="2828815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852" name="Gruppieren 285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854" name="Gruppieren 285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856" name="Rechteck 285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7" name="Rechteck 285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8" name="Ellipse 285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9" name="Ellipse 285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0" name="Ellipse 285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1" name="Ellipse 286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2" name="Ellipse 28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3" name="Ellipse 28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4" name="Ellipse 28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5" name="Ellipse 28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6" name="Rechteck 28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7" name="Rechteck 28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8" name="Rechteck 28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9" name="Rechteck 28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0" name="Rechteck 28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1" name="Rechteck 28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2" name="Rechteck 28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3" name="Rechteck 28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2853" name="Textfeld 285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2663" name="Rechteck 2662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4" name="Rechteck 2663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5" name="Rechteck 2664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6" name="Rechteck 2665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7" name="Rechteck 2666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668" name="Gruppieren 2667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822" name="Gruppieren 282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824" name="Gruppieren 282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826" name="Rechteck 282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7" name="Rechteck 282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8" name="Ellipse 282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9" name="Ellipse 282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0" name="Textfeld 282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31" name="Textfeld 283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32" name="Ellipse 283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3" name="Ellipse 283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4" name="Textfeld 283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35" name="Textfeld 283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36" name="Ellipse 283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7" name="Ellipse 283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8" name="Textfeld 283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39" name="Textfeld 283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40" name="Ellipse 283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1" name="Ellipse 284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2" name="Textfeld 284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43" name="Textfeld 284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44" name="Rechteck 284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5" name="Rechteck 284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6" name="Rechteck 284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7" name="Rechteck 284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8" name="Rechteck 284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9" name="Rechteck 284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0" name="Rechteck 284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1" name="Rechteck 285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2669" name="Gruppieren 2668"/>
              <p:cNvGrpSpPr/>
              <p:nvPr/>
            </p:nvGrpSpPr>
            <p:grpSpPr>
              <a:xfrm>
                <a:off x="3800828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92" name="Gruppieren 279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94" name="Gruppieren 27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96" name="Rechteck 27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97" name="Rechteck 27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8" name="Ellipse 27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9" name="Ellipse 27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0" name="Textfeld 27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01" name="Textfeld 28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02" name="Ellipse 28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3" name="Ellipse 28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4" name="Textfeld 28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05" name="Textfeld 280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06" name="Ellipse 28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7" name="Ellipse 28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8" name="Textfeld 28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09" name="Textfeld 280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10" name="Ellipse 28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1" name="Ellipse 28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2" name="Textfeld 28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13" name="Textfeld 28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14" name="Rechteck 28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5" name="Rechteck 28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6" name="Rechteck 28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7" name="Rechteck 28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8" name="Rechteck 28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9" name="Rechteck 28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0" name="Rechteck 28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1" name="Rechteck 28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2793" name="Textfeld 27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2670" name="Gruppieren 2669"/>
              <p:cNvGrpSpPr/>
              <p:nvPr/>
            </p:nvGrpSpPr>
            <p:grpSpPr>
              <a:xfrm>
                <a:off x="4126906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770" name="Gruppieren 276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772" name="Gruppieren 2771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774" name="Rechteck 27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75" name="Rechteck 27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6" name="Ellipse 27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7" name="Ellipse 27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8" name="Ellipse 2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9" name="Ellipse 2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0" name="Ellipse 27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1" name="Ellipse 27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2" name="Ellipse 27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3" name="Ellipse 27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4" name="Rechteck 27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5" name="Rechteck 27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6" name="Rechteck 27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7" name="Rechteck 27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8" name="Rechteck 27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9" name="Rechteck 27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0" name="Rechteck 27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1" name="Rechteck 27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2771" name="Textfeld 27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671" name="Gruppieren 2670"/>
              <p:cNvGrpSpPr/>
              <p:nvPr/>
            </p:nvGrpSpPr>
            <p:grpSpPr>
              <a:xfrm>
                <a:off x="4451181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40" name="Gruppieren 273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42" name="Gruppieren 274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44" name="Rechteck 274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45" name="Rechteck 274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6" name="Ellipse 274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7" name="Ellipse 274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8" name="Textfeld 274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49" name="Textfeld 274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50" name="Ellipse 27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1" name="Ellipse 27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2" name="Textfeld 27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753" name="Textfeld 27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754" name="Ellipse 27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5" name="Ellipse 27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6" name="Textfeld 2755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757" name="Textfeld 2756"/>
                    <p:cNvSpPr txBox="1"/>
                    <p:nvPr/>
                  </p:nvSpPr>
                  <p:spPr>
                    <a:xfrm>
                      <a:off x="1818539" y="219770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758" name="Ellipse 27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59" name="Ellipse 27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0" name="Textfeld 27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761" name="Textfeld 27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762" name="Rechteck 27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3" name="Rechteck 27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4" name="Rechteck 27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5" name="Rechteck 27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6" name="Rechteck 27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7" name="Rechteck 27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8" name="Rechteck 27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9" name="Rechteck 27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2741" name="Textfeld 274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2672" name="Gruppieren 2671"/>
              <p:cNvGrpSpPr/>
              <p:nvPr/>
            </p:nvGrpSpPr>
            <p:grpSpPr>
              <a:xfrm>
                <a:off x="4778637" y="1278375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2712" name="Gruppieren 2711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2714" name="Gruppieren 271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2716" name="Rechteck 271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17" name="Rechteck 271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8" name="Ellipse 271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9" name="Ellipse 271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0" name="Textfeld 271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21" name="Textfeld 272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22" name="Ellipse 272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3" name="Ellipse 272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4" name="Ellipse 27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5" name="Ellipse 27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6" name="Textfeld 27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7" name="Textfeld 27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8" name="Ellipse 27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29" name="Ellipse 27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0" name="Textfeld 272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1" name="Textfeld 273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2" name="Rechteck 27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3" name="Rechteck 27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4" name="Rechteck 27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5" name="Rechteck 27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6" name="Rechteck 27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7" name="Rechteck 27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8" name="Rechteck 27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9" name="Rechteck 27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2713" name="Textfeld 271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2673" name="Gruppieren 2672"/>
              <p:cNvGrpSpPr/>
              <p:nvPr/>
            </p:nvGrpSpPr>
            <p:grpSpPr>
              <a:xfrm>
                <a:off x="5104417" y="1276147"/>
                <a:ext cx="324950" cy="1655156"/>
                <a:chOff x="1694292" y="1138922"/>
                <a:chExt cx="324950" cy="1655156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702262" y="1138922"/>
                  <a:ext cx="316980" cy="1490291"/>
                  <a:chOff x="1702262" y="1138922"/>
                  <a:chExt cx="316980" cy="1490291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Textfeld 2710"/>
                  <p:cNvSpPr txBox="1"/>
                  <p:nvPr/>
                </p:nvSpPr>
                <p:spPr>
                  <a:xfrm>
                    <a:off x="1734216" y="1138922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674" name="Rechteck 2673"/>
              <p:cNvSpPr/>
              <p:nvPr/>
            </p:nvSpPr>
            <p:spPr>
              <a:xfrm>
                <a:off x="3839234" y="1359694"/>
                <a:ext cx="262210" cy="137559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675" name="Textfeld 2674"/>
              <p:cNvSpPr txBox="1"/>
              <p:nvPr/>
            </p:nvSpPr>
            <p:spPr>
              <a:xfrm>
                <a:off x="2585049" y="2763149"/>
                <a:ext cx="244713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BC5</a:t>
                </a:r>
              </a:p>
            </p:txBody>
          </p:sp>
          <p:grpSp>
            <p:nvGrpSpPr>
              <p:cNvPr id="2676" name="Gruppieren 2675"/>
              <p:cNvGrpSpPr/>
              <p:nvPr/>
            </p:nvGrpSpPr>
            <p:grpSpPr>
              <a:xfrm>
                <a:off x="3476849" y="1278375"/>
                <a:ext cx="327049" cy="1652928"/>
                <a:chOff x="3479230" y="1278375"/>
                <a:chExt cx="327049" cy="1652928"/>
              </a:xfrm>
            </p:grpSpPr>
            <p:grpSp>
              <p:nvGrpSpPr>
                <p:cNvPr id="2677" name="Gruppieren 2676"/>
                <p:cNvGrpSpPr/>
                <p:nvPr/>
              </p:nvGrpSpPr>
              <p:grpSpPr>
                <a:xfrm>
                  <a:off x="3479230" y="1278375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681" name="Gruppieren 2680"/>
                  <p:cNvGrpSpPr/>
                  <p:nvPr/>
                </p:nvGrpSpPr>
                <p:grpSpPr>
                  <a:xfrm>
                    <a:off x="1692193" y="1141150"/>
                    <a:ext cx="327049" cy="1488063"/>
                    <a:chOff x="1692193" y="1141150"/>
                    <a:chExt cx="327049" cy="1488063"/>
                  </a:xfrm>
                </p:grpSpPr>
                <p:grpSp>
                  <p:nvGrpSpPr>
                    <p:cNvPr id="2683" name="Gruppieren 2682"/>
                    <p:cNvGrpSpPr/>
                    <p:nvPr/>
                  </p:nvGrpSpPr>
                  <p:grpSpPr>
                    <a:xfrm>
                      <a:off x="1692193" y="1191341"/>
                      <a:ext cx="327049" cy="1437872"/>
                      <a:chOff x="1692193" y="1191341"/>
                      <a:chExt cx="327049" cy="1437872"/>
                    </a:xfrm>
                  </p:grpSpPr>
                  <p:sp>
                    <p:nvSpPr>
                      <p:cNvPr id="2685" name="Rechteck 2684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86" name="Rechteck 2685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7" name="Ellipse 2686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8" name="Ellipse 2687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9" name="Textfeld 2688"/>
                      <p:cNvSpPr txBox="1"/>
                      <p:nvPr/>
                    </p:nvSpPr>
                    <p:spPr>
                      <a:xfrm>
                        <a:off x="1723488" y="1770599"/>
                        <a:ext cx="166687" cy="17731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ctr" anchorCtr="1">
                        <a:noAutofit/>
                      </a:bodyPr>
                      <a:lstStyle/>
                      <a:p>
                        <a:r>
                          <a:rPr lang="de-DE" sz="900" dirty="0"/>
                          <a:t>A1</a:t>
                        </a:r>
                        <a:endParaRPr lang="de-DE" sz="1400" dirty="0"/>
                      </a:p>
                    </p:txBody>
                  </p:sp>
                  <p:sp>
                    <p:nvSpPr>
                      <p:cNvPr id="2690" name="Ellipse 2689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1" name="Ellipse 2690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2" name="Textfeld 2691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3" name="Textfeld 2692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4" name="Ellipse 2693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5" name="Ellipse 2694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6" name="Textfeld 2695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7" name="Textfeld 2696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8" name="Ellipse 2697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99" name="Ellipse 2698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0" name="Rechteck 2699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1" name="Rechteck 2700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2" name="Rechteck 2701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3" name="Rechteck 2702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4" name="Rechteck 2703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5" name="Rechteck 2704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6" name="Rechteck 2705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7" name="Rechteck 2706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684" name="Textfeld 2683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p:txBody>
                </p:sp>
              </p:grp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EL5152</a:t>
                    </a:r>
                  </a:p>
                </p:txBody>
              </p:sp>
            </p:grpSp>
            <p:sp>
              <p:nvSpPr>
                <p:cNvPr id="2678" name="Textfeld 2677"/>
                <p:cNvSpPr txBox="1"/>
                <p:nvPr/>
              </p:nvSpPr>
              <p:spPr>
                <a:xfrm>
                  <a:off x="3639315" y="1908127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B1</a:t>
                  </a:r>
                  <a:endParaRPr lang="de-DE" sz="1400" dirty="0"/>
                </a:p>
              </p:txBody>
            </p:sp>
            <p:sp>
              <p:nvSpPr>
                <p:cNvPr id="2679" name="Textfeld 2678"/>
                <p:cNvSpPr txBox="1"/>
                <p:nvPr/>
              </p:nvSpPr>
              <p:spPr>
                <a:xfrm>
                  <a:off x="3509328" y="2601891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A2</a:t>
                  </a:r>
                  <a:endParaRPr lang="de-DE" sz="1400" dirty="0"/>
                </a:p>
              </p:txBody>
            </p:sp>
            <p:sp>
              <p:nvSpPr>
                <p:cNvPr id="2680" name="Textfeld 2679"/>
                <p:cNvSpPr txBox="1"/>
                <p:nvPr/>
              </p:nvSpPr>
              <p:spPr>
                <a:xfrm>
                  <a:off x="3636674" y="2600854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B2</a:t>
                  </a:r>
                  <a:endParaRPr lang="de-DE" sz="1400" dirty="0"/>
                </a:p>
              </p:txBody>
            </p:sp>
          </p:grpSp>
        </p:grpSp>
        <p:grpSp>
          <p:nvGrpSpPr>
            <p:cNvPr id="2" name="Gruppieren 1"/>
            <p:cNvGrpSpPr/>
            <p:nvPr/>
          </p:nvGrpSpPr>
          <p:grpSpPr>
            <a:xfrm>
              <a:off x="396407" y="940698"/>
              <a:ext cx="4806473" cy="1654905"/>
              <a:chOff x="396407" y="940698"/>
              <a:chExt cx="4806473" cy="1654905"/>
            </a:xfrm>
          </p:grpSpPr>
          <p:grpSp>
            <p:nvGrpSpPr>
              <p:cNvPr id="2875" name="Gruppieren 2874"/>
              <p:cNvGrpSpPr/>
              <p:nvPr/>
            </p:nvGrpSpPr>
            <p:grpSpPr>
              <a:xfrm>
                <a:off x="641198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391" name="Gruppieren 339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393" name="Gruppieren 339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6" name="Rechteck 339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7" name="Ellipse 339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8" name="Ellipse 339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9" name="Ellipse 33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0" name="Ellipse 33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1" name="Ellipse 34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2" name="Ellipse 34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3" name="Ellipse 340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4" name="Ellipse 340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5" name="Rechteck 340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6" name="Rechteck 340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7" name="Rechteck 340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8" name="Rechteck 340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9" name="Rechteck 340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0" name="Rechteck 340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1" name="Rechteck 341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2" name="Rechteck 341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392" name="Textfeld 33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2876" name="Rechteck 2875"/>
              <p:cNvSpPr/>
              <p:nvPr/>
            </p:nvSpPr>
            <p:spPr>
              <a:xfrm>
                <a:off x="401814" y="11053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7" name="Rechteck 2876"/>
              <p:cNvSpPr/>
              <p:nvPr/>
            </p:nvSpPr>
            <p:spPr>
              <a:xfrm>
                <a:off x="478590" y="12867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8" name="Rechteck 2877"/>
              <p:cNvSpPr/>
              <p:nvPr/>
            </p:nvSpPr>
            <p:spPr>
              <a:xfrm>
                <a:off x="435116" y="13294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9" name="Rechteck 2878"/>
              <p:cNvSpPr/>
              <p:nvPr/>
            </p:nvSpPr>
            <p:spPr>
              <a:xfrm>
                <a:off x="479260" y="18952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80" name="Rechteck 2879"/>
              <p:cNvSpPr/>
              <p:nvPr/>
            </p:nvSpPr>
            <p:spPr>
              <a:xfrm>
                <a:off x="435786" y="19379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881" name="Gruppieren 2880"/>
              <p:cNvGrpSpPr/>
              <p:nvPr/>
            </p:nvGrpSpPr>
            <p:grpSpPr>
              <a:xfrm>
                <a:off x="1291613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3" name="Gruppieren 33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65" name="Rechteck 3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66" name="Rechteck 3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7" name="Ellipse 3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8" name="Ellipse 3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9" name="Textfeld 33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0" name="Textfeld 33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71" name="Ellipse 33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2" name="Ellipse 33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Textfeld 337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4" name="Textfeld 337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5" name="Ellipse 337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Textfeld 337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Ellipse 337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Textfeld 338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3" name="Rechteck 33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4" name="Rechteck 33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Rechteck 33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Rechteck 33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7" name="Rechteck 33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2" name="Gruppieren 2881"/>
              <p:cNvGrpSpPr/>
              <p:nvPr/>
            </p:nvGrpSpPr>
            <p:grpSpPr>
              <a:xfrm>
                <a:off x="1615592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33" name="Gruppieren 33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35" name="Rechteck 33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36" name="Rechteck 33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7" name="Ellipse 33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8" name="Ellipse 33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9" name="Textfeld 33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40" name="Textfeld 33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41" name="Ellipse 33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2" name="Ellipse 33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3" name="Textfeld 33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4" name="Textfeld 33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5" name="Ellipse 33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6" name="Ellipse 33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7" name="Textfeld 33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8" name="Textfeld 33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9" name="Ellipse 33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0" name="Ellipse 33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1" name="Textfeld 33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52" name="Textfeld 33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53" name="Rechteck 33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4" name="Rechteck 33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5" name="Rechteck 33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6" name="Rechteck 33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7" name="Rechteck 33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8" name="Rechteck 33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9" name="Rechteck 33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0" name="Rechteck 33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3" name="Gruppieren 2882"/>
              <p:cNvGrpSpPr/>
              <p:nvPr/>
            </p:nvGrpSpPr>
            <p:grpSpPr>
              <a:xfrm>
                <a:off x="1939571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03" name="Gruppieren 33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05" name="Rechteck 33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06" name="Rechteck 33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7" name="Ellipse 33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8" name="Ellipse 33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9" name="Textfeld 33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10" name="Textfeld 33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11" name="Ellipse 33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2" name="Ellipse 33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3" name="Textfeld 33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4" name="Textfeld 33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5" name="Ellipse 33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6" name="Ellipse 33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7" name="Textfeld 33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8" name="Textfeld 33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9" name="Ellipse 33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0" name="Ellipse 33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1" name="Textfeld 33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22" name="Textfeld 33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23" name="Rechteck 33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4" name="Rechteck 33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5" name="Rechteck 33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6" name="Rechteck 33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7" name="Rechteck 33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8" name="Rechteck 33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9" name="Rechteck 33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0" name="Rechteck 33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4" name="Gruppieren 2883"/>
              <p:cNvGrpSpPr/>
              <p:nvPr/>
            </p:nvGrpSpPr>
            <p:grpSpPr>
              <a:xfrm>
                <a:off x="2921140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79" name="Gruppieren 327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81" name="Gruppieren 328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83" name="Rechteck 32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4" name="Rechteck 32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5" name="Ellipse 32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6" name="Ellipse 32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7" name="Ellipse 328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8" name="Ellipse 328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9" name="Ellipse 32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0" name="Ellipse 32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91" name="Ellipse 329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2" name="Ellipse 329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3" name="Rechteck 32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4" name="Rechteck 32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5" name="Rechteck 32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6" name="Rechteck 32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7" name="Rechteck 32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8" name="Rechteck 32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9" name="Rechteck 32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0" name="Rechteck 32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80" name="Textfeld 3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885" name="Gruppieren 2884"/>
              <p:cNvGrpSpPr/>
              <p:nvPr/>
            </p:nvGrpSpPr>
            <p:grpSpPr>
              <a:xfrm>
                <a:off x="3245966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89" name="Gruppieren 308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1" name="Gruppieren 309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3" name="Rechteck 309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5" name="Ellipse 309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7" name="Textfeld 309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090" name="Textfeld 308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6" name="Gruppieren 2885"/>
              <p:cNvGrpSpPr/>
              <p:nvPr/>
            </p:nvGrpSpPr>
            <p:grpSpPr>
              <a:xfrm>
                <a:off x="3569945" y="942675"/>
                <a:ext cx="417638" cy="1652928"/>
                <a:chOff x="1692193" y="1141150"/>
                <a:chExt cx="417638" cy="1652928"/>
              </a:xfrm>
            </p:grpSpPr>
            <p:grpSp>
              <p:nvGrpSpPr>
                <p:cNvPr id="3059" name="Gruppieren 3058"/>
                <p:cNvGrpSpPr/>
                <p:nvPr/>
              </p:nvGrpSpPr>
              <p:grpSpPr>
                <a:xfrm>
                  <a:off x="1692193" y="1141150"/>
                  <a:ext cx="417638" cy="1536639"/>
                  <a:chOff x="1692193" y="1141150"/>
                  <a:chExt cx="417638" cy="1536639"/>
                </a:xfrm>
              </p:grpSpPr>
              <p:grpSp>
                <p:nvGrpSpPr>
                  <p:cNvPr id="3061" name="Gruppieren 306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63" name="Rechteck 306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64" name="Rechteck 306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5" name="Ellipse 306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6" name="Ellipse 306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7" name="Textfeld 306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68" name="Textfeld 306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69" name="Ellipse 306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0" name="Ellipse 306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1" name="Textfeld 307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2" name="Textfeld 307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3" name="Ellipse 307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4" name="Ellipse 307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5" name="Textfeld 307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6" name="Textfeld 307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7" name="Ellipse 307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8" name="Ellipse 307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9" name="Textfeld 307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80" name="Textfeld 307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81" name="Rechteck 308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2" name="Rechteck 308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3" name="Rechteck 308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4" name="Rechteck 308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5" name="Rechteck 308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6" name="Rechteck 308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7" name="Rechteck 308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8" name="Rechteck 308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706289" y="1141150"/>
                    <a:ext cx="403542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060" name="Textfeld 305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7" name="Gruppieren 2886"/>
              <p:cNvGrpSpPr/>
              <p:nvPr/>
            </p:nvGrpSpPr>
            <p:grpSpPr>
              <a:xfrm>
                <a:off x="3893924" y="942675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029" name="Gruppieren 3028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031" name="Gruppieren 303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33" name="Rechteck 30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34" name="Rechteck 30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5" name="Ellipse 30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6" name="Ellipse 30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7" name="Textfeld 303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38" name="Textfeld 303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39" name="Ellipse 303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0" name="Ellipse 303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1" name="Textfeld 304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2" name="Textfeld 304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3" name="Ellipse 304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4" name="Ellipse 304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5" name="Textfeld 304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6" name="Textfeld 304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7" name="Ellipse 30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8" name="Ellipse 30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9" name="Textfeld 304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50" name="Textfeld 304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51" name="Rechteck 305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2" name="Rechteck 305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3" name="Rechteck 305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4" name="Rechteck 305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5" name="Rechteck 305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6" name="Rechteck 305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7" name="Rechteck 305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8" name="Rechteck 305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030" name="Textfeld 30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8" name="Gruppieren 2887"/>
              <p:cNvGrpSpPr/>
              <p:nvPr/>
            </p:nvGrpSpPr>
            <p:grpSpPr>
              <a:xfrm>
                <a:off x="4216760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99" name="Gruppieren 299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001" name="Gruppieren 30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03" name="Rechteck 30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04" name="Rechteck 30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5" name="Ellipse 30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6" name="Ellipse 30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7" name="Textfeld 30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08" name="Textfeld 30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09" name="Ellipse 30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0" name="Ellipse 30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1" name="Textfeld 30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2" name="Textfeld 30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3" name="Ellipse 30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4" name="Ellipse 30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5" name="Textfeld 30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6" name="Textfeld 30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7" name="Ellipse 30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8" name="Ellipse 30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9" name="Textfeld 30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20" name="Textfeld 30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21" name="Rechteck 30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2" name="Rechteck 30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3" name="Rechteck 30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4" name="Rechteck 30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5" name="Rechteck 30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6" name="Rechteck 30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7" name="Rechteck 30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8" name="Rechteck 30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000" name="Textfeld 29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889" name="Rechteck 2888"/>
              <p:cNvSpPr/>
              <p:nvPr/>
            </p:nvSpPr>
            <p:spPr>
              <a:xfrm>
                <a:off x="2629758" y="1021865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890" name="Rechteck 2889"/>
              <p:cNvSpPr/>
              <p:nvPr/>
            </p:nvSpPr>
            <p:spPr>
              <a:xfrm>
                <a:off x="2600190" y="992866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1" name="Textfeld 2890"/>
              <p:cNvSpPr txBox="1"/>
              <p:nvPr/>
            </p:nvSpPr>
            <p:spPr>
              <a:xfrm>
                <a:off x="2595066" y="2429830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2892" name="Gruppieren 2891"/>
              <p:cNvGrpSpPr/>
              <p:nvPr/>
            </p:nvGrpSpPr>
            <p:grpSpPr>
              <a:xfrm>
                <a:off x="4539431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69" name="Gruppieren 296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2971" name="Gruppieren 29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73" name="Rechteck 29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74" name="Rechteck 29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5" name="Ellipse 29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6" name="Ellipse 29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7" name="Textfeld 29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78" name="Textfeld 29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979" name="Ellipse 29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0" name="Ellipse 29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1" name="Textfeld 29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2" name="Textfeld 29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3" name="Ellipse 29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4" name="Ellipse 29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5" name="Textfeld 29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6" name="Textfeld 29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7" name="Ellipse 29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8" name="Ellipse 29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9" name="Textfeld 29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0" name="Textfeld 29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1" name="Rechteck 29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2" name="Rechteck 29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3" name="Rechteck 29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4" name="Rechteck 29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5" name="Rechteck 29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6" name="Rechteck 29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7" name="Rechteck 29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8" name="Rechteck 29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2970" name="Textfeld 29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2893" name="Gruppieren 2892"/>
              <p:cNvGrpSpPr/>
              <p:nvPr/>
            </p:nvGrpSpPr>
            <p:grpSpPr>
              <a:xfrm>
                <a:off x="4856443" y="957038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2965" name="Gruppieren 2964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2966" name="Textfeld 29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94" name="Textfeld 2893"/>
              <p:cNvSpPr txBox="1"/>
              <p:nvPr/>
            </p:nvSpPr>
            <p:spPr>
              <a:xfrm>
                <a:off x="396407" y="2426598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  <p:grpSp>
            <p:nvGrpSpPr>
              <p:cNvPr id="2895" name="Gruppieren 2894"/>
              <p:cNvGrpSpPr/>
              <p:nvPr/>
            </p:nvGrpSpPr>
            <p:grpSpPr>
              <a:xfrm>
                <a:off x="964688" y="942675"/>
                <a:ext cx="327049" cy="1652928"/>
                <a:chOff x="3131212" y="1103872"/>
                <a:chExt cx="327049" cy="1652928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3131212" y="1103872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936" name="Gruppieren 2935"/>
                  <p:cNvGrpSpPr/>
                  <p:nvPr/>
                </p:nvGrpSpPr>
                <p:grpSpPr>
                  <a:xfrm>
                    <a:off x="1692193" y="1141150"/>
                    <a:ext cx="327049" cy="1536639"/>
                    <a:chOff x="1692193" y="1141150"/>
                    <a:chExt cx="327049" cy="1536639"/>
                  </a:xfrm>
                </p:grpSpPr>
                <p:grpSp>
                  <p:nvGrpSpPr>
                    <p:cNvPr id="2938" name="Gruppieren 2937"/>
                    <p:cNvGrpSpPr/>
                    <p:nvPr/>
                  </p:nvGrpSpPr>
                  <p:grpSpPr>
                    <a:xfrm>
                      <a:off x="1692193" y="1191341"/>
                      <a:ext cx="327049" cy="1486448"/>
                      <a:chOff x="1692193" y="1191341"/>
                      <a:chExt cx="327049" cy="1486448"/>
                    </a:xfrm>
                  </p:grpSpPr>
                  <p:sp>
                    <p:nvSpPr>
                      <p:cNvPr id="2940" name="Rechteck 2939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1" name="Rechteck 2940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2" name="Ellipse 2941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3" name="Ellipse 2942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4" name="Textfeld 2943"/>
                      <p:cNvSpPr txBox="1"/>
                      <p:nvPr/>
                    </p:nvSpPr>
                    <p:spPr>
                      <a:xfrm>
                        <a:off x="1692724" y="173523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1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5" name="Ellipse 2944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6" name="Ellipse 2945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7" name="Textfeld 2946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8" name="Textfeld 2947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9" name="Ellipse 2948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0" name="Ellipse 2949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1" name="Textfeld 2950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2" name="Textfeld 2951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3" name="Ellipse 2952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4" name="Ellipse 2953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5" name="Textfeld 2954"/>
                      <p:cNvSpPr txBox="1"/>
                      <p:nvPr/>
                    </p:nvSpPr>
                    <p:spPr>
                      <a:xfrm>
                        <a:off x="1696060" y="2423873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3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6" name="Textfeld 2955"/>
                      <p:cNvSpPr txBox="1"/>
                      <p:nvPr/>
                    </p:nvSpPr>
                    <p:spPr>
                      <a:xfrm>
                        <a:off x="1822588" y="2419772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4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7" name="Rechteck 2956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8" name="Rechteck 2957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9" name="Rechteck 2958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0" name="Rechteck 2959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1" name="Rechteck 2960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2" name="Rechteck 2961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3" name="Rechteck 2962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4" name="Rechteck 2963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939" name="Textfeld 2938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p:txBody>
                </p:sp>
              </p:grp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BK1004</a:t>
                    </a:r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3259611" y="1698586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</p:grpSp>
          <p:grpSp>
            <p:nvGrpSpPr>
              <p:cNvPr id="3113" name="Gruppieren 3112"/>
              <p:cNvGrpSpPr/>
              <p:nvPr/>
            </p:nvGrpSpPr>
            <p:grpSpPr>
              <a:xfrm>
                <a:off x="2262428" y="940698"/>
                <a:ext cx="327049" cy="1651404"/>
                <a:chOff x="1692193" y="1141150"/>
                <a:chExt cx="327049" cy="1652928"/>
              </a:xfrm>
            </p:grpSpPr>
            <p:grpSp>
              <p:nvGrpSpPr>
                <p:cNvPr id="3114" name="Gruppieren 311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16" name="Gruppieren 311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18" name="Rechteck 311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19" name="Rechteck 311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0" name="Ellipse 311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1" name="Ellipse 312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2" name="Textfeld 312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23" name="Textfeld 312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24" name="Ellipse 312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5" name="Ellipse 312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6" name="Textfeld 312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7" name="Textfeld 312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8" name="Ellipse 31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9" name="Ellipse 31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0" name="Textfeld 312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1" name="Textfeld 313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2" name="Ellipse 313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3" name="Ellipse 313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4" name="Textfeld 313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35" name="Textfeld 313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36" name="Rechteck 313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7" name="Rechteck 313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8" name="Rechteck 313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9" name="Rechteck 313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0" name="Rechteck 313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1" name="Rechteck 314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2" name="Rechteck 314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3" name="Rechteck 314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17" name="Textfeld 3116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115" name="Textfeld 311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  <p:grpSp>
          <p:nvGrpSpPr>
            <p:cNvPr id="3144" name="Gruppieren 3143"/>
            <p:cNvGrpSpPr/>
            <p:nvPr/>
          </p:nvGrpSpPr>
          <p:grpSpPr>
            <a:xfrm>
              <a:off x="385920" y="4873562"/>
              <a:ext cx="3493712" cy="1654198"/>
              <a:chOff x="2261157" y="1277106"/>
              <a:chExt cx="3493712" cy="1654198"/>
            </a:xfrm>
          </p:grpSpPr>
          <p:grpSp>
            <p:nvGrpSpPr>
              <p:cNvPr id="3145" name="Gruppieren 3144"/>
              <p:cNvGrpSpPr/>
              <p:nvPr/>
            </p:nvGrpSpPr>
            <p:grpSpPr>
              <a:xfrm>
                <a:off x="250496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538" name="Gruppieren 353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540" name="Gruppieren 353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542" name="Rechteck 35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3" name="Rechteck 35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4" name="Ellipse 35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5" name="Ellipse 35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6" name="Ellipse 35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7" name="Ellipse 35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8" name="Ellipse 35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9" name="Ellipse 35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0" name="Ellipse 354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1" name="Ellipse 355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2" name="Rechteck 355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3" name="Rechteck 355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4" name="Rechteck 355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5" name="Rechteck 355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6" name="Rechteck 355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7" name="Rechteck 355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8" name="Rechteck 355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9" name="Rechteck 355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539" name="Textfeld 35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3146" name="Rechteck 3145"/>
              <p:cNvSpPr/>
              <p:nvPr/>
            </p:nvSpPr>
            <p:spPr>
              <a:xfrm>
                <a:off x="226558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7" name="Rechteck 3146"/>
              <p:cNvSpPr/>
              <p:nvPr/>
            </p:nvSpPr>
            <p:spPr>
              <a:xfrm>
                <a:off x="234235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8" name="Rechteck 3147"/>
              <p:cNvSpPr/>
              <p:nvPr/>
            </p:nvSpPr>
            <p:spPr>
              <a:xfrm>
                <a:off x="229888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9" name="Rechteck 3148"/>
              <p:cNvSpPr/>
              <p:nvPr/>
            </p:nvSpPr>
            <p:spPr>
              <a:xfrm>
                <a:off x="234302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50" name="Rechteck 3149"/>
              <p:cNvSpPr/>
              <p:nvPr/>
            </p:nvSpPr>
            <p:spPr>
              <a:xfrm>
                <a:off x="229955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51" name="Gruppieren 3150"/>
              <p:cNvGrpSpPr/>
              <p:nvPr/>
            </p:nvGrpSpPr>
            <p:grpSpPr>
              <a:xfrm>
                <a:off x="28284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508" name="Gruppieren 35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510" name="Gruppieren 35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512" name="Rechteck 35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3" name="Rechteck 35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4" name="Ellipse 35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5" name="Ellipse 35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6" name="Textfeld 35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517" name="Textfeld 351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518" name="Ellipse 351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9" name="Ellipse 351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0" name="Textfeld 351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521" name="Textfeld 352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22" name="Ellipse 352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3" name="Ellipse 352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4" name="Textfeld 352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525" name="Textfeld 352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526" name="Ellipse 352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7" name="Ellipse 352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8" name="Textfeld 352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529" name="Textfeld 352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530" name="Rechteck 35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1" name="Rechteck 35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2" name="Rechteck 35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3" name="Rechteck 35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4" name="Rechteck 35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5" name="Rechteck 35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6" name="Rechteck 35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7" name="Rechteck 35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509" name="Textfeld 35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3152" name="Gruppieren 3151"/>
              <p:cNvGrpSpPr/>
              <p:nvPr/>
            </p:nvGrpSpPr>
            <p:grpSpPr>
              <a:xfrm>
                <a:off x="315538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78" name="Gruppieren 347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80" name="Gruppieren 347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82" name="Rechteck 348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3" name="Rechteck 348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Ellipse 348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5" name="Ellipse 348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6" name="Textfeld 348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87" name="Textfeld 348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88" name="Ellipse 34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Ellipse 34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Textfeld 34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1" name="Textfeld 34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2" name="Ellipse 34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Ellipse 34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Textfeld 34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5" name="Textfeld 34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6" name="Ellipse 34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97" name="Ellipse 34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8" name="Textfeld 34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99" name="Textfeld 34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00" name="Rechteck 34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1" name="Rechteck 35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2" name="Rechteck 35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3" name="Rechteck 35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4" name="Rechteck 35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5" name="Rechteck 35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6" name="Rechteck 35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7" name="Rechteck 35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9" name="Textfeld 347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3153" name="Gruppieren 3152"/>
              <p:cNvGrpSpPr/>
              <p:nvPr/>
            </p:nvGrpSpPr>
            <p:grpSpPr>
              <a:xfrm>
                <a:off x="347935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48" name="Gruppieren 344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50" name="Gruppieren 344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52" name="Rechteck 34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53" name="Rechteck 34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4" name="Ellipse 34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5" name="Ellipse 34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6" name="Textfeld 345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57" name="Textfeld 345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58" name="Ellipse 345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9" name="Ellipse 345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0" name="Textfeld 345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61" name="Textfeld 346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62" name="Ellipse 34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3" name="Ellipse 34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4" name="Textfeld 346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5" name="Textfeld 346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6" name="Ellipse 346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7" name="Ellipse 346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8" name="Textfeld 346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69" name="Textfeld 346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70" name="Rechteck 3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1" name="Rechteck 3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2" name="Rechteck 3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Rechteck 3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Rechteck 3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Rechteck 3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449" name="Textfeld 34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3154" name="Gruppieren 3153"/>
              <p:cNvGrpSpPr/>
              <p:nvPr/>
            </p:nvGrpSpPr>
            <p:grpSpPr>
              <a:xfrm>
                <a:off x="412718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18" name="Gruppieren 341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20" name="Gruppieren 341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22" name="Rechteck 34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23" name="Rechteck 34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4" name="Ellipse 34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5" name="Ellipse 34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6" name="Textfeld 342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27" name="Textfeld 342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428" name="Ellipse 342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9" name="Ellipse 342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0" name="Textfeld 342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31" name="Textfeld 343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432" name="Ellipse 34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3" name="Ellipse 34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4" name="Textfeld 34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35" name="Textfeld 34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436" name="Ellipse 34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7" name="Ellipse 34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8" name="Textfeld 34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439" name="Textfeld 34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440" name="Rechteck 34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1" name="Rechteck 34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2" name="Rechteck 34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3" name="Rechteck 34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4" name="Rechteck 34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5" name="Rechteck 34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6" name="Rechteck 34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7" name="Rechteck 34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419" name="Textfeld 341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3155" name="Gruppieren 3154"/>
              <p:cNvGrpSpPr/>
              <p:nvPr/>
            </p:nvGrpSpPr>
            <p:grpSpPr>
              <a:xfrm>
                <a:off x="4453280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56" name="Gruppieren 32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58" name="Gruppieren 32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1" name="Rechteck 32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2" name="Ellipse 32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3" name="Ellipse 32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4" name="Ellipse 32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5" name="Ellipse 32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Ellipse 32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Ellipse 32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0" name="Rechteck 32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1" name="Rechteck 32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Rechteck 32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3" name="Rechteck 34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4" name="Rechteck 34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5" name="Rechteck 34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6" name="Rechteck 34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7" name="Rechteck 34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59" name="Textfeld 32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257" name="Textfeld 32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56" name="Gruppieren 3155"/>
              <p:cNvGrpSpPr/>
              <p:nvPr/>
            </p:nvGrpSpPr>
            <p:grpSpPr>
              <a:xfrm>
                <a:off x="47781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26" name="Gruppieren 32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28" name="Gruppieren 32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1" name="Rechteck 32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2" name="Ellipse 32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3" name="Ellipse 32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4" name="Textfeld 32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35" name="Textfeld 32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36" name="Ellipse 32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Textfeld 32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40" name="Ellipse 32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Textfeld 32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244" name="Ellipse 32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Textfeld 32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248" name="Rechteck 32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9" name="Rechteck 32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Rechteck 32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Rechteck 32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2" name="Rechteck 32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3227" name="Textfeld 32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3157" name="Gruppieren 3156"/>
              <p:cNvGrpSpPr/>
              <p:nvPr/>
            </p:nvGrpSpPr>
            <p:grpSpPr>
              <a:xfrm>
                <a:off x="510231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96" name="Gruppieren 31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98" name="Gruppieren 31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1" name="Rechteck 32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2" name="Ellipse 32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3" name="Ellipse 32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4" name="Textfeld 32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05" name="Textfeld 32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06" name="Ellipse 32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Textfeld 32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0" name="Ellipse 32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Textfeld 32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Ellipse 32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Textfeld 32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18" name="Rechteck 32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9" name="Rechteck 32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Rechteck 32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Rechteck 32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2" name="Rechteck 32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197" name="Textfeld 31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3158" name="Rechteck 3157"/>
              <p:cNvSpPr/>
              <p:nvPr/>
            </p:nvSpPr>
            <p:spPr>
              <a:xfrm>
                <a:off x="4158557" y="1357566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3159" name="Gruppieren 3158"/>
              <p:cNvGrpSpPr/>
              <p:nvPr/>
            </p:nvGrpSpPr>
            <p:grpSpPr>
              <a:xfrm>
                <a:off x="5429919" y="1278159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192" name="Gruppieren 319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193" name="Textfeld 31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60" name="Textfeld 3159"/>
              <p:cNvSpPr txBox="1"/>
              <p:nvPr/>
            </p:nvSpPr>
            <p:spPr>
              <a:xfrm>
                <a:off x="2261157" y="2761421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BC8</a:t>
                </a:r>
              </a:p>
            </p:txBody>
          </p:sp>
          <p:grpSp>
            <p:nvGrpSpPr>
              <p:cNvPr id="3161" name="Gruppieren 3160"/>
              <p:cNvGrpSpPr/>
              <p:nvPr/>
            </p:nvGrpSpPr>
            <p:grpSpPr>
              <a:xfrm>
                <a:off x="3803505" y="127710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62" name="Gruppieren 316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64" name="Gruppieren 316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Ellipse 316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Ellipse 316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Textfeld 316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71" name="Textfeld 317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72" name="Ellipse 317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3" name="Ellipse 317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4" name="Textfeld 317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5" name="Textfeld 317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6" name="Ellipse 31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Textfeld 317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80" name="Ellipse 317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Textfeld 318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84" name="Rechteck 31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5" name="Rechteck 31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Rechteck 31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Rechteck 31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8" name="Rechteck 31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9" name="Rechteck 31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Rechteck 31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Rechteck 31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163" name="Textfeld 316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0230606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9" name="Inhaltsplatzhalter 2708"/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t="191" r="51173" b="-1"/>
          <a:stretch/>
        </p:blipFill>
        <p:spPr>
          <a:xfrm>
            <a:off x="1568135" y="1863306"/>
            <a:ext cx="4185683" cy="3802722"/>
          </a:xfrm>
          <a:prstGeom prst="rect">
            <a:avLst/>
          </a:prstGeom>
        </p:spPr>
      </p:pic>
      <p:sp>
        <p:nvSpPr>
          <p:cNvPr id="2707" name="Titel 2706"/>
          <p:cNvSpPr>
            <a:spLocks noGrp="1"/>
          </p:cNvSpPr>
          <p:nvPr>
            <p:ph type="title"/>
          </p:nvPr>
        </p:nvSpPr>
        <p:spPr>
          <a:xfrm>
            <a:off x="946883" y="132214"/>
            <a:ext cx="12420184" cy="514768"/>
          </a:xfrm>
        </p:spPr>
        <p:txBody>
          <a:bodyPr>
            <a:normAutofit/>
          </a:bodyPr>
          <a:lstStyle/>
          <a:p>
            <a:r>
              <a:rPr lang="de-DE" sz="2800" dirty="0" smtClean="0"/>
              <a:t>Error Details (LED Light </a:t>
            </a:r>
            <a:r>
              <a:rPr lang="de-DE" sz="2800" dirty="0" err="1" smtClean="0"/>
              <a:t>meaning</a:t>
            </a:r>
            <a:r>
              <a:rPr lang="de-DE" sz="2800" dirty="0" smtClean="0"/>
              <a:t>) </a:t>
            </a:r>
            <a:r>
              <a:rPr lang="de-DE" sz="2800" dirty="0" err="1" smtClean="0"/>
              <a:t>for</a:t>
            </a:r>
            <a:r>
              <a:rPr lang="de-DE" sz="2800" dirty="0" smtClean="0"/>
              <a:t> </a:t>
            </a:r>
            <a:r>
              <a:rPr lang="de-DE" sz="2800" dirty="0" err="1" smtClean="0"/>
              <a:t>the</a:t>
            </a:r>
            <a:r>
              <a:rPr lang="de-DE" sz="2800" dirty="0" smtClean="0"/>
              <a:t> Bus </a:t>
            </a:r>
            <a:r>
              <a:rPr lang="de-DE" sz="2800" dirty="0" err="1" smtClean="0"/>
              <a:t>Coupler</a:t>
            </a:r>
            <a:endParaRPr lang="de-DE" sz="2800" dirty="0"/>
          </a:p>
        </p:txBody>
      </p:sp>
      <p:sp>
        <p:nvSpPr>
          <p:cNvPr id="2711" name="Textfeld 2710"/>
          <p:cNvSpPr txBox="1"/>
          <p:nvPr/>
        </p:nvSpPr>
        <p:spPr>
          <a:xfrm>
            <a:off x="3114136" y="1354347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EK 1100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8605583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0648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</a:t>
            </a:r>
            <a:r>
              <a:rPr lang="de-DE" sz="3200" dirty="0" smtClean="0"/>
              <a:t>Terminals</a:t>
            </a:r>
            <a:endParaRPr lang="de-DE" sz="3200" dirty="0"/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57234" y="2891103"/>
            <a:ext cx="3781425" cy="35528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32505" y="2891102"/>
            <a:ext cx="3790950" cy="35528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490128" y="194957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1004</a:t>
            </a:r>
            <a:endParaRPr lang="de-DE" dirty="0"/>
          </a:p>
        </p:txBody>
      </p:sp>
      <p:sp>
        <p:nvSpPr>
          <p:cNvPr id="7" name="Textfeld 6"/>
          <p:cNvSpPr txBox="1"/>
          <p:nvPr/>
        </p:nvSpPr>
        <p:spPr>
          <a:xfrm>
            <a:off x="9770162" y="194957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1008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21624964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66527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 smtClean="0"/>
              <a:t>EtherCAT</a:t>
            </a:r>
            <a:r>
              <a:rPr lang="de-DE" sz="3200" dirty="0" smtClean="0"/>
              <a:t> Terminals</a:t>
            </a:r>
            <a:endParaRPr lang="de-DE" sz="3200" dirty="0"/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00175" y="2674996"/>
            <a:ext cx="3619500" cy="35147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6354" y="2646422"/>
            <a:ext cx="3676650" cy="357187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352107" y="16531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2004</a:t>
            </a:r>
            <a:endParaRPr lang="de-DE" dirty="0"/>
          </a:p>
        </p:txBody>
      </p:sp>
      <p:sp>
        <p:nvSpPr>
          <p:cNvPr id="7" name="Textfeld 6"/>
          <p:cNvSpPr txBox="1"/>
          <p:nvPr/>
        </p:nvSpPr>
        <p:spPr>
          <a:xfrm>
            <a:off x="9476861" y="16531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2008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43742158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7" name="Grafik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78204" y="2492854"/>
            <a:ext cx="4495800" cy="3752850"/>
          </a:xfrm>
          <a:prstGeom prst="rect">
            <a:avLst/>
          </a:prstGeom>
        </p:spPr>
      </p:pic>
      <p:pic>
        <p:nvPicPr>
          <p:cNvPr id="8" name="Grafik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88309" y="2507141"/>
            <a:ext cx="4505325" cy="3724275"/>
          </a:xfrm>
          <a:prstGeom prst="rect">
            <a:avLst/>
          </a:prstGeom>
        </p:spPr>
      </p:pic>
      <p:sp>
        <p:nvSpPr>
          <p:cNvPr id="9" name="Textfeld 8"/>
          <p:cNvSpPr txBox="1"/>
          <p:nvPr/>
        </p:nvSpPr>
        <p:spPr>
          <a:xfrm>
            <a:off x="3168286" y="1828801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3054</a:t>
            </a:r>
            <a:endParaRPr lang="de-DE" dirty="0"/>
          </a:p>
        </p:txBody>
      </p:sp>
      <p:sp>
        <p:nvSpPr>
          <p:cNvPr id="10" name="Textfeld 9"/>
          <p:cNvSpPr txBox="1"/>
          <p:nvPr/>
        </p:nvSpPr>
        <p:spPr>
          <a:xfrm>
            <a:off x="9980763" y="1828801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3058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00738867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32021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5019" y="2458348"/>
            <a:ext cx="4467225" cy="375285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55048" y="2477398"/>
            <a:ext cx="4467225" cy="37147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550813" y="1682151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3062</a:t>
            </a:r>
            <a:endParaRPr lang="de-DE" dirty="0"/>
          </a:p>
        </p:txBody>
      </p:sp>
      <p:sp>
        <p:nvSpPr>
          <p:cNvPr id="7" name="Textfeld 6"/>
          <p:cNvSpPr txBox="1"/>
          <p:nvPr/>
        </p:nvSpPr>
        <p:spPr>
          <a:xfrm>
            <a:off x="9830842" y="1682151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3064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082516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480263"/>
          </a:xfrm>
        </p:spPr>
        <p:txBody>
          <a:bodyPr>
            <a:normAutofit fontScale="90000"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54203" y="2662776"/>
            <a:ext cx="3629025" cy="35337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08752" y="2672300"/>
            <a:ext cx="3752850" cy="35147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610897" y="1778645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3162</a:t>
            </a:r>
            <a:endParaRPr lang="de-DE" dirty="0"/>
          </a:p>
        </p:txBody>
      </p:sp>
      <p:sp>
        <p:nvSpPr>
          <p:cNvPr id="7" name="Textfeld 6"/>
          <p:cNvSpPr txBox="1"/>
          <p:nvPr/>
        </p:nvSpPr>
        <p:spPr>
          <a:xfrm>
            <a:off x="10227359" y="1778645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3164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61284602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9358" y="2339549"/>
            <a:ext cx="4819650" cy="3724275"/>
          </a:xfrm>
          <a:prstGeom prst="rect">
            <a:avLst/>
          </a:prstGeom>
        </p:spPr>
      </p:pic>
      <p:sp>
        <p:nvSpPr>
          <p:cNvPr id="5" name="Textfeld 4"/>
          <p:cNvSpPr txBox="1"/>
          <p:nvPr/>
        </p:nvSpPr>
        <p:spPr>
          <a:xfrm>
            <a:off x="3511365" y="148374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1808</a:t>
            </a:r>
            <a:endParaRPr lang="de-DE" dirty="0"/>
          </a:p>
        </p:txBody>
      </p:sp>
      <p:pic>
        <p:nvPicPr>
          <p:cNvPr id="6" name="Grafik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8484" y="2420511"/>
            <a:ext cx="3609975" cy="3562350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9735653" y="148374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4102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94792672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618285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8056" y="2500582"/>
            <a:ext cx="3810000" cy="377190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13799" y="2624407"/>
            <a:ext cx="3838575" cy="35242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395238" y="155733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5152</a:t>
            </a:r>
            <a:endParaRPr lang="de-DE" dirty="0"/>
          </a:p>
        </p:txBody>
      </p:sp>
      <p:sp>
        <p:nvSpPr>
          <p:cNvPr id="7" name="Textfeld 6"/>
          <p:cNvSpPr txBox="1"/>
          <p:nvPr/>
        </p:nvSpPr>
        <p:spPr>
          <a:xfrm>
            <a:off x="9675268" y="155733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6224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9710004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730429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2038" y="2725677"/>
            <a:ext cx="1847850" cy="31146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65013" y="2706626"/>
            <a:ext cx="838200" cy="3152775"/>
          </a:xfrm>
          <a:prstGeom prst="rect">
            <a:avLst/>
          </a:prstGeom>
        </p:spPr>
      </p:pic>
      <p:pic>
        <p:nvPicPr>
          <p:cNvPr id="6" name="Grafik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8906" y="2801875"/>
            <a:ext cx="3067050" cy="2962275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2058145" y="172595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9080</a:t>
            </a:r>
            <a:endParaRPr lang="de-DE" dirty="0"/>
          </a:p>
        </p:txBody>
      </p:sp>
      <p:sp>
        <p:nvSpPr>
          <p:cNvPr id="8" name="Textfeld 7"/>
          <p:cNvSpPr txBox="1"/>
          <p:nvPr/>
        </p:nvSpPr>
        <p:spPr>
          <a:xfrm>
            <a:off x="6065013" y="172595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9011</a:t>
            </a:r>
            <a:endParaRPr lang="de-DE" dirty="0"/>
          </a:p>
        </p:txBody>
      </p:sp>
      <p:sp>
        <p:nvSpPr>
          <p:cNvPr id="9" name="Textfeld 8"/>
          <p:cNvSpPr txBox="1"/>
          <p:nvPr/>
        </p:nvSpPr>
        <p:spPr>
          <a:xfrm>
            <a:off x="10244613" y="1725950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smtClean="0"/>
              <a:t>EL 9100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0437679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8937</Words>
  <Application>Microsoft Office PowerPoint</Application>
  <PresentationFormat>Benutzerdefiniert</PresentationFormat>
  <Paragraphs>8549</Paragraphs>
  <Slides>37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37</vt:i4>
      </vt:variant>
    </vt:vector>
  </HeadingPairs>
  <TitlesOfParts>
    <vt:vector size="41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Error Details (LED Light meaning) for the Bus Coupler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Windows-Benutzer</cp:lastModifiedBy>
  <cp:revision>165</cp:revision>
  <dcterms:created xsi:type="dcterms:W3CDTF">2016-10-05T09:59:32Z</dcterms:created>
  <dcterms:modified xsi:type="dcterms:W3CDTF">2018-11-12T12:19:22Z</dcterms:modified>
</cp:coreProperties>
</file>