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29"/>
  </p:notesMasterIdLst>
  <p:sldIdLst>
    <p:sldId id="257" r:id="rId2"/>
    <p:sldId id="258" r:id="rId3"/>
    <p:sldId id="256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9" r:id="rId12"/>
    <p:sldId id="270" r:id="rId13"/>
    <p:sldId id="271" r:id="rId14"/>
    <p:sldId id="272" r:id="rId15"/>
    <p:sldId id="273" r:id="rId16"/>
    <p:sldId id="274" r:id="rId17"/>
    <p:sldId id="275" r:id="rId18"/>
    <p:sldId id="276" r:id="rId19"/>
    <p:sldId id="277" r:id="rId20"/>
    <p:sldId id="279" r:id="rId21"/>
    <p:sldId id="278" r:id="rId22"/>
    <p:sldId id="280" r:id="rId23"/>
    <p:sldId id="281" r:id="rId24"/>
    <p:sldId id="282" r:id="rId25"/>
    <p:sldId id="283" r:id="rId26"/>
    <p:sldId id="284" r:id="rId27"/>
    <p:sldId id="268" r:id="rId28"/>
  </p:sldIdLst>
  <p:sldSz cx="14400213" cy="6858000"/>
  <p:notesSz cx="6858000" cy="9144000"/>
  <p:defaultTextStyle>
    <a:defPPr>
      <a:defRPr lang="de-D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5B9BD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ittlere Formatvorlage 2 - Akz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Mittlere Formatvorlag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D7AC3CCA-C797-4891-BE02-D94E43425B78}" styleName="Mittlere Formatvorlage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 w="12700" cmpd="sng">
              <a:solidFill>
                <a:schemeClr val="dk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dk1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8508" autoAdjust="0"/>
    <p:restoredTop sz="96259" autoAdjust="0"/>
  </p:normalViewPr>
  <p:slideViewPr>
    <p:cSldViewPr snapToGrid="0">
      <p:cViewPr>
        <p:scale>
          <a:sx n="150" d="100"/>
          <a:sy n="150" d="100"/>
        </p:scale>
        <p:origin x="108" y="-6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2616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presProps" Target="presProps.xml"/><Relationship Id="rId8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umsplatzhalt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A1609E8-B339-4EE2-84D4-C673B88A57E3}" type="datetimeFigureOut">
              <a:rPr lang="en-US" smtClean="0"/>
              <a:t>4/10/2017</a:t>
            </a:fld>
            <a:endParaRPr lang="en-US"/>
          </a:p>
        </p:txBody>
      </p:sp>
      <p:sp>
        <p:nvSpPr>
          <p:cNvPr id="4" name="Folienbildplatzhalter 3"/>
          <p:cNvSpPr>
            <a:spLocks noGrp="1" noRot="1" noChangeAspect="1"/>
          </p:cNvSpPr>
          <p:nvPr>
            <p:ph type="sldImg" idx="2"/>
          </p:nvPr>
        </p:nvSpPr>
        <p:spPr>
          <a:xfrm>
            <a:off x="190500" y="1143000"/>
            <a:ext cx="64770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izenplatzhalt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A2D65D2-7D08-40EA-BC5E-24D9F5B257BA}" type="slidenum">
              <a:rPr lang="en-US" smtClean="0"/>
              <a:t>‹Nr.›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550498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>
          <a:xfrm>
            <a:off x="190500" y="1143000"/>
            <a:ext cx="6477000" cy="3086100"/>
          </a:xfrm>
        </p:spPr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A2D65D2-7D08-40EA-BC5E-24D9F5B257BA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603553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A2D65D2-7D08-40EA-BC5E-24D9F5B257BA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737103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800027" y="1122363"/>
            <a:ext cx="1080016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00027" y="3602038"/>
            <a:ext cx="1080016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e-DE" smtClean="0"/>
              <a:t>Formatvorlage des Untertitelmasters durch Klicken bearbeiten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10.04.2017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93242491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10.04.2017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3730376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-&#10;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82514" y="1709739"/>
            <a:ext cx="12420184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82514" y="4589464"/>
            <a:ext cx="12420184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 smtClean="0"/>
              <a:t>Formatvorlagen des Textmasters bearbeiten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10.04.2017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70636816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990014" y="1825625"/>
            <a:ext cx="6120091" cy="4351338"/>
          </a:xfrm>
        </p:spPr>
        <p:txBody>
          <a:bodyPr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290108" y="1825625"/>
            <a:ext cx="6120091" cy="4351338"/>
          </a:xfrm>
        </p:spPr>
        <p:txBody>
          <a:bodyPr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10.04.2017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32155786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91890" y="365126"/>
            <a:ext cx="12420184" cy="1325563"/>
          </a:xfrm>
        </p:spPr>
        <p:txBody>
          <a:bodyPr/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91891" y="1681163"/>
            <a:ext cx="609196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 smtClean="0"/>
              <a:t>Formatvorlagen des Textmasters bearbeiten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991891" y="2505075"/>
            <a:ext cx="6091965" cy="3684588"/>
          </a:xfrm>
        </p:spPr>
        <p:txBody>
          <a:bodyPr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290108" y="1681163"/>
            <a:ext cx="6121966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 smtClean="0"/>
              <a:t>Formatvorlagen des Textmasters bearbeiten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290108" y="2505075"/>
            <a:ext cx="6121966" cy="3684588"/>
          </a:xfrm>
        </p:spPr>
        <p:txBody>
          <a:bodyPr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10.04.2017</a:t>
            </a:fld>
            <a:endParaRPr lang="de-DE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72770151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10.04.2017</a:t>
            </a:fld>
            <a:endParaRPr lang="de-DE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6122056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10.04.2017</a:t>
            </a:fld>
            <a:endParaRPr lang="de-DE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5289700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91891" y="457200"/>
            <a:ext cx="46444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121966" y="987426"/>
            <a:ext cx="7290108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91891" y="2057400"/>
            <a:ext cx="46444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 smtClean="0"/>
              <a:t>Formatvorlagen des Textmasters bearbeiten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10.04.2017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96010945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91891" y="457200"/>
            <a:ext cx="46444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6121966" y="987426"/>
            <a:ext cx="7290108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de-DE" smtClean="0"/>
              <a:t>Bild durch Klicken auf Symbol hinzufügen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91891" y="2057400"/>
            <a:ext cx="46444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 smtClean="0"/>
              <a:t>Formatvorlagen des Textmasters bearbeiten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10.04.2017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24263641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10.04.2017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65606552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0305152" y="365125"/>
            <a:ext cx="3105046" cy="5811838"/>
          </a:xfrm>
        </p:spPr>
        <p:txBody>
          <a:bodyPr vert="eaVert"/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990015" y="365125"/>
            <a:ext cx="9135135" cy="5811838"/>
          </a:xfrm>
        </p:spPr>
        <p:txBody>
          <a:bodyPr vert="eaVert"/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10.04.2017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78333376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de-DE" smtClean="0"/>
              <a:t>Titelmasterformat durch Klicken bearbeiten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90015" y="1825625"/>
            <a:ext cx="12420184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e-DE" smtClean="0"/>
              <a:t>Formatvorlagen des Textmasters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990015" y="6356351"/>
            <a:ext cx="324004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6DA19A4-9D9D-45FC-BA30-9B54BA45CFD0}" type="datetimeFigureOut">
              <a:rPr lang="de-DE" smtClean="0"/>
              <a:t>10.04.2017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770071" y="6356351"/>
            <a:ext cx="486007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170150" y="6356351"/>
            <a:ext cx="324004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2905109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3935189"/>
              </p:ext>
            </p:extLst>
          </p:nvPr>
        </p:nvGraphicFramePr>
        <p:xfrm>
          <a:off x="7323892" y="1195227"/>
          <a:ext cx="2730500" cy="4133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9600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2120900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u="none" strike="noStrike" dirty="0">
                          <a:effectLst/>
                        </a:rPr>
                        <a:t>1</a:t>
                      </a:r>
                      <a:r>
                        <a:rPr lang="de-DE" sz="1100" u="none" strike="noStrike" dirty="0" smtClean="0">
                          <a:effectLst/>
                        </a:rPr>
                        <a:t>.2.1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Stack.Panel.DI_EmergencyStop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u="none" strike="noStrike" dirty="0" smtClean="0">
                          <a:effectLst/>
                        </a:rPr>
                        <a:t>1.2.2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Stack.Panel.DI_StartButton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1.2.3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Stack.Panel.DI_ManuelButton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1.2.4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Crane.Gripper.DI_TakenIn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u="none" strike="noStrike" dirty="0">
                          <a:effectLst/>
                        </a:rPr>
                        <a:t>1</a:t>
                      </a:r>
                      <a:r>
                        <a:rPr lang="de-DE" sz="1100" u="none" strike="noStrike" dirty="0" smtClean="0">
                          <a:effectLst/>
                        </a:rPr>
                        <a:t>.3.1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Crane.LiftingCylinder.DI_Extended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1.3.2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Crane.LiftingCylinder.DI_Retracted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1.3.3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Stack.Seperator.DI_Retracted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1.3.4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Stack.Seperator.DI_Extended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</a:t>
                      </a:r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.4.1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Stack.DI_InductiveSensor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1.4.2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Stack.DI_OpticalSensor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1.4.3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Crane.DI_OnStamp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1.4.4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Crane.DI_OnConveyor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.5.1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Crane.DI_OnStack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1.5.2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Stack.DI_WorkpieceReady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1.8.1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Crane.LiftingCylinder.DO_Extend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78002691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1.8.2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Stack.Seperator.DO_Extend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7543176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1.8.4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Crane.Gripper.DO_Intake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4017397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Stack.Panel.DO_LampGreen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5021210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Stack.Panel.DO_LampWhite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27554135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1.9.3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Crane.DO_TurnCounterclockwise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14896809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1.9.4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Crane.DO_TurnClockwise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8631509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1.12.1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Crane.AI_Positon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471604933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2562931" y="526412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BC1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761121" y="3144844"/>
            <a:ext cx="1426015" cy="1498824"/>
            <a:chOff x="2761121" y="3144844"/>
            <a:chExt cx="1426015" cy="1498824"/>
          </a:xfrm>
        </p:grpSpPr>
        <p:grpSp>
          <p:nvGrpSpPr>
            <p:cNvPr id="13" name="Gruppieren 12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11" name="Gruppieren 10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1098" name="Textfeld 1097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99" name="Ellipse 1098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0" name="Gruppieren 1099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1101" name="Textfeld 110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1102" name="Ellipse 110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3" name="Gruppieren 1102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1104" name="Textfeld 1103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1105" name="Ellipse 1104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6" name="Gruppieren 1105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1107" name="Textfeld 1106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1108" name="Ellipse 110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9" name="Gruppieren 1108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1110" name="Textfeld 1109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1111" name="Ellipse 1110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113" name="Textfeld 1112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" name="Rechteck 11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07" name="Ellipse 406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7" name="Gruppieren 6"/>
          <p:cNvGrpSpPr/>
          <p:nvPr/>
        </p:nvGrpSpPr>
        <p:grpSpPr>
          <a:xfrm>
            <a:off x="2562931" y="1103872"/>
            <a:ext cx="4478656" cy="1652928"/>
            <a:chOff x="2562931" y="1103872"/>
            <a:chExt cx="4478656" cy="1652928"/>
          </a:xfrm>
        </p:grpSpPr>
        <p:grpSp>
          <p:nvGrpSpPr>
            <p:cNvPr id="4" name="Gruppieren 3"/>
            <p:cNvGrpSpPr/>
            <p:nvPr/>
          </p:nvGrpSpPr>
          <p:grpSpPr>
            <a:xfrm>
              <a:off x="2562931" y="1103872"/>
              <a:ext cx="4478656" cy="1652928"/>
              <a:chOff x="1449501" y="1141150"/>
              <a:chExt cx="4478656" cy="1652928"/>
            </a:xfrm>
          </p:grpSpPr>
          <p:grpSp>
            <p:nvGrpSpPr>
              <p:cNvPr id="10" name="Gruppieren 9"/>
              <p:cNvGrpSpPr/>
              <p:nvPr/>
            </p:nvGrpSpPr>
            <p:grpSpPr>
              <a:xfrm>
                <a:off x="1694292" y="1141150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9" name="Gruppieren 8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5" name="Gruppieren 4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719" name="Rechteck 71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20" name="Rechteck 71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" name="Ellipse 72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22" name="Ellipse 72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" name="Ellipse 72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" name="Ellipse 72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" name="Ellipse 72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" name="Ellipse 72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3" name="Ellipse 73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4" name="Ellipse 73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7" name="Rechteck 73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8" name="Rechteck 73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9" name="Rechteck 73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0" name="Rechteck 73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1" name="Rechteck 74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2" name="Rechteck 74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3" name="Rechteck 74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4" name="Rechteck 74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18" name="Textfeld 71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716" name="Textfeld 71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BK1100</a:t>
                  </a:r>
                </a:p>
              </p:txBody>
            </p:sp>
          </p:grpSp>
          <p:sp>
            <p:nvSpPr>
              <p:cNvPr id="745" name="Rechteck 744"/>
              <p:cNvSpPr/>
              <p:nvPr/>
            </p:nvSpPr>
            <p:spPr>
              <a:xfrm>
                <a:off x="1454908" y="1303851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47" name="Rechteck 746"/>
              <p:cNvSpPr/>
              <p:nvPr/>
            </p:nvSpPr>
            <p:spPr>
              <a:xfrm>
                <a:off x="1531684" y="1485251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48" name="Rechteck 747"/>
              <p:cNvSpPr/>
              <p:nvPr/>
            </p:nvSpPr>
            <p:spPr>
              <a:xfrm>
                <a:off x="1488210" y="1527927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1" name="Rechteck 750"/>
              <p:cNvSpPr/>
              <p:nvPr/>
            </p:nvSpPr>
            <p:spPr>
              <a:xfrm>
                <a:off x="1532354" y="2093742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52" name="Rechteck 751"/>
              <p:cNvSpPr/>
              <p:nvPr/>
            </p:nvSpPr>
            <p:spPr>
              <a:xfrm>
                <a:off x="1488880" y="2136418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483" name="Gruppieren 482"/>
              <p:cNvGrpSpPr/>
              <p:nvPr/>
            </p:nvGrpSpPr>
            <p:grpSpPr>
              <a:xfrm>
                <a:off x="2017782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484" name="Gruppieren 48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486" name="Gruppieren 48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488" name="Rechteck 48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89" name="Rechteck 48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0" name="Ellipse 48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91" name="Ellipse 49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2" name="Textfeld 49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494" name="Ellipse 49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5" name="Ellipse 49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6" name="Textfeld 49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97" name="Textfeld 49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98" name="Ellipse 49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9" name="Ellipse 49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0" name="Textfeld 49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01" name="Textfeld 50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02" name="Ellipse 50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3" name="Ellipse 50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4" name="Textfeld 50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505" name="Textfeld 50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506" name="Rechteck 50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7" name="Rechteck 50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8" name="Rechteck 50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9" name="Rechteck 50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0" name="Rechteck 50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1" name="Rechteck 51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2" name="Rechteck 51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3" name="Rechteck 51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487" name="Textfeld 48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485" name="Textfeld 48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514" name="Gruppieren 513"/>
              <p:cNvGrpSpPr/>
              <p:nvPr/>
            </p:nvGrpSpPr>
            <p:grpSpPr>
              <a:xfrm>
                <a:off x="2344707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515" name="Gruppieren 514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517" name="Gruppieren 516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519" name="Rechteck 51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520" name="Rechteck 51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1" name="Ellipse 52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2" name="Ellipse 52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3" name="Textfeld 522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524" name="Textfeld 523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525" name="Ellipse 52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6" name="Ellipse 52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7" name="Textfeld 52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28" name="Textfeld 52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29" name="Ellipse 52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0" name="Ellipse 52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1" name="Textfeld 53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32" name="Textfeld 53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33" name="Ellipse 53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534" name="Ellipse 53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5" name="Textfeld 534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537" name="Textfeld 53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538" name="Rechteck 53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9" name="Rechteck 53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0" name="Rechteck 53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1" name="Rechteck 54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2" name="Rechteck 54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3" name="Rechteck 54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5" name="Rechteck 54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6" name="Rechteck 54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518" name="Textfeld 51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516" name="Textfeld 51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547" name="Gruppieren 546"/>
              <p:cNvGrpSpPr/>
              <p:nvPr/>
            </p:nvGrpSpPr>
            <p:grpSpPr>
              <a:xfrm>
                <a:off x="2668686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548" name="Gruppieren 54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550" name="Gruppieren 54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552" name="Rechteck 55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553" name="Rechteck 55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56" name="Ellipse 55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2" name="Ellipse 71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" name="Textfeld 712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46" name="Textfeld 745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53" name="Ellipse 75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63" name="Ellipse 76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65" name="Textfeld 764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66" name="Textfeld 765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67" name="Ellipse 76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68" name="Ellipse 76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69" name="Textfeld 768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70" name="Textfeld 769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71" name="Ellipse 77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2" name="Ellipse 77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3" name="Textfeld 772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74" name="Textfeld 773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75" name="Rechteck 77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" name="Rechteck 77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7" name="Rechteck 77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8" name="Rechteck 77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" name="Rechteck 77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0" name="Rechteck 77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1" name="Rechteck 78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2" name="Rechteck 78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551" name="Textfeld 55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549" name="Textfeld 54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783" name="Gruppieren 782"/>
              <p:cNvGrpSpPr/>
              <p:nvPr/>
            </p:nvGrpSpPr>
            <p:grpSpPr>
              <a:xfrm>
                <a:off x="2992665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84" name="Gruppieren 78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86" name="Gruppieren 78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88" name="Rechteck 78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9" name="Rechteck 78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" name="Ellipse 78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1" name="Ellipse 79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2" name="Textfeld 79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93" name="Textfeld 79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94" name="Ellipse 79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5" name="Ellipse 79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6" name="Textfeld 79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7" name="Textfeld 79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8" name="Ellipse 79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9" name="Ellipse 79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0" name="Textfeld 79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01" name="Textfeld 80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02" name="Ellipse 80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3" name="Ellipse 80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4" name="Textfeld 80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05" name="Textfeld 80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06" name="Rechteck 80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7" name="Rechteck 80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8" name="Rechteck 80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9" name="Rechteck 80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10" name="Rechteck 80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11" name="Rechteck 81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12" name="Rechteck 81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13" name="Rechteck 81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87" name="Textfeld 78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785" name="Textfeld 78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845" name="Gruppieren 844"/>
              <p:cNvGrpSpPr/>
              <p:nvPr/>
            </p:nvGrpSpPr>
            <p:grpSpPr>
              <a:xfrm>
                <a:off x="3646417" y="1141150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46" name="Gruppieren 845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848" name="Gruppieren 847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850" name="Rechteck 84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1" name="Rechteck 85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2" name="Ellipse 85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3" name="Ellipse 85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" name="Ellipse 85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7" name="Ellipse 85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0" name="Ellipse 85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1" name="Ellipse 86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4" name="Ellipse 86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" name="Ellipse 86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8" name="Rechteck 86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" name="Rechteck 86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0" name="Rechteck 86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1" name="Rechteck 87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2" name="Rechteck 87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3" name="Rechteck 87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" name="Rechteck 87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" name="Rechteck 87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49" name="Textfeld 84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847" name="Textfeld 84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876" name="Gruppieren 875"/>
              <p:cNvGrpSpPr/>
              <p:nvPr/>
            </p:nvGrpSpPr>
            <p:grpSpPr>
              <a:xfrm>
                <a:off x="3971243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77" name="Gruppieren 876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79" name="Gruppieren 878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81" name="Rechteck 88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82" name="Rechteck 88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" name="Ellipse 88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4" name="Ellipse 88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5" name="Textfeld 884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86" name="Textfeld 885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87" name="Ellipse 88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8" name="Ellipse 88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9" name="Textfeld 888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90" name="Textfeld 889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91" name="Ellipse 89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2" name="Ellipse 89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3" name="Textfeld 892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94" name="Textfeld 893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95" name="Ellipse 89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96" name="Ellipse 89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7" name="Textfeld 896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98" name="Textfeld 897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99" name="Rechteck 89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0" name="Rechteck 89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1" name="Rechteck 90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2" name="Rechteck 90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3" name="Rechteck 902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" name="Rechteck 903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5" name="Rechteck 90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" name="Rechteck 90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80" name="Textfeld 87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878" name="Textfeld 87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907" name="Gruppieren 906"/>
              <p:cNvGrpSpPr/>
              <p:nvPr/>
            </p:nvGrpSpPr>
            <p:grpSpPr>
              <a:xfrm>
                <a:off x="4295222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08" name="Gruppieren 90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10" name="Gruppieren 90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12" name="Rechteck 91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3" name="Rechteck 91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" name="Ellipse 91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5" name="Ellipse 91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" name="Textfeld 91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17" name="Textfeld 91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18" name="Ellipse 91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9" name="Ellipse 91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" name="Textfeld 91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21" name="Textfeld 92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22" name="Ellipse 92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" name="Ellipse 92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4" name="Textfeld 92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25" name="Textfeld 92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26" name="Ellipse 92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7" name="Ellipse 92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" name="Textfeld 92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29" name="Textfeld 92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30" name="Rechteck 92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1" name="Rechteck 93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" name="Rechteck 93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3" name="Rechteck 93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" name="Rechteck 93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5" name="Rechteck 93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6" name="Rechteck 93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7" name="Rechteck 93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11" name="Textfeld 91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9</a:t>
                    </a:r>
                  </a:p>
                </p:txBody>
              </p:sp>
            </p:grpSp>
            <p:sp>
              <p:nvSpPr>
                <p:cNvPr id="909" name="Textfeld 90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938" name="Gruppieren 937"/>
              <p:cNvGrpSpPr/>
              <p:nvPr/>
            </p:nvGrpSpPr>
            <p:grpSpPr>
              <a:xfrm>
                <a:off x="4619201" y="1141150"/>
                <a:ext cx="371759" cy="1652928"/>
                <a:chOff x="1692193" y="1141150"/>
                <a:chExt cx="371759" cy="1652928"/>
              </a:xfrm>
            </p:grpSpPr>
            <p:grpSp>
              <p:nvGrpSpPr>
                <p:cNvPr id="939" name="Gruppieren 938"/>
                <p:cNvGrpSpPr/>
                <p:nvPr/>
              </p:nvGrpSpPr>
              <p:grpSpPr>
                <a:xfrm>
                  <a:off x="1692193" y="1141150"/>
                  <a:ext cx="371759" cy="1536639"/>
                  <a:chOff x="1692193" y="1141150"/>
                  <a:chExt cx="371759" cy="1536639"/>
                </a:xfrm>
              </p:grpSpPr>
              <p:grpSp>
                <p:nvGrpSpPr>
                  <p:cNvPr id="941" name="Gruppieren 94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43" name="Rechteck 94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44" name="Rechteck 94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45" name="Ellipse 94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46" name="Ellipse 94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47" name="Textfeld 94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48" name="Textfeld 94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49" name="Ellipse 94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50" name="Ellipse 94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51" name="Textfeld 95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52" name="Textfeld 95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53" name="Ellipse 95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54" name="Ellipse 95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55" name="Textfeld 95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56" name="Textfeld 95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57" name="Ellipse 95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58" name="Ellipse 95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59" name="Textfeld 95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60" name="Textfeld 95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61" name="Rechteck 96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62" name="Rechteck 96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63" name="Rechteck 96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64" name="Rechteck 96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65" name="Rechteck 96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66" name="Rechteck 96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67" name="Rechteck 96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68" name="Rechteck 96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42" name="Textfeld 941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10</a:t>
                    </a:r>
                  </a:p>
                </p:txBody>
              </p:sp>
            </p:grpSp>
            <p:sp>
              <p:nvSpPr>
                <p:cNvPr id="940" name="Textfeld 93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969" name="Gruppieren 968"/>
              <p:cNvGrpSpPr/>
              <p:nvPr/>
            </p:nvGrpSpPr>
            <p:grpSpPr>
              <a:xfrm>
                <a:off x="4942037" y="1147824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970" name="Gruppieren 969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972" name="Gruppieren 97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74" name="Rechteck 97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75" name="Rechteck 97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76" name="Ellipse 97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77" name="Ellipse 97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78" name="Textfeld 97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79" name="Textfeld 978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80" name="Ellipse 97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81" name="Ellipse 98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82" name="Textfeld 98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83" name="Textfeld 98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84" name="Ellipse 98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85" name="Ellipse 98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86" name="Textfeld 98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87" name="Textfeld 98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88" name="Ellipse 98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89" name="Ellipse 98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90" name="Textfeld 989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91" name="Textfeld 990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92" name="Rechteck 99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93" name="Rechteck 99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94" name="Rechteck 99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95" name="Rechteck 99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96" name="Rechteck 99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97" name="Rechteck 99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98" name="Rechteck 99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99" name="Rechteck 99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73" name="Textfeld 972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11</a:t>
                    </a:r>
                  </a:p>
                </p:txBody>
              </p:sp>
            </p:grpSp>
            <p:sp>
              <p:nvSpPr>
                <p:cNvPr id="971" name="Textfeld 97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033" name="Rechteck 1032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1034" name="Rechteck 1033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035" name="Textfeld 1034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  <p:grpSp>
            <p:nvGrpSpPr>
              <p:cNvPr id="1036" name="Gruppieren 1035"/>
              <p:cNvGrpSpPr/>
              <p:nvPr/>
            </p:nvGrpSpPr>
            <p:grpSpPr>
              <a:xfrm>
                <a:off x="5264708" y="1147824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1037" name="Gruppieren 1036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1039" name="Gruppieren 1038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041" name="Rechteck 104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042" name="Rechteck 104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43" name="Ellipse 104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44" name="Ellipse 104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45" name="Textfeld 1044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046" name="Textfeld 1045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1047" name="Ellipse 104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48" name="Ellipse 104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49" name="Textfeld 1048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50" name="Textfeld 1049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51" name="Ellipse 105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52" name="Ellipse 105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53" name="Textfeld 1052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1054" name="Textfeld 1053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1055" name="Ellipse 105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56" name="Ellipse 105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57" name="Textfeld 1056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1058" name="Textfeld 1057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1059" name="Rechteck 105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60" name="Rechteck 105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61" name="Rechteck 106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62" name="Rechteck 106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63" name="Rechteck 1062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64" name="Rechteck 1063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65" name="Rechteck 106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66" name="Rechteck 106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040" name="Textfeld 1039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12</a:t>
                    </a:r>
                  </a:p>
                </p:txBody>
              </p:sp>
            </p:grpSp>
            <p:sp>
              <p:nvSpPr>
                <p:cNvPr id="1038" name="Textfeld 103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EL3162</a:t>
                  </a:r>
                </a:p>
              </p:txBody>
            </p:sp>
          </p:grpSp>
          <p:grpSp>
            <p:nvGrpSpPr>
              <p:cNvPr id="1067" name="Gruppieren 1066"/>
              <p:cNvGrpSpPr/>
              <p:nvPr/>
            </p:nvGrpSpPr>
            <p:grpSpPr>
              <a:xfrm>
                <a:off x="5581720" y="1155513"/>
                <a:ext cx="346437" cy="1638565"/>
                <a:chOff x="1686699" y="1155513"/>
                <a:chExt cx="346437" cy="1638565"/>
              </a:xfrm>
            </p:grpSpPr>
            <p:grpSp>
              <p:nvGrpSpPr>
                <p:cNvPr id="1068" name="Gruppieren 1067"/>
                <p:cNvGrpSpPr/>
                <p:nvPr/>
              </p:nvGrpSpPr>
              <p:grpSpPr>
                <a:xfrm>
                  <a:off x="1686699" y="1155513"/>
                  <a:ext cx="346437" cy="1473700"/>
                  <a:chOff x="1686699" y="1155513"/>
                  <a:chExt cx="346437" cy="1473700"/>
                </a:xfrm>
              </p:grpSpPr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702261" y="1191341"/>
                    <a:ext cx="312023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71" name="Textfeld 1070"/>
                  <p:cNvSpPr txBox="1"/>
                  <p:nvPr/>
                </p:nvSpPr>
                <p:spPr>
                  <a:xfrm>
                    <a:off x="1686699" y="1155513"/>
                    <a:ext cx="346437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13</a:t>
                    </a:r>
                  </a:p>
                </p:txBody>
              </p:sp>
            </p:grpSp>
            <p:sp>
              <p:nvSpPr>
                <p:cNvPr id="1069" name="Textfeld 106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405" name="Textfeld 404"/>
              <p:cNvSpPr txBox="1"/>
              <p:nvPr/>
            </p:nvSpPr>
            <p:spPr>
              <a:xfrm>
                <a:off x="1449501" y="2625073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BC1</a:t>
                </a:r>
              </a:p>
            </p:txBody>
          </p:sp>
        </p:grpSp>
        <p:sp>
          <p:nvSpPr>
            <p:cNvPr id="409" name="Textfeld 408"/>
            <p:cNvSpPr txBox="1"/>
            <p:nvPr/>
          </p:nvSpPr>
          <p:spPr>
            <a:xfrm>
              <a:off x="3259611" y="1698586"/>
              <a:ext cx="14640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50" dirty="0" smtClean="0"/>
                <a:t>2</a:t>
              </a:r>
              <a:endParaRPr lang="de-DE" dirty="0"/>
            </a:p>
          </p:txBody>
        </p:sp>
      </p:grpSp>
    </p:spTree>
    <p:extLst>
      <p:ext uri="{BB962C8B-B14F-4D97-AF65-F5344CB8AC3E}">
        <p14:creationId xmlns:p14="http://schemas.microsoft.com/office/powerpoint/2010/main" val="333900783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9404131"/>
              </p:ext>
            </p:extLst>
          </p:nvPr>
        </p:nvGraphicFramePr>
        <p:xfrm>
          <a:off x="4410541" y="2644141"/>
          <a:ext cx="4192430" cy="41377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5985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3256445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8019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Stamp.Panel.DI_ManuelButton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2&amp;3.2.4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Stamp.StampingCylinder.DI_Retracted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2&amp;3.3.1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Stamp.StampingCylinder.DI_Extended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2&amp;3.3.2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Stamp.DI_SliderFilled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2&amp;3.3.3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LargeSortingConveyor.Panel.DI_EmergencyStop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2&amp;3.3.4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LargeSortingConveyor.Panel.DI_StartButton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2&amp;3.4.1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LargeSortingConveyor.Panel.DI_ManuelButton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2&amp;3.4.2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LargeSortingConveyor.DI_Beginning_PresenceSensor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2&amp;3.4.3</a:t>
                      </a:r>
                      <a:endParaRPr lang="de-DE" sz="10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Sortierband Kapazitiver Sensor Kran Interface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2&amp;3.4.4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LargeSortingConveyor.DI_Pusher1_InductiveSensor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2&amp;3.5.1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LargeSortingConveyor.DI_Pusher1_OpticalSensor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2&amp;3.5.2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LargeSortingConveyor.DI_Pusher2_InductiveSensor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2&amp;3.5.4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LargeSortingConveyor.DI_Pusher1_OpticalSensor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8002691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2&amp;3.5.5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LargeSortingConveyor.DI_Ramp3_OpticalSensor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543176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LargeSortingConveyor.Seperator1.DI_Extended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017397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2&amp;3.6.2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LargeSortingConveyor.Seperator1.DI_Retracted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5021210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LargeSortingConveyor.Seperator2.DI_Extended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7554135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2&amp;3.6.4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LargeSortingConveyor.Seperator2.DI_Retracted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14896809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2&amp;3.7.3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Stamp.Panel.DI_EmergencyStop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8631509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2&amp;3.7.4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Stamp.Panel.DI_StartButton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71604933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BC2&amp;3</a:t>
            </a:r>
          </a:p>
        </p:txBody>
      </p:sp>
      <p:graphicFrame>
        <p:nvGraphicFramePr>
          <p:cNvPr id="1303" name="Tabelle 130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4427714"/>
              </p:ext>
            </p:extLst>
          </p:nvPr>
        </p:nvGraphicFramePr>
        <p:xfrm>
          <a:off x="8721098" y="2643027"/>
          <a:ext cx="4192430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5985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3256445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2&amp;3.10.1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Stamp.SlidingCylinder.DO_Extend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2&amp;3.10.2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Stamp.SlidingCylinder.DO_Retract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2&amp;3.10.3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Stamp.StampingCylinder.DO_Extend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2&amp;3.10.4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Stamp.Panel.DO_LampGreen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2&amp;3.11.1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Stamp.Panel.DO_LampWhite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2&amp;3.11.2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LargeSortingConveyor.Seperator1.DO_Extend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2&amp;3.11.3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LargeSortingConveyor.Seperator2.DO_Extend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2&amp;3.11.4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LargeSortingConveyor.Motor.DO_Forwards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2&amp;3.12.1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LargeSortingConveyor.Motor.DO_Backwards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2&amp;3.12.2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LargeSortingConveyor.Panel.DO_LampGreen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2&amp;3.12.4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LargeSortingConveyor.Panel.DO_LampWhite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 smtClean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2&amp;3.16.1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Crane.AO_Speed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 smtClean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2&amp;3.16.2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Stamp.AO_Pressure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 smtClean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2&amp;3.17.1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LargeSortingConveyor.AO_Speed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</a:tbl>
          </a:graphicData>
        </a:graphic>
      </p:graphicFrame>
      <p:grpSp>
        <p:nvGrpSpPr>
          <p:cNvPr id="7" name="Gruppieren 6"/>
          <p:cNvGrpSpPr/>
          <p:nvPr/>
        </p:nvGrpSpPr>
        <p:grpSpPr>
          <a:xfrm>
            <a:off x="1116267" y="770205"/>
            <a:ext cx="6108962" cy="1652928"/>
            <a:chOff x="1116267" y="770205"/>
            <a:chExt cx="6108962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14" name="Gruppieren 513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07" name="Gruppieren 906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08" name="Gruppieren 907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0" name="Gruppieren 9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" name="Rechteck 9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3" name="Rechteck 9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Ellipse 9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7" name="Textfeld 9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Ellipse 9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1" name="Textfeld 9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Ellipse 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5" name="Textfeld 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6" name="Ellipse 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Ellipse 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Textfeld 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" name="Textfeld 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Rechteck 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" name="Rechteck 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" name="Rechteck 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Rechteck 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1" name="Textfeld 910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9" name="Textfeld 9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38" name="Gruppieren 937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39" name="Gruppieren 93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41" name="Gruppieren 94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43" name="Rechteck 9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4" name="Rechteck 9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Ellipse 9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Ellipse 9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3" name="Rechteck 9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4" name="Rechteck 9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42" name="Textfeld 94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40" name="Textfeld 9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70" name="Gruppieren 9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72" name="Gruppieren 9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74" name="Rechteck 9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5" name="Rechteck 9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Ellipse 9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7" name="Textfeld 9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92" name="Rechteck 9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Rechteck 9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Rechteck 9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Rechteck 9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Rechteck 9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73" name="Textfeld 9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71" name="Textfeld 9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" name="Gruppieren 13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1033" name="Rechteck 1032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1034" name="Rechteck 1033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035" name="Textfeld 1034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1036" name="Gruppieren 1035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39" name="Gruppieren 10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41" name="Rechteck 10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Ellipse 10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4" name="Ellipse 10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Textfeld 10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46" name="Textfeld 10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Textfeld 105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4" name="Textfeld 105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Ellipse 10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58" name="Textfeld 105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59" name="Rechteck 10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Rechteck 10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067" name="Gruppieren 1066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70" name="Gruppieren 10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4" name="Ellipse 10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Ellipse 10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Textfeld 10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77" name="Textfeld 10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78" name="Ellipse 10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9" name="Ellipse 10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0" name="Textfeld 107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1" name="Textfeld 10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Ellipse 10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5" name="Textfeld 10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Ellipse 10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89" name="Textfeld 10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0" name="Rechteck 10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Rechteck 10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2" name="Rechteck 10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Rechteck 10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Rechteck 10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Rechteck 10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6" name="Rechteck 10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1" name="Textfeld 107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16" name="Gruppieren 1115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117" name="Gruppieren 111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119" name="Gruppieren 111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21" name="Rechteck 112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22" name="Rechteck 112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Ellipse 112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Textfeld 112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27" name="Ellipse 112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Ellipse 112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Textfeld 112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0" name="Textfeld 112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1" name="Ellipse 113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Ellipse 113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Textfeld 113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4" name="Textfeld 113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5" name="Ellipse 11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6" name="Ellipse 11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7" name="Textfeld 113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38" name="Textfeld 113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0" name="Rechteck 113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Rechteck 114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Rechteck 114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Rechteck 114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4" name="Rechteck 114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5" name="Rechteck 11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Rechteck 11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20" name="Textfeld 111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118" name="Textfeld 11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147" name="Gruppieren 1146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148" name="Gruppieren 11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150" name="Gruppieren 11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152" name="Rechteck 11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53" name="Rechteck 11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4" name="Ellipse 11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Ellipse 11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8" name="Ellipse 11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Ellipse 11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Textfeld 11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61" name="Textfeld 11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62" name="Ellipse 11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Ellipse 11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4" name="Textfeld 1163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65" name="Textfeld 11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66" name="Ellipse 11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7" name="Ellipse 11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0" name="Rechteck 11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1" name="Rechteck 11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2" name="Rechteck 11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3" name="Rechteck 11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4" name="Rechteck 11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5" name="Rechteck 11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Rechteck 11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Rechteck 11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51" name="Textfeld 11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149" name="Textfeld 11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178" name="Gruppieren 1177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1179" name="Gruppieren 117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181" name="Gruppieren 118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183" name="Rechteck 1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84" name="Rechteck 1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Ellipse 1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Ellipse 1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7" name="Textfeld 1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88" name="Textfeld 1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89" name="Ellipse 1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Ellipse 1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Ellipse 1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4" name="Ellipse 1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5" name="Textfeld 119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196" name="Textfeld 1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197" name="Ellipse 1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8" name="Ellipse 1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9" name="Textfeld 1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00" name="Textfeld 1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01" name="Rechteck 1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2" name="Rechteck 1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3" name="Rechteck 1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Rechteck 1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Rechteck 1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Rechteck 1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7" name="Rechteck 1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8" name="Rechteck 1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82" name="Textfeld 118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180" name="Textfeld 1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209" name="Gruppieren 1208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1210" name="Gruppieren 120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212" name="Gruppieren 121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214" name="Rechteck 12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15" name="Rechteck 12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6" name="Ellipse 12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7" name="Ellipse 12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8" name="Textfeld 12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19" name="Textfeld 12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20" name="Ellipse 12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1" name="Ellipse 12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4" name="Ellipse 12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5" name="Ellipse 12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Textfeld 12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227" name="Textfeld 12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228" name="Ellipse 12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9" name="Ellipse 12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0" name="Textfeld 12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1" name="Textfeld 12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2" name="Rechteck 12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3" name="Rechteck 12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Rechteck 12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5" name="Rechteck 12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6" name="Rechteck 12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7" name="Rechteck 12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8" name="Rechteck 12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9" name="Rechteck 12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13" name="Textfeld 121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211" name="Textfeld 12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240" name="Gruppieren 1239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1241" name="Gruppieren 1240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245" name="Rechteck 124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44" name="Textfeld 12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242" name="Textfeld 12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63" name="Textfeld 562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83" name="Gruppieren 582"/>
          <p:cNvGrpSpPr/>
          <p:nvPr/>
        </p:nvGrpSpPr>
        <p:grpSpPr>
          <a:xfrm>
            <a:off x="1304608" y="3272629"/>
            <a:ext cx="1426015" cy="1498824"/>
            <a:chOff x="2761121" y="3144844"/>
            <a:chExt cx="1426015" cy="1498824"/>
          </a:xfrm>
        </p:grpSpPr>
        <p:grpSp>
          <p:nvGrpSpPr>
            <p:cNvPr id="584" name="Gruppieren 583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586" name="Gruppieren 585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601" name="Textfeld 60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02" name="Ellipse 60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87" name="Gruppieren 586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599" name="Textfeld 598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600" name="Ellipse 59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88" name="Gruppieren 587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597" name="Textfeld 596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598" name="Ellipse 59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89" name="Gruppieren 588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595" name="Textfeld 594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596" name="Ellipse 59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90" name="Gruppieren 589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593" name="Textfeld 592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594" name="Ellipse 59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591" name="Textfeld 590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2" name="Rechteck 591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85" name="Ellipse 584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</p:spTree>
    <p:extLst>
      <p:ext uri="{BB962C8B-B14F-4D97-AF65-F5344CB8AC3E}">
        <p14:creationId xmlns:p14="http://schemas.microsoft.com/office/powerpoint/2010/main" val="29448696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7195462"/>
              </p:ext>
            </p:extLst>
          </p:nvPr>
        </p:nvGraphicFramePr>
        <p:xfrm>
          <a:off x="3269294" y="2062937"/>
          <a:ext cx="4770711" cy="47371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Crane.DI_AtStampInd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Crane.DI_BetweenStampConveyorInd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Crane.DI_AtStackInd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Crane.DI_BetweenConveyorStackInd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4.2.5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 err="1" smtClean="0">
                          <a:effectLst/>
                          <a:latin typeface="Calibri" panose="020F0502020204030204" pitchFamily="34" charset="0"/>
                        </a:rPr>
                        <a:t>Crane.DI_AtConveyorInd</a:t>
                      </a:r>
                      <a:endParaRPr lang="de-DE" sz="1100" b="0" i="0" u="none" strike="noStrike" dirty="0" smtClean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1834803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LargeSortingConveyor.DI_Ramp1_PresenceSensor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LargeSortingConveyor.DI_Ramp2_PresenceSensor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4.2.8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LargeSortingConveyor.DI_Ramp3_PresenceSensor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Stack.Seperator.DI_BoundaryPressure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Stamp.SlidingCylinder.DI_BoundaryPressure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LargeSortingConveyor.Seperator1.DI_BoundaryPressure and LargeSortingConveyor.Seperator2.DI_BoundaryPressure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SmallSortingConveyor.Switch.DI_BoundaryPressure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ConveyorPicAlpha.Switch.DI_BoundaryPressure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PicAlpha.Gripper.DI_BoundaryVacuumPressure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PicAlpha.Gripper.DI_BoundaryFlowPressure1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PicAlpha.Gripper.DI_BoundaryFlowPressure2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Stamp.StampingCylinder.DI_BoundaryPressure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8002691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SmallSortingConveyor.DI_LightSensor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543176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SmallSortingConveyor.DI_InductiveSensor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017397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SmallSortingConveyor.DI_Ramp_PresenceSensor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5021210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Stamp.StampingCylinder.DI_BoundaryFlowPressure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7554135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Crane.LiftingCylinder.DI_BoundaryFlowPressure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Stack.Seperator.DI_BoundaryFlowPressure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14896809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LargeSortingConveyor.Sepertor1.DI_BoundaryFlowPressure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LargeSortingConveyor.Sepertor2.DI_BoundaryFlowPressure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863150923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6132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BC4</a:t>
            </a:r>
          </a:p>
        </p:txBody>
      </p:sp>
      <p:graphicFrame>
        <p:nvGraphicFramePr>
          <p:cNvPr id="1303" name="Tabelle 130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5455446"/>
              </p:ext>
            </p:extLst>
          </p:nvPr>
        </p:nvGraphicFramePr>
        <p:xfrm>
          <a:off x="8310435" y="35795"/>
          <a:ext cx="4371406" cy="67576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125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3629281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4.8.1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Stack.Seperator.AI_PressureSensor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Crane.LiftingCylinder.AI_PressureSensor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4.8.2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  <a:p>
                      <a:pPr algn="ctr" fontAlgn="b"/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Stamp.SlidingCylinder.AI_PressureSensor and Stamp.StampingCylinder.AI_PressureSensor and ConveyorRefill.Switch.AI_PressureSensor</a:t>
                      </a:r>
                    </a:p>
                  </a:txBody>
                  <a:tcPr marL="7620" marR="7620" marT="7620" marB="0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4.8.3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LargeSortingConveyor.Seperator1.AI_PressureSensor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LargeSortingConveyor.Seperator2.AI_PressureSensor</a:t>
                      </a:r>
                    </a:p>
                  </a:txBody>
                  <a:tcPr marL="7620" marR="7620" marT="7620" marB="0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4.8.4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PicAlpha.Gripper.AI_VacuumSensor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4.9.1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LargeSortingConveyor.Conveyor_UltrasonicSensor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4.9.2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Stamp.StampingCylinder.AI_StampingPressure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4.9.3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LargeSortingConveyor.Seperator1.AI_FlowPressure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LargeSortingConveyor.Seperator2.AI_FlowPressure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4.10.1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BK1and6.Wattmeter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4.10.2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BK2and3and7.Wattmeter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4.10.3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BK4and5and8and9and10and11.Wattmeter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4.11.1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PicAlpha.LiftingCylinder.AI_PressureSensor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4.11.2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PicAlpha.LiftingCylinder.AI_FlowPressure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4.11.3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Stamp.StampingCylinder.AI_FlowPressure and Stamp.SlidingCylinder.AI_FlowPressure and ConveyorRefill.Switch.AI_FlowPressure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4.11.4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Stack.Seperator.AI_FlowPressure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Crane.LiftingCylinder.AI_FlowPressure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4.12.1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Crane.LiftingCylinder.AI_PositionTransmitter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999290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4.12.2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Stack.Seperator.AI_PositionTransmitter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50526970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4.12.3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Stamp.SlidingCylinder.AI_PositionTransmitter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4072555040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4.12.4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Stamp.StampingCylinder.AI_PositionTransmitter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417049064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4.12.5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LargeSortingConveyor.Seperator2.AI_PositionTransmitter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51451647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4.12.6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LargeSortingConveyor.Seperator1.AI_PositionTransmitter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57873543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4.12.7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Crane.Gripper.AI_VacuumPressure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3409780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4.13.1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Stack.Seperator.DO_BlockPressureS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Crane.LiftingCylinder.DO_BlockPressureS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5102255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4.13.3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Stamp.SlidingCylinder.DO_BlockPressureS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Stamp.StampingCylinder.DO_BlockPressureS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ConveyorRefill.Switch.DO_BlockPressure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986855640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4.14.1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LargeSortingConveyor.Seperator1.DO_BlockPressureS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LargeSortingConveyor.Seperator2.DO_BlockPressureS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420642260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effectLst/>
                          <a:latin typeface="Calibri" panose="020F0502020204030204" pitchFamily="34" charset="0"/>
                        </a:rPr>
                        <a:t>4.14.4</a:t>
                      </a:r>
                      <a:endParaRPr lang="de-DE" sz="10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ConveyorPicAlpha.Switch.DO_BlockPressureS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and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SmallSortingConveyor.Switch.DO_BlockPressureS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07371184"/>
                  </a:ext>
                </a:extLst>
              </a:tr>
            </a:tbl>
          </a:graphicData>
        </a:graphic>
      </p:graphicFrame>
      <p:grpSp>
        <p:nvGrpSpPr>
          <p:cNvPr id="8" name="Gruppieren 7"/>
          <p:cNvGrpSpPr/>
          <p:nvPr/>
        </p:nvGrpSpPr>
        <p:grpSpPr>
          <a:xfrm>
            <a:off x="1956535" y="219231"/>
            <a:ext cx="5142591" cy="1652928"/>
            <a:chOff x="1956535" y="219231"/>
            <a:chExt cx="5142591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200431" y="219231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1961047" y="381932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037823" y="5633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1994349" y="6060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038493" y="117182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1995019" y="121449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2850846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174825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3498804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3822797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149722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07" name="Gruppieren 906"/>
            <p:cNvGrpSpPr/>
            <p:nvPr/>
          </p:nvGrpSpPr>
          <p:grpSpPr>
            <a:xfrm>
              <a:off x="5116123" y="219231"/>
              <a:ext cx="420326" cy="1652928"/>
              <a:chOff x="1688847" y="1141150"/>
              <a:chExt cx="420326" cy="1652928"/>
            </a:xfrm>
          </p:grpSpPr>
          <p:grpSp>
            <p:nvGrpSpPr>
              <p:cNvPr id="908" name="Gruppieren 907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0" name="Gruppieren 9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" name="Rechteck 9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3" name="Rechteck 9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Ellipse 9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7" name="Textfeld 9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Ellipse 9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21" name="Textfeld 9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Ellipse 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5" name="Textfeld 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" name="Ellipse 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Ellipse 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Textfeld 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29" name="Textfeld 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Rechteck 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" name="Rechteck 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" name="Rechteck 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Rechteck 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1" name="Textfeld 910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9" name="Textfeld 9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EL3164</a:t>
                </a:r>
              </a:p>
            </p:txBody>
          </p:sp>
        </p:grpSp>
        <p:grpSp>
          <p:nvGrpSpPr>
            <p:cNvPr id="938" name="Gruppieren 937"/>
            <p:cNvGrpSpPr/>
            <p:nvPr/>
          </p:nvGrpSpPr>
          <p:grpSpPr>
            <a:xfrm>
              <a:off x="4796588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939" name="Gruppieren 93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941" name="Gruppieren 9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43" name="Rechteck 9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4" name="Rechteck 9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Textfeld 9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Textfeld 9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Textfeld 9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6" name="Textfeld 9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7" name="Ellipse 9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Ellipse 9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Textfeld 9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60" name="Textfeld 9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3" name="Rechteck 9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4" name="Rechteck 9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42" name="Textfeld 94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40" name="Textfeld 9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5448176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970" name="Gruppieren 9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72" name="Gruppieren 9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74" name="Rechteck 9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5" name="Rechteck 9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Ellipse 9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7" name="Textfeld 9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2" name="Rechteck 9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Rechteck 9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Rechteck 9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Rechteck 9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Rechteck 9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73" name="Textfeld 9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71" name="Textfeld 9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1036" name="Gruppieren 1035"/>
            <p:cNvGrpSpPr/>
            <p:nvPr/>
          </p:nvGrpSpPr>
          <p:grpSpPr>
            <a:xfrm>
              <a:off x="5770847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39" name="Gruppieren 10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41" name="Rechteck 10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Ellipse 10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4" name="Ellipse 10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Textfeld 10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46" name="Textfeld 10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Textfeld 105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1054" name="Textfeld 105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Ellipse 10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1058" name="Textfeld 105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1059" name="Rechteck 10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Rechteck 10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1067" name="Gruppieren 1066"/>
            <p:cNvGrpSpPr/>
            <p:nvPr/>
          </p:nvGrpSpPr>
          <p:grpSpPr>
            <a:xfrm>
              <a:off x="6093884" y="225905"/>
              <a:ext cx="357561" cy="1646254"/>
              <a:chOff x="1692724" y="1147824"/>
              <a:chExt cx="357561" cy="1646254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070" name="Gruppieren 106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4" name="Ellipse 10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Ellipse 10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Textfeld 10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77" name="Textfeld 10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78" name="Ellipse 10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9" name="Ellipse 10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0" name="Textfeld 1079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1" name="Textfeld 1080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Ellipse 10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5" name="Textfeld 10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Ellipse 10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89" name="Textfeld 10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0" name="Rechteck 10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Rechteck 10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2" name="Rechteck 10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Rechteck 10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Rechteck 10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Rechteck 10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6" name="Rechteck 10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1" name="Textfeld 107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16" name="Gruppieren 1115"/>
            <p:cNvGrpSpPr/>
            <p:nvPr/>
          </p:nvGrpSpPr>
          <p:grpSpPr>
            <a:xfrm>
              <a:off x="6415859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1117" name="Gruppieren 111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119" name="Gruppieren 111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21" name="Rechteck 112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22" name="Rechteck 112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Ellipse 112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Textfeld 112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27" name="Ellipse 112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Ellipse 112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Textfeld 112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0" name="Textfeld 112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1" name="Ellipse 113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Ellipse 113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Textfeld 113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4" name="Textfeld 113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5" name="Ellipse 11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6" name="Ellipse 11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7" name="Textfeld 113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38" name="Textfeld 113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0" name="Rechteck 113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Rechteck 114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Rechteck 114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Rechteck 114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4" name="Rechteck 114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5" name="Rechteck 11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Rechteck 11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20" name="Textfeld 111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118" name="Textfeld 11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47" name="Gruppieren 1146"/>
            <p:cNvGrpSpPr/>
            <p:nvPr/>
          </p:nvGrpSpPr>
          <p:grpSpPr>
            <a:xfrm>
              <a:off x="6743133" y="225905"/>
              <a:ext cx="355993" cy="1646254"/>
              <a:chOff x="1694292" y="1147824"/>
              <a:chExt cx="355993" cy="1646254"/>
            </a:xfrm>
          </p:grpSpPr>
          <p:grpSp>
            <p:nvGrpSpPr>
              <p:cNvPr id="1148" name="Gruppieren 114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152" name="Rechteck 11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151" name="Textfeld 11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149" name="Textfeld 11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4473934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565" name="Gruppieren 5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67" name="Rechteck 5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68" name="Rechteck 5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9" name="Ellipse 5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0" name="Ellipse 5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1" name="Textfeld 5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72" name="Textfeld 5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73" name="Ellipse 5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4" name="Ellipse 5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5" name="Textfeld 5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76" name="Textfeld 575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77" name="Ellipse 5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8" name="Ellipse 5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9" name="Textfeld 5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80" name="Textfeld 579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81" name="Ellipse 5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2" name="Ellipse 5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3" name="Textfeld 5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84" name="Textfeld 5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85" name="Rechteck 5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Rechteck 5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Rechteck 5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8" name="Rechteck 5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9" name="Rechteck 5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Rechteck 5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Rechteck 5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2" name="Rechteck 5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66" name="Textfeld 56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536" name="Textfeld 535"/>
            <p:cNvSpPr txBox="1"/>
            <p:nvPr/>
          </p:nvSpPr>
          <p:spPr>
            <a:xfrm>
              <a:off x="1956535" y="1702276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" name="Gruppieren 6"/>
            <p:cNvGrpSpPr/>
            <p:nvPr/>
          </p:nvGrpSpPr>
          <p:grpSpPr>
            <a:xfrm>
              <a:off x="2526020" y="269422"/>
              <a:ext cx="324950" cy="1602737"/>
              <a:chOff x="2526020" y="269422"/>
              <a:chExt cx="324950" cy="1602737"/>
            </a:xfrm>
          </p:grpSpPr>
          <p:sp>
            <p:nvSpPr>
              <p:cNvPr id="488" name="Rechteck 487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490" name="Ellipse 48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491" name="Ellipse 49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94" name="Ellipse 493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95" name="Ellipse 494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87" name="Textfeld 486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485" name="Textfeld 48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4" name="Ellipse 543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554" name="Ellipse 553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55" name="Ellipse 554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57" name="Ellipse 556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58" name="Ellipse 557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559" name="Ellipse 558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60" name="Ellipse 559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61" name="Ellipse 560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93" name="Ellipse 592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594" name="Ellipse 593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95" name="Ellipse 594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96" name="Ellipse 595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6" name="Gruppieren 5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489" name="Rechteck 48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509" name="Rechteck 508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597" name="Rechteck 59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599" name="Rechteck 598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600" name="Rechteck 599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1" name="Rechteck 600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2" name="Rechteck 601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3" name="Rechteck 602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4" name="Rechteck 603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5" name="Rechteck 604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6" name="Rechteck 605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7" name="Rechteck 606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8" name="Rechteck 607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9" name="Rechteck 608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10" name="Rechteck 609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11" name="Rechteck 610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12" name="Rechteck 611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613" name="Gruppieren 612"/>
          <p:cNvGrpSpPr/>
          <p:nvPr/>
        </p:nvGrpSpPr>
        <p:grpSpPr>
          <a:xfrm>
            <a:off x="1304608" y="3272629"/>
            <a:ext cx="1426015" cy="1498824"/>
            <a:chOff x="2761121" y="3144844"/>
            <a:chExt cx="1426015" cy="1498824"/>
          </a:xfrm>
        </p:grpSpPr>
        <p:grpSp>
          <p:nvGrpSpPr>
            <p:cNvPr id="614" name="Gruppieren 613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616" name="Gruppieren 615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631" name="Textfeld 63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2" name="Ellipse 63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17" name="Gruppieren 616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629" name="Textfeld 628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630" name="Ellipse 62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18" name="Gruppieren 617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627" name="Textfeld 626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628" name="Ellipse 62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19" name="Gruppieren 618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625" name="Textfeld 624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626" name="Ellipse 62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20" name="Gruppieren 619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623" name="Textfeld 622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624" name="Ellipse 62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621" name="Textfeld 620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2" name="Rechteck 621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5" name="Ellipse 614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</p:spTree>
    <p:extLst>
      <p:ext uri="{BB962C8B-B14F-4D97-AF65-F5344CB8AC3E}">
        <p14:creationId xmlns:p14="http://schemas.microsoft.com/office/powerpoint/2010/main" val="58513525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4464819"/>
              </p:ext>
            </p:extLst>
          </p:nvPr>
        </p:nvGraphicFramePr>
        <p:xfrm>
          <a:off x="5890574" y="1281316"/>
          <a:ext cx="4770711" cy="4514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SafetyDoor.Panel.DI_StartButton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SafetyDoor.DI_StopButton 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SafetyDoor.Panel.DI_ManuelButton  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SafetyDoor.DI_ResetButton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5.2.5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ConveyorRefill.DI_Beginning_PresenceSensor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ConveyorRefill.DI_End_PresenceSensor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ConveyorRefill.SwitchStopper.DI_Retracted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5.2.8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ConveyorRefill.SwitchStopper.DI_Extended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5.3.A1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Schneller Zähler / Encoder 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5.3.B1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Schneller Zähler / Encoder B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8002691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543176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SafetyDoor.Panel.DO_LampGreen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017397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SafetyDoor.DO_LampReset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4239119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SafetyDoor.ExtendedPanel.DO_Q1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3452217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SafetyDoor.ExtendedPanel.DO_Q2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5021210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5.6.5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ConveyorRefill.Motor.DO_Forwards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7554135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ConveyorRefill.Motor.DO_Backwards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14896809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ConveyorRefill.SwitchStopper.DO_Extend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8631509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5.7.1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ConveyorRefill.DO_Speed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561962129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BC5</a:t>
            </a:r>
          </a:p>
        </p:txBody>
      </p:sp>
      <p:grpSp>
        <p:nvGrpSpPr>
          <p:cNvPr id="7" name="Gruppieren 6"/>
          <p:cNvGrpSpPr/>
          <p:nvPr/>
        </p:nvGrpSpPr>
        <p:grpSpPr>
          <a:xfrm>
            <a:off x="2482736" y="3465860"/>
            <a:ext cx="1426015" cy="1533559"/>
            <a:chOff x="1304608" y="3314999"/>
            <a:chExt cx="1426015" cy="1533559"/>
          </a:xfrm>
        </p:grpSpPr>
        <p:grpSp>
          <p:nvGrpSpPr>
            <p:cNvPr id="288" name="Gruppieren 287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303" name="Textfeld 302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Ellipse 303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89" name="Gruppieren 288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301" name="Textfeld 300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302" name="Ellipse 301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90" name="Gruppieren 289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299" name="Textfeld 298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300" name="Ellipse 299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91" name="Gruppieren 290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297" name="Textfeld 296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298" name="Ellipse 297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92" name="Gruppieren 291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295" name="Textfeld 294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296" name="Ellipse 295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293" name="Textfeld 292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4" name="Rechteck 293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Ellipse 286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5" name="Textfeld 304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Integer </a:t>
              </a:r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OUT</a:t>
              </a:r>
            </a:p>
          </p:txBody>
        </p:sp>
        <p:sp>
          <p:nvSpPr>
            <p:cNvPr id="306" name="Ellipse 305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grpSp>
        <p:nvGrpSpPr>
          <p:cNvPr id="8" name="Gruppieren 7"/>
          <p:cNvGrpSpPr/>
          <p:nvPr/>
        </p:nvGrpSpPr>
        <p:grpSpPr>
          <a:xfrm>
            <a:off x="2585049" y="1276147"/>
            <a:ext cx="2844318" cy="1655156"/>
            <a:chOff x="2585049" y="1276147"/>
            <a:chExt cx="2844318" cy="1655156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567" name="Rechteck 56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566" name="Textfeld 565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36" name="Rechteck 535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83" name="Textfeld 282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4" name="Gruppieren 3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514" name="Gruppieren 513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515" name="Gruppieren 514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517" name="Gruppieren 516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519" name="Rechteck 51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520" name="Rechteck 51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1" name="Ellipse 52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2" name="Ellipse 52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3" name="Textfeld 522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525" name="Ellipse 52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6" name="Ellipse 52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7" name="Textfeld 52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28" name="Textfeld 52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29" name="Ellipse 52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0" name="Ellipse 52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1" name="Textfeld 53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532" name="Textfeld 53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533" name="Ellipse 53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534" name="Ellipse 53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8" name="Rechteck 53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9" name="Rechteck 53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0" name="Rechteck 53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1" name="Rechteck 54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2" name="Rechteck 54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3" name="Rechteck 54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5" name="Rechteck 54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6" name="Rechteck 54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518" name="Textfeld 51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516" name="Textfeld 51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308" name="Textfeld 30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309" name="Textfeld 30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310" name="Textfeld 30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2311252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6413987"/>
              </p:ext>
            </p:extLst>
          </p:nvPr>
        </p:nvGraphicFramePr>
        <p:xfrm>
          <a:off x="5566483" y="1350796"/>
          <a:ext cx="4770711" cy="12890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Stack.AI_WPWeight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GND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BC6.2.7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GND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Data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Data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</a:t>
                      </a:r>
                      <a:r>
                        <a:rPr lang="de-DE" sz="1100" b="0" i="0" u="none" strike="noStrike" baseline="0" dirty="0">
                          <a:effectLst/>
                          <a:latin typeface="Calibri" panose="020F0502020204030204" pitchFamily="34" charset="0"/>
                        </a:rPr>
                        <a:t> Volt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BC6.3.10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64253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BC6</a:t>
            </a:r>
          </a:p>
        </p:txBody>
      </p:sp>
      <p:grpSp>
        <p:nvGrpSpPr>
          <p:cNvPr id="187" name="Gruppieren 186"/>
          <p:cNvGrpSpPr/>
          <p:nvPr/>
        </p:nvGrpSpPr>
        <p:grpSpPr>
          <a:xfrm>
            <a:off x="2482736" y="3465860"/>
            <a:ext cx="1426015" cy="1533559"/>
            <a:chOff x="1304608" y="3314999"/>
            <a:chExt cx="1426015" cy="1533559"/>
          </a:xfrm>
        </p:grpSpPr>
        <p:grpSp>
          <p:nvGrpSpPr>
            <p:cNvPr id="188" name="Gruppieren 187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206" name="Textfeld 205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Ellipse 206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89" name="Gruppieren 188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204" name="Textfeld 203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205" name="Ellipse 204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90" name="Gruppieren 189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202" name="Textfeld 201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203" name="Ellipse 202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91" name="Gruppieren 190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200" name="Textfeld 199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201" name="Ellipse 200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92" name="Gruppieren 191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198" name="Textfeld 197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199" name="Ellipse 198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193" name="Textfeld 192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4" name="Rechteck 193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" name="Ellipse 194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6" name="Textfeld 195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Data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7" name="Ellipse 196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4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grpSp>
        <p:nvGrpSpPr>
          <p:cNvPr id="14" name="Gruppieren 13"/>
          <p:cNvGrpSpPr/>
          <p:nvPr/>
        </p:nvGrpSpPr>
        <p:grpSpPr>
          <a:xfrm>
            <a:off x="2584649" y="1278375"/>
            <a:ext cx="1551780" cy="1652928"/>
            <a:chOff x="2584649" y="1278375"/>
            <a:chExt cx="1551780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" name="Textfeld 7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4" name="Textfeld 7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" name="Textfeld 726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8" name="Textfeld 7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" name="Textfeld 7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" name="Textfeld 7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" name="Textfeld 7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6" name="Textfeld 7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788" name="Rechteck 787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85" name="Textfeld 184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08" name="Gruppieren 207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209" name="Rechteck 20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10" name="Ellipse 20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11" name="Ellipse 21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2" name="Ellipse 21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3" name="Ellipse 21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4" name="Textfeld 21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215" name="Textfeld 21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Ellipse 21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17" name="Ellipse 21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8" name="Ellipse 21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9" name="Ellipse 21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0" name="Ellipse 21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21" name="Ellipse 22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2" name="Ellipse 22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3" name="Ellipse 22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4" name="Ellipse 22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25" name="Ellipse 22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6" name="Ellipse 22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7" name="Ellipse 22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28" name="Gruppieren 22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29" name="Rechteck 22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0" name="Rechteck 22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1" name="Rechteck 23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2" name="Rechteck 23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33" name="Rechteck 23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4" name="Rechteck 23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5" name="Rechteck 23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6" name="Rechteck 23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7" name="Rechteck 23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8" name="Rechteck 23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9" name="Rechteck 23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0" name="Rechteck 23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1" name="Rechteck 24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2" name="Rechteck 24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3" name="Rechteck 24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4" name="Rechteck 24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5" name="Rechteck 24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246" name="Textfeld 245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3289583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8901795"/>
              </p:ext>
            </p:extLst>
          </p:nvPr>
        </p:nvGraphicFramePr>
        <p:xfrm>
          <a:off x="5890574" y="1281316"/>
          <a:ext cx="4770711" cy="2038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</a:t>
                      </a:r>
                      <a:r>
                        <a:rPr lang="de-DE" sz="1100" b="0" i="0" u="none" strike="noStrike" baseline="0" dirty="0">
                          <a:effectLst/>
                          <a:latin typeface="Calibri" panose="020F0502020204030204" pitchFamily="34" charset="0"/>
                        </a:rPr>
                        <a:t> Volt Input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LargeSortingConveyor.SwitchPicAlpha.DI_Retracted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LargeSortingConveyor.SwitchPicAlpha.DI_Extended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BC7.4.6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BC7.4.7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BC7.5.3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LargeSortingConveyor.SwitchPicAlpha.DO_Extend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Data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Data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BC7.6.10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BC7</a:t>
            </a:r>
          </a:p>
        </p:txBody>
      </p:sp>
      <p:grpSp>
        <p:nvGrpSpPr>
          <p:cNvPr id="7" name="Gruppieren 6"/>
          <p:cNvGrpSpPr/>
          <p:nvPr/>
        </p:nvGrpSpPr>
        <p:grpSpPr>
          <a:xfrm>
            <a:off x="2586406" y="1278376"/>
            <a:ext cx="2517156" cy="1652928"/>
            <a:chOff x="2586406" y="1278376"/>
            <a:chExt cx="2517156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514" name="Gruppieren 513"/>
            <p:cNvGrpSpPr/>
            <p:nvPr/>
          </p:nvGrpSpPr>
          <p:grpSpPr>
            <a:xfrm>
              <a:off x="347923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5309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718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3518976" y="133911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40" name="Gruppieren 339"/>
            <p:cNvGrpSpPr/>
            <p:nvPr/>
          </p:nvGrpSpPr>
          <p:grpSpPr>
            <a:xfrm>
              <a:off x="4778612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41" name="Gruppieren 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345" name="Rechteck 34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44" name="Textfeld 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42" name="Textfeld 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79" name="Textfeld 278"/>
            <p:cNvSpPr txBox="1"/>
            <p:nvPr/>
          </p:nvSpPr>
          <p:spPr>
            <a:xfrm>
              <a:off x="2586406" y="276305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  <p:grpSp>
          <p:nvGrpSpPr>
            <p:cNvPr id="281" name="Gruppieren 280"/>
            <p:cNvGrpSpPr/>
            <p:nvPr/>
          </p:nvGrpSpPr>
          <p:grpSpPr>
            <a:xfrm>
              <a:off x="4454058" y="1327262"/>
              <a:ext cx="324950" cy="1602737"/>
              <a:chOff x="2526020" y="269422"/>
              <a:chExt cx="324950" cy="1602737"/>
            </a:xfrm>
          </p:grpSpPr>
          <p:sp>
            <p:nvSpPr>
              <p:cNvPr id="372" name="Rechteck 371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73" name="Ellipse 372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74" name="Ellipse 373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5" name="Ellipse 374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6" name="Ellipse 375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7" name="Textfeld 376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8" name="Textfeld 377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9" name="Ellipse 378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80" name="Ellipse 379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1" name="Ellipse 380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2" name="Ellipse 381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3" name="Ellipse 382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84" name="Ellipse 383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5" name="Ellipse 384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6" name="Ellipse 385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7" name="Ellipse 386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88" name="Ellipse 387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9" name="Ellipse 388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90" name="Ellipse 389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91" name="Gruppieren 390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392" name="Rechteck 391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3" name="Rechteck 392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4" name="Rechteck 393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5" name="Rechteck 394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96" name="Rechteck 395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7" name="Rechteck 396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8" name="Rechteck 397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9" name="Rechteck 398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0" name="Rechteck 399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1" name="Rechteck 400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2" name="Rechteck 401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3" name="Rechteck 402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4" name="Rechteck 403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5" name="Rechteck 404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6" name="Rechteck 405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7" name="Rechteck 406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8" name="Rechteck 407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409" name="Gruppieren 408"/>
          <p:cNvGrpSpPr/>
          <p:nvPr/>
        </p:nvGrpSpPr>
        <p:grpSpPr>
          <a:xfrm>
            <a:off x="2741148" y="3340045"/>
            <a:ext cx="1426015" cy="1533559"/>
            <a:chOff x="1304608" y="3314999"/>
            <a:chExt cx="1426015" cy="1533559"/>
          </a:xfrm>
        </p:grpSpPr>
        <p:grpSp>
          <p:nvGrpSpPr>
            <p:cNvPr id="410" name="Gruppieren 409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428" name="Textfeld 427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9" name="Ellipse 428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1" name="Gruppieren 410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426" name="Textfeld 425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427" name="Ellipse 426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2" name="Gruppieren 411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424" name="Textfeld 423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425" name="Ellipse 424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3" name="Gruppieren 412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422" name="Textfeld 421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423" name="Ellipse 422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4" name="Gruppieren 413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420" name="Textfeld 419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421" name="Ellipse 420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415" name="Textfeld 414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16" name="Rechteck 415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Ellipse 416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18" name="Textfeld 417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Data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19" name="Ellipse 418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4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</p:spTree>
    <p:extLst>
      <p:ext uri="{BB962C8B-B14F-4D97-AF65-F5344CB8AC3E}">
        <p14:creationId xmlns:p14="http://schemas.microsoft.com/office/powerpoint/2010/main" val="344680139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8825885"/>
              </p:ext>
            </p:extLst>
          </p:nvPr>
        </p:nvGraphicFramePr>
        <p:xfrm>
          <a:off x="5890574" y="1281316"/>
          <a:ext cx="4770711" cy="5086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PicAlpha.Gripper.DI_TakenIn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PicAlpha.PicAlpha_OnPickUp1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PicAlpha.PicAlpha_OnPutDown2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PicAlpha.PicAlpha_OnPutDown1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8.2.5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PicAlpha.LiftingCylinder.DI_Extended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PicAlpha.LiftingCylinder.DI_Retracted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PicAlpha.PicAlpha_OnPickUp2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8.2.8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LightGrid.Panel.DI_EmergencyStop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LightGrid.Panel.DI_StartButton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LightGrid.ExtendedPanel.DI_StopButton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LightGrid.Panel.DI_ManuelButton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LightGrid.Panel.DI_ResetButton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8002691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543176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017397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4239119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PicAlpha.Motor.DO_Backwards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3452217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PicAlpha.Motor.DO_Forwards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5021210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PicAlpha.LiftingCylinder.DO_Extend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7554135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8.7.5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PicAlpha.Gripper.DO_Intake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14896809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PicAlpha.DO_VacuumHit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8631509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LightGrid.Panel.DO_LampGreen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56196212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LightGrid.ExtendedPanel.DO_LampReset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37917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LightGrid.ExtendedPanel.DO_Q1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42286386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LightGrid.ExtendedPanel.DO_Q2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9990107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BC8</a:t>
            </a:r>
          </a:p>
        </p:txBody>
      </p:sp>
      <p:grpSp>
        <p:nvGrpSpPr>
          <p:cNvPr id="7" name="Gruppieren 6"/>
          <p:cNvGrpSpPr/>
          <p:nvPr/>
        </p:nvGrpSpPr>
        <p:grpSpPr>
          <a:xfrm>
            <a:off x="2585007" y="1278159"/>
            <a:ext cx="3169862" cy="1653145"/>
            <a:chOff x="2585007" y="1278159"/>
            <a:chExt cx="3169862" cy="1653145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514" name="Gruppieren 513"/>
            <p:cNvGrpSpPr/>
            <p:nvPr/>
          </p:nvGrpSpPr>
          <p:grpSpPr>
            <a:xfrm>
              <a:off x="347923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718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53280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781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5102318" y="1278376"/>
              <a:ext cx="371759" cy="1652928"/>
              <a:chOff x="1692193" y="1141150"/>
              <a:chExt cx="371759" cy="1652928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565" name="Gruppieren 5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67" name="Rechteck 5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68" name="Rechteck 5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9" name="Ellipse 5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0" name="Ellipse 5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1" name="Textfeld 5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72" name="Textfeld 5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73" name="Ellipse 5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4" name="Ellipse 5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5" name="Textfeld 5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76" name="Textfeld 5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77" name="Ellipse 5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8" name="Ellipse 5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9" name="Textfeld 5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80" name="Textfeld 5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81" name="Ellipse 5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2" name="Ellipse 5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3" name="Textfeld 5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84" name="Textfeld 5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85" name="Rechteck 5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Rechteck 5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Rechteck 5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8" name="Rechteck 5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9" name="Rechteck 5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Rechteck 5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Rechteck 5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2" name="Rechteck 5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66" name="Textfeld 56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4158557" y="1357566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282" name="Gruppieren 281"/>
            <p:cNvGrpSpPr/>
            <p:nvPr/>
          </p:nvGrpSpPr>
          <p:grpSpPr>
            <a:xfrm>
              <a:off x="5429919" y="1278159"/>
              <a:ext cx="324950" cy="1652928"/>
              <a:chOff x="1694292" y="1141150"/>
              <a:chExt cx="324950" cy="1652928"/>
            </a:xfrm>
          </p:grpSpPr>
          <p:grpSp>
            <p:nvGrpSpPr>
              <p:cNvPr id="283" name="Gruppieren 28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87" name="Rechteck 28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86" name="Textfeld 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4" name="Textfeld 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14" name="Textfeld 313"/>
            <p:cNvSpPr txBox="1"/>
            <p:nvPr/>
          </p:nvSpPr>
          <p:spPr>
            <a:xfrm>
              <a:off x="2585007" y="276142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</p:grpSp>
      <p:grpSp>
        <p:nvGrpSpPr>
          <p:cNvPr id="337" name="Gruppieren 336"/>
          <p:cNvGrpSpPr/>
          <p:nvPr/>
        </p:nvGrpSpPr>
        <p:grpSpPr>
          <a:xfrm>
            <a:off x="2684703" y="3418716"/>
            <a:ext cx="1426015" cy="1498824"/>
            <a:chOff x="2761121" y="3144844"/>
            <a:chExt cx="1426015" cy="1498824"/>
          </a:xfrm>
        </p:grpSpPr>
        <p:grpSp>
          <p:nvGrpSpPr>
            <p:cNvPr id="338" name="Gruppieren 337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340" name="Gruppieren 339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355" name="Textfeld 354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6" name="Ellipse 35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1" name="Gruppieren 340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353" name="Textfeld 352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354" name="Ellipse 35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2" name="Gruppieren 341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351" name="Textfeld 35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352" name="Ellipse 35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3" name="Gruppieren 342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349" name="Textfeld 348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350" name="Ellipse 34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4" name="Gruppieren 343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347" name="Textfeld 346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348" name="Ellipse 34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345" name="Textfeld 344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Rechteck 345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39" name="Ellipse 338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</p:spTree>
    <p:extLst>
      <p:ext uri="{BB962C8B-B14F-4D97-AF65-F5344CB8AC3E}">
        <p14:creationId xmlns:p14="http://schemas.microsoft.com/office/powerpoint/2010/main" val="381990336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5490547"/>
              </p:ext>
            </p:extLst>
          </p:nvPr>
        </p:nvGraphicFramePr>
        <p:xfrm>
          <a:off x="5890574" y="1432446"/>
          <a:ext cx="4770711" cy="26009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ConveyorPicAlpha.DI_Beginning_PresenceSensor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ConveyorPicAlpha.DI_End_PresenceSensor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ConveyorPicAlpha.SwitchStopper.DI_Retracted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ConveyorPicAlpha.SwitchStopper.DI_Extended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9.3.A1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Schneller Zähler / Encoder 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9.3.B1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Schneller Zähler / Encoder B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ConveyorPicAlpha.Motor.DO_Forwards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ConveyorPicAlpha.Motor.DO_Backwards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ConveyorPicAlpha.SwitchStopper.DO_Extend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ConveyorPicAlpha.AO_Speed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BC9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584415" y="1276473"/>
            <a:ext cx="2876963" cy="1654831"/>
            <a:chOff x="2584415" y="1276473"/>
            <a:chExt cx="2876963" cy="1654831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567" name="Rechteck 56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566" name="Textfeld 56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14" name="Gruppieren 313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315" name="Gruppieren 31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317" name="Gruppieren 31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319" name="Rechteck 3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" name="Rechteck 3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" name="Ellipse 3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" name="Ellipse 3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" name="Ellipse 3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" name="Ellipse 3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" name="Textfeld 3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" name="Textfeld 3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9" name="Ellipse 3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" name="Ellipse 3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" name="Textfeld 330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2" name="Textfeld 331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3" name="Ellipse 3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" name="Ellipse 3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" name="Rechteck 3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" name="Rechteck 3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" name="Rechteck 3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" name="Rechteck 3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" name="Rechteck 3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" name="Rechteck 3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" name="Rechteck 3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" name="Rechteck 3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" name="Textfeld 3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6" name="Textfeld 3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280" name="Textfeld 27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376" name="Textfeld 375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377" name="Textfeld 376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378" name="Textfeld 377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379" name="Textfeld 378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380" name="Gruppieren 379"/>
          <p:cNvGrpSpPr/>
          <p:nvPr/>
        </p:nvGrpSpPr>
        <p:grpSpPr>
          <a:xfrm>
            <a:off x="2622256" y="3308434"/>
            <a:ext cx="1426015" cy="1533559"/>
            <a:chOff x="1304608" y="3314999"/>
            <a:chExt cx="1426015" cy="1533559"/>
          </a:xfrm>
        </p:grpSpPr>
        <p:grpSp>
          <p:nvGrpSpPr>
            <p:cNvPr id="381" name="Gruppieren 380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399" name="Textfeld 398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0" name="Ellipse 399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2" name="Gruppieren 381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397" name="Textfeld 396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398" name="Ellipse 397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3" name="Gruppieren 382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395" name="Textfeld 394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396" name="Ellipse 395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4" name="Gruppieren 383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393" name="Textfeld 392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394" name="Ellipse 393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5" name="Gruppieren 384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391" name="Textfeld 390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392" name="Ellipse 391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386" name="Textfeld 385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P</a:t>
              </a:r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ower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7" name="Rechteck 386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Ellipse 387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9" name="Textfeld 388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Integer </a:t>
              </a:r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OUT</a:t>
              </a:r>
            </a:p>
          </p:txBody>
        </p:sp>
        <p:sp>
          <p:nvSpPr>
            <p:cNvPr id="390" name="Ellipse 389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</p:spTree>
    <p:extLst>
      <p:ext uri="{BB962C8B-B14F-4D97-AF65-F5344CB8AC3E}">
        <p14:creationId xmlns:p14="http://schemas.microsoft.com/office/powerpoint/2010/main" val="240151849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0132282"/>
              </p:ext>
            </p:extLst>
          </p:nvPr>
        </p:nvGraphicFramePr>
        <p:xfrm>
          <a:off x="5890574" y="1432446"/>
          <a:ext cx="4770711" cy="26009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SmallSortingConveyor.DI_Beginning_PresenceSensor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SmallSortingConveyor.DI_End_PresenceSensor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SmallSortingConveyor.Switch.DI_Retracted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SmallSortingConveyor.Switch.DI_Extanded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10.3.A1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Schneller Zähler / Encoder A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10.3.B1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Schneller Zähler / Encoder B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SmallSortingConveyor.Motor.DO_Forwards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SmallSortingConveyor.Motor.DO_Backwards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SmallSortingConveyor.Switch.DO_Extend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10.7.1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SmallSortingConveyor.AO_Speed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BC10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584415" y="1276473"/>
            <a:ext cx="2876963" cy="1654831"/>
            <a:chOff x="2584415" y="1276473"/>
            <a:chExt cx="2876963" cy="1654831"/>
          </a:xfrm>
        </p:grpSpPr>
        <p:grpSp>
          <p:nvGrpSpPr>
            <p:cNvPr id="355" name="Gruppieren 354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56" name="Gruppieren 3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58" name="Gruppieren 3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60" name="Rechteck 3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" name="Rechteck 3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" name="Ellipse 3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3" name="Ellipse 3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" name="Ellipse 3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" name="Ellipse 3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" name="Ellipse 3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" name="Ellipse 3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" name="Ellipse 3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" name="Ellipse 3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" name="Rechteck 3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" name="Rechteck 3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" name="Rechteck 3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" name="Rechteck 3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" name="Rechteck 3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" name="Rechteck 3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6" name="Rechteck 3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7" name="Rechteck 3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9" name="Textfeld 3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57" name="Textfeld 3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78" name="Rechteck 377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79" name="Rechteck 378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0" name="Rechteck 379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1" name="Rechteck 380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2" name="Rechteck 381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83" name="Gruppieren 382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84" name="Gruppieren 3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86" name="Gruppieren 3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88" name="Rechteck 3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89" name="Rechteck 3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0" name="Ellipse 3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" name="Ellipse 3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" name="Textfeld 3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93" name="Textfeld 3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94" name="Ellipse 3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" name="Ellipse 3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" name="Textfeld 3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7" name="Textfeld 3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8" name="Ellipse 3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" name="Ellipse 3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" name="Textfeld 3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1" name="Textfeld 4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2" name="Ellipse 4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3" name="Ellipse 4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" name="Textfeld 4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5" name="Textfeld 4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6" name="Rechteck 4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" name="Rechteck 4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" name="Rechteck 4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" name="Rechteck 4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" name="Rechteck 4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" name="Rechteck 4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" name="Rechteck 4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" name="Rechteck 4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87" name="Textfeld 3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85" name="Textfeld 3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414" name="Gruppieren 413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15" name="Gruppieren 4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17" name="Gruppieren 4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9" name="Rechteck 4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0" name="Rechteck 4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" name="Ellipse 4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" name="Ellipse 4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" name="Textfeld 4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4" name="Textfeld 4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25" name="Ellipse 4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" name="Ellipse 4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" name="Textfeld 4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8" name="Textfeld 4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29" name="Ellipse 4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" name="Ellipse 4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" name="Textfeld 4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32" name="Textfeld 4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33" name="Ellipse 4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" name="Ellipse 4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5" name="Textfeld 4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36" name="Textfeld 4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37" name="Rechteck 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8" name="Rechteck 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" name="Rechteck 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" name="Rechteck 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" name="Rechteck 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" name="Rechteck 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3" name="Rechteck 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" name="Rechteck 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8" name="Textfeld 4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416" name="Textfeld 4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445" name="Gruppieren 444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446" name="Gruppieren 44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48" name="Gruppieren 44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50" name="Rechteck 4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1" name="Rechteck 4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" name="Ellipse 4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" name="Ellipse 4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" name="Ellipse 45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" name="Ellipse 45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" name="Ellipse 4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7" name="Ellipse 4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" name="Ellipse 4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" name="Ellipse 4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" name="Rechteck 4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" name="Rechteck 4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" name="Rechteck 4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3" name="Rechteck 4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4" name="Rechteck 4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5" name="Rechteck 4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6" name="Rechteck 4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7" name="Rechteck 4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9" name="Textfeld 4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47" name="Textfeld 4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468" name="Gruppieren 467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69" name="Gruppieren 4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71" name="Gruppieren 4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73" name="Rechteck 4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74" name="Rechteck 4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5" name="Ellipse 4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6" name="Ellipse 4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7" name="Textfeld 4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78" name="Textfeld 4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79" name="Ellipse 4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0" name="Ellipse 4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1" name="Textfeld 4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2" name="Textfeld 481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3" name="Ellipse 4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4" name="Ellipse 4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5" name="Textfeld 484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6" name="Textfeld 485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7" name="Ellipse 4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8" name="Ellipse 4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9" name="Textfeld 4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90" name="Textfeld 4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91" name="Rechteck 4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Rechteck 4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3" name="Rechteck 4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4" name="Rechteck 4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Rechteck 4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Rechteck 4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7" name="Rechteck 4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8" name="Rechteck 4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72" name="Textfeld 4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70" name="Textfeld 4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499" name="Gruppieren 498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500" name="Gruppieren 499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502" name="Gruppieren 50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504" name="Rechteck 5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05" name="Rechteck 5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6" name="Ellipse 5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07" name="Ellipse 5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Textfeld 5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09" name="Textfeld 5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10" name="Ellipse 5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Ellipse 5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12" name="Ellipse 5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Ellipse 5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6" name="Textfeld 5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44" name="Textfeld 5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54" name="Ellipse 5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7" name="Ellipse 5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8" name="Textfeld 5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59" name="Textfeld 5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60" name="Rechteck 5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1" name="Rechteck 5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3" name="Rechteck 5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4" name="Rechteck 5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5" name="Rechteck 5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6" name="Rechteck 5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7" name="Rechteck 5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8" name="Rechteck 5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03" name="Textfeld 5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501" name="Textfeld 5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599" name="Gruppieren 598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600" name="Gruppieren 599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602" name="Rechteck 60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603" name="Textfeld 60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601" name="Textfeld 6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604" name="Rechteck 603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605" name="Gruppieren 604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606" name="Gruppieren 605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608" name="Gruppieren 607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610" name="Rechteck 6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11" name="Rechteck 6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2" name="Ellipse 6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3" name="Ellipse 6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4" name="Ellipse 6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5" name="Ellipse 6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6" name="Textfeld 6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7" name="Textfeld 6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8" name="Ellipse 6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9" name="Ellipse 6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0" name="Textfeld 619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21" name="Textfeld 620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22" name="Ellipse 6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3" name="Ellipse 6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4" name="Rechteck 6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5" name="Rechteck 6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6" name="Rechteck 6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7" name="Rechteck 6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8" name="Rechteck 6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9" name="Rechteck 6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0" name="Rechteck 6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1" name="Rechteck 6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09" name="Textfeld 6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07" name="Textfeld 6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632" name="Textfeld 631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3" name="Textfeld 632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634" name="Textfeld 633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635" name="Textfeld 634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636" name="Textfeld 635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637" name="Gruppieren 636"/>
          <p:cNvGrpSpPr/>
          <p:nvPr/>
        </p:nvGrpSpPr>
        <p:grpSpPr>
          <a:xfrm>
            <a:off x="2622256" y="3308434"/>
            <a:ext cx="1426015" cy="1533559"/>
            <a:chOff x="1304608" y="3314999"/>
            <a:chExt cx="1426015" cy="1533559"/>
          </a:xfrm>
        </p:grpSpPr>
        <p:grpSp>
          <p:nvGrpSpPr>
            <p:cNvPr id="638" name="Gruppieren 637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656" name="Textfeld 655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7" name="Ellipse 656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39" name="Gruppieren 638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654" name="Textfeld 653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655" name="Ellipse 654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40" name="Gruppieren 639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652" name="Textfeld 651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653" name="Ellipse 652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41" name="Gruppieren 640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650" name="Textfeld 649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651" name="Ellipse 650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42" name="Gruppieren 641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648" name="Textfeld 647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649" name="Ellipse 648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643" name="Textfeld 642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44" name="Rechteck 643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5" name="Ellipse 644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6" name="Textfeld 645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Integer </a:t>
              </a:r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OUT</a:t>
              </a:r>
            </a:p>
          </p:txBody>
        </p:sp>
        <p:sp>
          <p:nvSpPr>
            <p:cNvPr id="647" name="Ellipse 646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</p:spTree>
    <p:extLst>
      <p:ext uri="{BB962C8B-B14F-4D97-AF65-F5344CB8AC3E}">
        <p14:creationId xmlns:p14="http://schemas.microsoft.com/office/powerpoint/2010/main" val="241749713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1884756"/>
              </p:ext>
            </p:extLst>
          </p:nvPr>
        </p:nvGraphicFramePr>
        <p:xfrm>
          <a:off x="5805488" y="1432446"/>
          <a:ext cx="4855798" cy="2791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38175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17623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FlowSensor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GearPoint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80l/min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FlowSensor GearPoint 120l/min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PressurSensor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4bar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FlowSensor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2-200l/min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transducer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0-10A AC … 0-10V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ext. Sensor 0-10V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11.3.4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PressureSensor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11.3.G(8)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</a:t>
                      </a:r>
                      <a:r>
                        <a:rPr lang="de-DE" sz="1100" b="0" i="0" u="none" strike="noStrike" baseline="0" dirty="0">
                          <a:effectLst/>
                          <a:latin typeface="Calibri" panose="020F0502020204030204" pitchFamily="34" charset="0"/>
                        </a:rPr>
                        <a:t> GND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11.5.6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11.5.7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11.6.1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small </a:t>
                      </a:r>
                      <a:r>
                        <a:rPr lang="en-US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contacter</a:t>
                      </a:r>
                      <a:r>
                        <a:rPr lang="en-US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max. 4kW </a:t>
                      </a:r>
                      <a:r>
                        <a:rPr lang="en-US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Schuko</a:t>
                      </a:r>
                      <a:r>
                        <a:rPr lang="en-US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plug (left)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11.6.2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small </a:t>
                      </a:r>
                      <a:r>
                        <a:rPr lang="en-US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contacter</a:t>
                      </a:r>
                      <a:r>
                        <a:rPr lang="en-US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max. 4kW </a:t>
                      </a:r>
                      <a:r>
                        <a:rPr lang="en-US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Schuko</a:t>
                      </a:r>
                      <a:r>
                        <a:rPr lang="en-US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plug (right)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changeover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realay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magnet</a:t>
                      </a: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valve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03234386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BC11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585049" y="1277585"/>
            <a:ext cx="2520106" cy="1653719"/>
            <a:chOff x="2585049" y="1277585"/>
            <a:chExt cx="2520106" cy="1653719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078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3143754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9287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5118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5728" y="19596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24171" y="219913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8020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881" name="Rechteck 8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3837924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14" name="Gruppieren 313"/>
            <p:cNvGrpSpPr/>
            <p:nvPr/>
          </p:nvGrpSpPr>
          <p:grpSpPr>
            <a:xfrm>
              <a:off x="3469788" y="1277585"/>
              <a:ext cx="331945" cy="1652928"/>
              <a:chOff x="1687297" y="1141150"/>
              <a:chExt cx="331945" cy="1652928"/>
            </a:xfrm>
          </p:grpSpPr>
          <p:grpSp>
            <p:nvGrpSpPr>
              <p:cNvPr id="315" name="Gruppieren 314"/>
              <p:cNvGrpSpPr/>
              <p:nvPr/>
            </p:nvGrpSpPr>
            <p:grpSpPr>
              <a:xfrm>
                <a:off x="1692193" y="1141150"/>
                <a:ext cx="327049" cy="1537301"/>
                <a:chOff x="1692193" y="1141150"/>
                <a:chExt cx="327049" cy="1537301"/>
              </a:xfrm>
            </p:grpSpPr>
            <p:grpSp>
              <p:nvGrpSpPr>
                <p:cNvPr id="317" name="Gruppieren 316"/>
                <p:cNvGrpSpPr/>
                <p:nvPr/>
              </p:nvGrpSpPr>
              <p:grpSpPr>
                <a:xfrm>
                  <a:off x="1692193" y="1191340"/>
                  <a:ext cx="327049" cy="1487111"/>
                  <a:chOff x="1692193" y="1191340"/>
                  <a:chExt cx="327049" cy="1487111"/>
                </a:xfrm>
              </p:grpSpPr>
              <p:sp>
                <p:nvSpPr>
                  <p:cNvPr id="319" name="Rechteck 318"/>
                  <p:cNvSpPr/>
                  <p:nvPr/>
                </p:nvSpPr>
                <p:spPr>
                  <a:xfrm>
                    <a:off x="1694134" y="1191340"/>
                    <a:ext cx="325108" cy="1438663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" name="Rechteck 3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" name="Ellipse 3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" name="Ellipse 3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3" name="Textfeld 3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4" name="Textfeld 3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5" name="Ellipse 3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" name="Ellipse 3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" name="Textfeld 3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8" name="Textfeld 327"/>
                  <p:cNvSpPr txBox="1"/>
                  <p:nvPr/>
                </p:nvSpPr>
                <p:spPr>
                  <a:xfrm>
                    <a:off x="1809195" y="196793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9" name="Ellipse 3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" name="Ellipse 3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" name="Textfeld 3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2" name="Textfeld 3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3" name="Ellipse 3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" name="Ellipse 3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" name="Textfeld 3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36" name="Textfeld 335"/>
                  <p:cNvSpPr txBox="1"/>
                  <p:nvPr/>
                </p:nvSpPr>
                <p:spPr>
                  <a:xfrm>
                    <a:off x="1813062" y="24245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37" name="Rechteck 3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" name="Rechteck 3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" name="Rechteck 3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" name="Rechteck 3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" name="Rechteck 3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" name="Rechteck 3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" name="Rechteck 3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" name="Rechteck 3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" name="Textfeld 3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6" name="Textfeld 315"/>
              <p:cNvSpPr txBox="1"/>
              <p:nvPr/>
            </p:nvSpPr>
            <p:spPr>
              <a:xfrm>
                <a:off x="1687297" y="2628305"/>
                <a:ext cx="33194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249" name="Textfeld 248"/>
            <p:cNvSpPr txBox="1"/>
            <p:nvPr/>
          </p:nvSpPr>
          <p:spPr>
            <a:xfrm>
              <a:off x="2585049" y="2761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BC11</a:t>
              </a:r>
            </a:p>
          </p:txBody>
        </p:sp>
      </p:grpSp>
      <p:grpSp>
        <p:nvGrpSpPr>
          <p:cNvPr id="251" name="Gruppieren 250"/>
          <p:cNvGrpSpPr/>
          <p:nvPr/>
        </p:nvGrpSpPr>
        <p:grpSpPr>
          <a:xfrm>
            <a:off x="2622733" y="3317438"/>
            <a:ext cx="1426015" cy="1498824"/>
            <a:chOff x="2761121" y="3144844"/>
            <a:chExt cx="1426015" cy="1498824"/>
          </a:xfrm>
        </p:grpSpPr>
        <p:grpSp>
          <p:nvGrpSpPr>
            <p:cNvPr id="252" name="Gruppieren 251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254" name="Gruppieren 253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269" name="Textfeld 268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0" name="Ellipse 26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5" name="Gruppieren 254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267" name="Textfeld 266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268" name="Ellipse 26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6" name="Gruppieren 255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265" name="Textfeld 264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266" name="Ellipse 26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7" name="Gruppieren 256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263" name="Textfeld 262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264" name="Ellipse 26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8" name="Gruppieren 257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261" name="Textfeld 260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262" name="Ellipse 26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259" name="Textfeld 258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P</a:t>
                </a:r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ower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Rechteck 259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53" name="Ellipse 252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</p:spTree>
    <p:extLst>
      <p:ext uri="{BB962C8B-B14F-4D97-AF65-F5344CB8AC3E}">
        <p14:creationId xmlns:p14="http://schemas.microsoft.com/office/powerpoint/2010/main" val="38103618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83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0-1</a:t>
            </a:r>
            <a:endParaRPr lang="de-DE" dirty="0"/>
          </a:p>
        </p:txBody>
      </p:sp>
      <p:grpSp>
        <p:nvGrpSpPr>
          <p:cNvPr id="3" name="Gruppieren 2"/>
          <p:cNvGrpSpPr/>
          <p:nvPr/>
        </p:nvGrpSpPr>
        <p:grpSpPr>
          <a:xfrm>
            <a:off x="391231" y="938772"/>
            <a:ext cx="3508669" cy="1652928"/>
            <a:chOff x="391231" y="938772"/>
            <a:chExt cx="3508669" cy="1652928"/>
          </a:xfrm>
        </p:grpSpPr>
        <p:grpSp>
          <p:nvGrpSpPr>
            <p:cNvPr id="3116" name="Gruppieren 3115"/>
            <p:cNvGrpSpPr/>
            <p:nvPr/>
          </p:nvGrpSpPr>
          <p:grpSpPr>
            <a:xfrm>
              <a:off x="636022" y="938772"/>
              <a:ext cx="324950" cy="1652928"/>
              <a:chOff x="1694292" y="1141150"/>
              <a:chExt cx="324950" cy="1652928"/>
            </a:xfrm>
          </p:grpSpPr>
          <p:grpSp>
            <p:nvGrpSpPr>
              <p:cNvPr id="6523" name="Gruppieren 65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6525" name="Gruppieren 65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6527" name="Rechteck 6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28" name="Rechteck 6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9" name="Ellipse 6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30" name="Ellipse 6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1" name="Ellipse 65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2" name="Ellipse 65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3" name="Ellipse 65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4" name="Ellipse 65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5" name="Ellipse 65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6" name="Ellipse 65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7" name="Rechteck 65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8" name="Rechteck 65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9" name="Rechteck 65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0" name="Rechteck 65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1" name="Rechteck 65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2" name="Rechteck 65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3" name="Rechteck 65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4" name="Rechteck 65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526" name="Textfeld 6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6524" name="Textfeld 6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117" name="Rechteck 3116"/>
            <p:cNvSpPr/>
            <p:nvPr/>
          </p:nvSpPr>
          <p:spPr>
            <a:xfrm>
              <a:off x="396638" y="11014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8" name="Rechteck 3117"/>
            <p:cNvSpPr/>
            <p:nvPr/>
          </p:nvSpPr>
          <p:spPr>
            <a:xfrm>
              <a:off x="473414" y="12828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9" name="Rechteck 3118"/>
            <p:cNvSpPr/>
            <p:nvPr/>
          </p:nvSpPr>
          <p:spPr>
            <a:xfrm>
              <a:off x="429940" y="13255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0" name="Rechteck 3119"/>
            <p:cNvSpPr/>
            <p:nvPr/>
          </p:nvSpPr>
          <p:spPr>
            <a:xfrm>
              <a:off x="474084" y="18913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1" name="Rechteck 3120"/>
            <p:cNvSpPr/>
            <p:nvPr/>
          </p:nvSpPr>
          <p:spPr>
            <a:xfrm>
              <a:off x="430610" y="19340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22" name="Gruppieren 3121"/>
            <p:cNvGrpSpPr/>
            <p:nvPr/>
          </p:nvGrpSpPr>
          <p:grpSpPr>
            <a:xfrm>
              <a:off x="95951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94" name="Gruppieren 649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96" name="Gruppieren 649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98" name="Rechteck 649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99" name="Rechteck 649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0" name="Ellipse 649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01" name="Ellipse 650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2" name="Textfeld 650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503" name="Ellipse 65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4" name="Ellipse 65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5" name="Textfeld 65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06" name="Textfeld 65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07" name="Ellipse 6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8" name="Ellipse 6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9" name="Textfeld 6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10" name="Textfeld 6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11" name="Ellipse 6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2" name="Ellipse 6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3" name="Textfeld 6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514" name="Textfeld 6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515" name="Rechteck 6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6" name="Rechteck 6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7" name="Rechteck 6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8" name="Rechteck 6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9" name="Rechteck 6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0" name="Rechteck 6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1" name="Rechteck 6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2" name="Rechteck 6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97" name="Textfeld 649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6495" name="Textfeld 6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3" name="Gruppieren 3122"/>
            <p:cNvGrpSpPr/>
            <p:nvPr/>
          </p:nvGrpSpPr>
          <p:grpSpPr>
            <a:xfrm>
              <a:off x="1286437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64" name="Gruppieren 646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66" name="Gruppieren 646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68" name="Rechteck 646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69" name="Rechteck 646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0" name="Ellipse 646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1" name="Ellipse 647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2" name="Textfeld 647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73" name="Textfeld 647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74" name="Ellipse 64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5" name="Ellipse 64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6" name="Textfeld 647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77" name="Textfeld 647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78" name="Ellipse 647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9" name="Ellipse 647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0" name="Textfeld 647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1" name="Textfeld 648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2" name="Ellipse 64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83" name="Ellipse 64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4" name="Textfeld 648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85" name="Textfeld 648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86" name="Rechteck 648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7" name="Rechteck 648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8" name="Rechteck 648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9" name="Rechteck 648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0" name="Rechteck 648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1" name="Rechteck 649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2" name="Rechteck 649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3" name="Rechteck 649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67" name="Textfeld 646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465" name="Textfeld 646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4" name="Gruppieren 3123"/>
            <p:cNvGrpSpPr/>
            <p:nvPr/>
          </p:nvGrpSpPr>
          <p:grpSpPr>
            <a:xfrm>
              <a:off x="1610416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34" name="Gruppieren 643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36" name="Gruppieren 64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38" name="Rechteck 64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39" name="Rechteck 64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0" name="Ellipse 64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1" name="Ellipse 64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2" name="Textfeld 64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43" name="Textfeld 64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44" name="Ellipse 64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5" name="Ellipse 64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6" name="Textfeld 64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47" name="Textfeld 64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48" name="Ellipse 64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9" name="Ellipse 64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0" name="Textfeld 64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51" name="Textfeld 64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52" name="Ellipse 64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3" name="Ellipse 64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4" name="Textfeld 64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55" name="Textfeld 64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56" name="Rechteck 64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7" name="Rechteck 64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8" name="Rechteck 64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9" name="Rechteck 64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0" name="Rechteck 64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1" name="Rechteck 64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2" name="Rechteck 64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3" name="Rechteck 64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37" name="Textfeld 643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6435" name="Textfeld 64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5" name="Gruppieren 3124"/>
            <p:cNvGrpSpPr/>
            <p:nvPr/>
          </p:nvGrpSpPr>
          <p:grpSpPr>
            <a:xfrm>
              <a:off x="1934395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04" name="Gruppieren 640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06" name="Gruppieren 64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08" name="Rechteck 64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09" name="Rechteck 64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0" name="Ellipse 64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1" name="Ellipse 64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2" name="Textfeld 64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13" name="Textfeld 64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14" name="Ellipse 64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5" name="Ellipse 64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6" name="Textfeld 64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17" name="Textfeld 64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18" name="Ellipse 64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9" name="Ellipse 64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0" name="Textfeld 64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21" name="Textfeld 64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22" name="Ellipse 64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3" name="Ellipse 64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4" name="Textfeld 64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25" name="Textfeld 64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26" name="Rechteck 64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7" name="Rechteck 64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8" name="Rechteck 64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9" name="Rechteck 64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0" name="Rechteck 64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1" name="Rechteck 64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2" name="Rechteck 64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3" name="Rechteck 64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07" name="Textfeld 640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6405" name="Textfeld 64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7" name="Gruppieren 3126"/>
            <p:cNvGrpSpPr/>
            <p:nvPr/>
          </p:nvGrpSpPr>
          <p:grpSpPr>
            <a:xfrm>
              <a:off x="2260893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261" name="Gruppieren 32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63" name="Gruppieren 32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65" name="Rechteck 32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66" name="Rechteck 32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7" name="Ellipse 32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8" name="Ellipse 32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9" name="Textfeld 32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0" name="Textfeld 32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71" name="Ellipse 32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2" name="Ellipse 32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4" name="Textfeld 63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5" name="Textfeld 63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6" name="Ellipse 63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7" name="Ellipse 63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8" name="Textfeld 63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9" name="Textfeld 63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70" name="Ellipse 63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371" name="Ellipse 63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2" name="Textfeld 63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373" name="Textfeld 63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374" name="Rechteck 63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5" name="Rechteck 63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6" name="Rechteck 63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7" name="Rechteck 63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8" name="Rechteck 63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9" name="Rechteck 63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0" name="Rechteck 63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1" name="Rechteck 63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64" name="Textfeld 32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262" name="Textfeld 32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28" name="Gruppieren 3127"/>
            <p:cNvGrpSpPr/>
            <p:nvPr/>
          </p:nvGrpSpPr>
          <p:grpSpPr>
            <a:xfrm>
              <a:off x="258487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231" name="Gruppieren 323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33" name="Gruppieren 32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35" name="Rechteck 32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36" name="Rechteck 32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7" name="Ellipse 32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8" name="Ellipse 32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9" name="Textfeld 32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40" name="Textfeld 32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41" name="Ellipse 32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2" name="Ellipse 32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3" name="Textfeld 32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4" name="Textfeld 32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5" name="Ellipse 32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6" name="Ellipse 32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7" name="Textfeld 32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8" name="Textfeld 32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9" name="Ellipse 32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0" name="Ellipse 32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1" name="Textfeld 32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52" name="Textfeld 32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53" name="Rechteck 32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4" name="Rechteck 32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5" name="Rechteck 32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6" name="Rechteck 32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7" name="Rechteck 32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8" name="Rechteck 32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9" name="Rechteck 32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0" name="Rechteck 32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34" name="Textfeld 323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232" name="Textfeld 32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29" name="Gruppieren 3128"/>
            <p:cNvGrpSpPr/>
            <p:nvPr/>
          </p:nvGrpSpPr>
          <p:grpSpPr>
            <a:xfrm>
              <a:off x="2908851" y="938772"/>
              <a:ext cx="371759" cy="1652928"/>
              <a:chOff x="1692193" y="1141150"/>
              <a:chExt cx="371759" cy="1652928"/>
            </a:xfrm>
          </p:grpSpPr>
          <p:grpSp>
            <p:nvGrpSpPr>
              <p:cNvPr id="3201" name="Gruppieren 3200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203" name="Gruppieren 32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05" name="Rechteck 32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6" name="Rechteck 32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7" name="Ellipse 32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8" name="Ellipse 32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9" name="Textfeld 32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10" name="Textfeld 32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11" name="Ellipse 32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2" name="Ellipse 32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3" name="Textfeld 32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4" name="Textfeld 32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5" name="Ellipse 32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6" name="Ellipse 32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7" name="Textfeld 32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8" name="Textfeld 32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9" name="Ellipse 32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0" name="Ellipse 32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1" name="Textfeld 32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22" name="Textfeld 32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23" name="Rechteck 32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4" name="Rechteck 32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5" name="Rechteck 32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6" name="Rechteck 32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7" name="Rechteck 32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8" name="Rechteck 32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9" name="Rechteck 32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0" name="Rechteck 32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04" name="Textfeld 320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3202" name="Textfeld 32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30" name="Gruppieren 3129"/>
            <p:cNvGrpSpPr/>
            <p:nvPr/>
          </p:nvGrpSpPr>
          <p:grpSpPr>
            <a:xfrm>
              <a:off x="3231687" y="945446"/>
              <a:ext cx="358092" cy="1646254"/>
              <a:chOff x="1692193" y="1147824"/>
              <a:chExt cx="358092" cy="1646254"/>
            </a:xfrm>
          </p:grpSpPr>
          <p:grpSp>
            <p:nvGrpSpPr>
              <p:cNvPr id="3171" name="Gruppieren 317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173" name="Gruppieren 31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75" name="Rechteck 31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6" name="Rechteck 31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Ellipse 31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Ellipse 31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Textfeld 31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80" name="Textfeld 31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81" name="Ellipse 31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Ellipse 31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3" name="Textfeld 31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4" name="Textfeld 31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5" name="Ellipse 31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6" name="Ellipse 31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7" name="Textfeld 31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8" name="Textfeld 31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9" name="Ellipse 31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0" name="Ellipse 31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Textfeld 31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92" name="Textfeld 31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93" name="Rechteck 31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Rechteck 31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Rechteck 31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6" name="Rechteck 31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7" name="Rechteck 31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Rechteck 31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Rechteck 31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0" name="Rechteck 31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74" name="Textfeld 317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3172" name="Textfeld 31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35" name="Gruppieren 3134"/>
            <p:cNvGrpSpPr/>
            <p:nvPr/>
          </p:nvGrpSpPr>
          <p:grpSpPr>
            <a:xfrm>
              <a:off x="3553463" y="950693"/>
              <a:ext cx="346437" cy="1638565"/>
              <a:chOff x="1686699" y="1155513"/>
              <a:chExt cx="346437" cy="1638565"/>
            </a:xfrm>
          </p:grpSpPr>
          <p:grpSp>
            <p:nvGrpSpPr>
              <p:cNvPr id="3137" name="Gruppieren 3136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139" name="Rechteck 3138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40" name="Textfeld 3139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3138" name="Textfeld 31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136" name="Textfeld 3135"/>
            <p:cNvSpPr txBox="1"/>
            <p:nvPr/>
          </p:nvSpPr>
          <p:spPr>
            <a:xfrm>
              <a:off x="391231" y="24226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sp>
          <p:nvSpPr>
            <p:cNvPr id="3115" name="Textfeld 3114"/>
            <p:cNvSpPr txBox="1"/>
            <p:nvPr/>
          </p:nvSpPr>
          <p:spPr>
            <a:xfrm>
              <a:off x="1087911" y="1533486"/>
              <a:ext cx="14640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50" dirty="0" smtClean="0"/>
                <a:t>2</a:t>
              </a:r>
              <a:endParaRPr lang="de-DE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20424641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18955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2</a:t>
            </a:r>
            <a:endParaRPr lang="de-DE" dirty="0"/>
          </a:p>
        </p:txBody>
      </p:sp>
      <p:grpSp>
        <p:nvGrpSpPr>
          <p:cNvPr id="3" name="Gruppieren 2"/>
          <p:cNvGrpSpPr/>
          <p:nvPr/>
        </p:nvGrpSpPr>
        <p:grpSpPr>
          <a:xfrm>
            <a:off x="391231" y="938772"/>
            <a:ext cx="3508669" cy="1652928"/>
            <a:chOff x="391231" y="938772"/>
            <a:chExt cx="3508669" cy="1652928"/>
          </a:xfrm>
        </p:grpSpPr>
        <p:grpSp>
          <p:nvGrpSpPr>
            <p:cNvPr id="3116" name="Gruppieren 3115"/>
            <p:cNvGrpSpPr/>
            <p:nvPr/>
          </p:nvGrpSpPr>
          <p:grpSpPr>
            <a:xfrm>
              <a:off x="636022" y="938772"/>
              <a:ext cx="324950" cy="1652928"/>
              <a:chOff x="1694292" y="1141150"/>
              <a:chExt cx="324950" cy="1652928"/>
            </a:xfrm>
          </p:grpSpPr>
          <p:grpSp>
            <p:nvGrpSpPr>
              <p:cNvPr id="6523" name="Gruppieren 65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6525" name="Gruppieren 65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6527" name="Rechteck 6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28" name="Rechteck 6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9" name="Ellipse 6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30" name="Ellipse 6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1" name="Ellipse 65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2" name="Ellipse 65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3" name="Ellipse 65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4" name="Ellipse 65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5" name="Ellipse 65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6" name="Ellipse 65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7" name="Rechteck 65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8" name="Rechteck 65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9" name="Rechteck 65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0" name="Rechteck 65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1" name="Rechteck 65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2" name="Rechteck 65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3" name="Rechteck 65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4" name="Rechteck 65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526" name="Textfeld 6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6524" name="Textfeld 6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117" name="Rechteck 3116"/>
            <p:cNvSpPr/>
            <p:nvPr/>
          </p:nvSpPr>
          <p:spPr>
            <a:xfrm>
              <a:off x="396638" y="11014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8" name="Rechteck 3117"/>
            <p:cNvSpPr/>
            <p:nvPr/>
          </p:nvSpPr>
          <p:spPr>
            <a:xfrm>
              <a:off x="473414" y="12828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9" name="Rechteck 3118"/>
            <p:cNvSpPr/>
            <p:nvPr/>
          </p:nvSpPr>
          <p:spPr>
            <a:xfrm>
              <a:off x="429940" y="13255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0" name="Rechteck 3119"/>
            <p:cNvSpPr/>
            <p:nvPr/>
          </p:nvSpPr>
          <p:spPr>
            <a:xfrm>
              <a:off x="474084" y="18913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1" name="Rechteck 3120"/>
            <p:cNvSpPr/>
            <p:nvPr/>
          </p:nvSpPr>
          <p:spPr>
            <a:xfrm>
              <a:off x="430610" y="19340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22" name="Gruppieren 3121"/>
            <p:cNvGrpSpPr/>
            <p:nvPr/>
          </p:nvGrpSpPr>
          <p:grpSpPr>
            <a:xfrm>
              <a:off x="95951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94" name="Gruppieren 649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96" name="Gruppieren 649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98" name="Rechteck 649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99" name="Rechteck 649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0" name="Ellipse 649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01" name="Ellipse 650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2" name="Textfeld 650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503" name="Ellipse 65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4" name="Ellipse 65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5" name="Textfeld 65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06" name="Textfeld 65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07" name="Ellipse 6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8" name="Ellipse 6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9" name="Textfeld 6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10" name="Textfeld 6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11" name="Ellipse 6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2" name="Ellipse 6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3" name="Textfeld 6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514" name="Textfeld 6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515" name="Rechteck 6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6" name="Rechteck 6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7" name="Rechteck 6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8" name="Rechteck 6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9" name="Rechteck 6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0" name="Rechteck 6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1" name="Rechteck 6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2" name="Rechteck 6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97" name="Textfeld 649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6495" name="Textfeld 6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3" name="Gruppieren 3122"/>
            <p:cNvGrpSpPr/>
            <p:nvPr/>
          </p:nvGrpSpPr>
          <p:grpSpPr>
            <a:xfrm>
              <a:off x="1286437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64" name="Gruppieren 646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66" name="Gruppieren 646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68" name="Rechteck 646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69" name="Rechteck 646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0" name="Ellipse 646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1" name="Ellipse 647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2" name="Textfeld 647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73" name="Textfeld 647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74" name="Ellipse 64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5" name="Ellipse 64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6" name="Textfeld 647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77" name="Textfeld 647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78" name="Ellipse 647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9" name="Ellipse 647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0" name="Textfeld 647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1" name="Textfeld 648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2" name="Ellipse 64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83" name="Ellipse 64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4" name="Textfeld 648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85" name="Textfeld 648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86" name="Rechteck 648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7" name="Rechteck 648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8" name="Rechteck 648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9" name="Rechteck 648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0" name="Rechteck 648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1" name="Rechteck 649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2" name="Rechteck 649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3" name="Rechteck 649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67" name="Textfeld 646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465" name="Textfeld 646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4" name="Gruppieren 3123"/>
            <p:cNvGrpSpPr/>
            <p:nvPr/>
          </p:nvGrpSpPr>
          <p:grpSpPr>
            <a:xfrm>
              <a:off x="1610416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34" name="Gruppieren 643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36" name="Gruppieren 64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38" name="Rechteck 64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39" name="Rechteck 64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0" name="Ellipse 64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1" name="Ellipse 64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2" name="Textfeld 64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43" name="Textfeld 64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44" name="Ellipse 64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5" name="Ellipse 64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6" name="Textfeld 64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47" name="Textfeld 64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48" name="Ellipse 64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9" name="Ellipse 64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0" name="Textfeld 64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51" name="Textfeld 64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52" name="Ellipse 64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3" name="Ellipse 64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4" name="Textfeld 64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55" name="Textfeld 64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56" name="Rechteck 64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7" name="Rechteck 64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8" name="Rechteck 64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9" name="Rechteck 64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0" name="Rechteck 64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1" name="Rechteck 64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2" name="Rechteck 64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3" name="Rechteck 64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37" name="Textfeld 643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6435" name="Textfeld 64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5" name="Gruppieren 3124"/>
            <p:cNvGrpSpPr/>
            <p:nvPr/>
          </p:nvGrpSpPr>
          <p:grpSpPr>
            <a:xfrm>
              <a:off x="1934395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04" name="Gruppieren 640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06" name="Gruppieren 64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08" name="Rechteck 64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09" name="Rechteck 64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0" name="Ellipse 64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1" name="Ellipse 64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2" name="Textfeld 64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13" name="Textfeld 64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14" name="Ellipse 64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5" name="Ellipse 64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6" name="Textfeld 64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17" name="Textfeld 64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18" name="Ellipse 64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9" name="Ellipse 64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0" name="Textfeld 64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21" name="Textfeld 64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22" name="Ellipse 64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3" name="Ellipse 64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4" name="Textfeld 64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25" name="Textfeld 64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26" name="Rechteck 64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7" name="Rechteck 64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8" name="Rechteck 64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9" name="Rechteck 64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0" name="Rechteck 64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1" name="Rechteck 64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2" name="Rechteck 64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3" name="Rechteck 64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07" name="Textfeld 640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6405" name="Textfeld 64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7" name="Gruppieren 3126"/>
            <p:cNvGrpSpPr/>
            <p:nvPr/>
          </p:nvGrpSpPr>
          <p:grpSpPr>
            <a:xfrm>
              <a:off x="2260893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261" name="Gruppieren 32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63" name="Gruppieren 32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65" name="Rechteck 32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66" name="Rechteck 32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7" name="Ellipse 32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8" name="Ellipse 32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9" name="Textfeld 32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0" name="Textfeld 32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71" name="Ellipse 32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2" name="Ellipse 32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4" name="Textfeld 63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5" name="Textfeld 63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6" name="Ellipse 63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7" name="Ellipse 63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8" name="Textfeld 63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9" name="Textfeld 63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70" name="Ellipse 63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371" name="Ellipse 63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2" name="Textfeld 63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373" name="Textfeld 63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374" name="Rechteck 63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5" name="Rechteck 63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6" name="Rechteck 63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7" name="Rechteck 63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8" name="Rechteck 63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9" name="Rechteck 63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0" name="Rechteck 63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1" name="Rechteck 63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64" name="Textfeld 32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262" name="Textfeld 32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28" name="Gruppieren 3127"/>
            <p:cNvGrpSpPr/>
            <p:nvPr/>
          </p:nvGrpSpPr>
          <p:grpSpPr>
            <a:xfrm>
              <a:off x="258487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231" name="Gruppieren 323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33" name="Gruppieren 32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35" name="Rechteck 32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36" name="Rechteck 32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7" name="Ellipse 32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8" name="Ellipse 32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9" name="Textfeld 32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40" name="Textfeld 32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41" name="Ellipse 32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2" name="Ellipse 32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3" name="Textfeld 32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4" name="Textfeld 32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5" name="Ellipse 32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6" name="Ellipse 32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7" name="Textfeld 32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8" name="Textfeld 32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9" name="Ellipse 32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0" name="Ellipse 32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1" name="Textfeld 32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52" name="Textfeld 32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53" name="Rechteck 32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4" name="Rechteck 32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5" name="Rechteck 32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6" name="Rechteck 32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7" name="Rechteck 32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8" name="Rechteck 32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9" name="Rechteck 32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0" name="Rechteck 32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34" name="Textfeld 323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232" name="Textfeld 32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29" name="Gruppieren 3128"/>
            <p:cNvGrpSpPr/>
            <p:nvPr/>
          </p:nvGrpSpPr>
          <p:grpSpPr>
            <a:xfrm>
              <a:off x="2908851" y="938772"/>
              <a:ext cx="371759" cy="1652928"/>
              <a:chOff x="1692193" y="1141150"/>
              <a:chExt cx="371759" cy="1652928"/>
            </a:xfrm>
          </p:grpSpPr>
          <p:grpSp>
            <p:nvGrpSpPr>
              <p:cNvPr id="3201" name="Gruppieren 3200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203" name="Gruppieren 32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05" name="Rechteck 32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6" name="Rechteck 32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7" name="Ellipse 32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8" name="Ellipse 32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9" name="Textfeld 32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10" name="Textfeld 32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11" name="Ellipse 32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2" name="Ellipse 32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3" name="Textfeld 32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4" name="Textfeld 32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5" name="Ellipse 32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6" name="Ellipse 32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7" name="Textfeld 32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8" name="Textfeld 32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9" name="Ellipse 32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0" name="Ellipse 32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1" name="Textfeld 32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22" name="Textfeld 32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23" name="Rechteck 32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4" name="Rechteck 32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5" name="Rechteck 32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6" name="Rechteck 32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7" name="Rechteck 32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8" name="Rechteck 32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9" name="Rechteck 32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0" name="Rechteck 32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04" name="Textfeld 320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3202" name="Textfeld 32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30" name="Gruppieren 3129"/>
            <p:cNvGrpSpPr/>
            <p:nvPr/>
          </p:nvGrpSpPr>
          <p:grpSpPr>
            <a:xfrm>
              <a:off x="3231687" y="945446"/>
              <a:ext cx="358092" cy="1646254"/>
              <a:chOff x="1692193" y="1147824"/>
              <a:chExt cx="358092" cy="1646254"/>
            </a:xfrm>
          </p:grpSpPr>
          <p:grpSp>
            <p:nvGrpSpPr>
              <p:cNvPr id="3171" name="Gruppieren 317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173" name="Gruppieren 31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75" name="Rechteck 31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6" name="Rechteck 31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Ellipse 31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Ellipse 31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Textfeld 31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80" name="Textfeld 31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81" name="Ellipse 31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Ellipse 31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3" name="Textfeld 31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4" name="Textfeld 31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5" name="Ellipse 31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6" name="Ellipse 31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7" name="Textfeld 31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8" name="Textfeld 31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9" name="Ellipse 31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0" name="Ellipse 31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Textfeld 31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92" name="Textfeld 31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93" name="Rechteck 31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Rechteck 31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Rechteck 31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6" name="Rechteck 31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7" name="Rechteck 31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Rechteck 31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Rechteck 31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0" name="Rechteck 31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74" name="Textfeld 317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3172" name="Textfeld 31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35" name="Gruppieren 3134"/>
            <p:cNvGrpSpPr/>
            <p:nvPr/>
          </p:nvGrpSpPr>
          <p:grpSpPr>
            <a:xfrm>
              <a:off x="3553463" y="950693"/>
              <a:ext cx="346437" cy="1638565"/>
              <a:chOff x="1686699" y="1155513"/>
              <a:chExt cx="346437" cy="1638565"/>
            </a:xfrm>
          </p:grpSpPr>
          <p:grpSp>
            <p:nvGrpSpPr>
              <p:cNvPr id="3137" name="Gruppieren 3136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139" name="Rechteck 3138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40" name="Textfeld 3139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3138" name="Textfeld 31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136" name="Textfeld 3135"/>
            <p:cNvSpPr txBox="1"/>
            <p:nvPr/>
          </p:nvSpPr>
          <p:spPr>
            <a:xfrm>
              <a:off x="391231" y="24226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sp>
          <p:nvSpPr>
            <p:cNvPr id="3115" name="Textfeld 3114"/>
            <p:cNvSpPr txBox="1"/>
            <p:nvPr/>
          </p:nvSpPr>
          <p:spPr>
            <a:xfrm>
              <a:off x="1087911" y="1533486"/>
              <a:ext cx="14640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50" dirty="0" smtClean="0"/>
                <a:t>2</a:t>
              </a:r>
              <a:endParaRPr lang="de-DE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423875241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18955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3</a:t>
            </a:r>
            <a:endParaRPr lang="de-DE" dirty="0"/>
          </a:p>
        </p:txBody>
      </p:sp>
      <p:grpSp>
        <p:nvGrpSpPr>
          <p:cNvPr id="3" name="Gruppieren 2"/>
          <p:cNvGrpSpPr/>
          <p:nvPr/>
        </p:nvGrpSpPr>
        <p:grpSpPr>
          <a:xfrm>
            <a:off x="391231" y="938772"/>
            <a:ext cx="3508669" cy="1652928"/>
            <a:chOff x="391231" y="938772"/>
            <a:chExt cx="3508669" cy="1652928"/>
          </a:xfrm>
        </p:grpSpPr>
        <p:grpSp>
          <p:nvGrpSpPr>
            <p:cNvPr id="3116" name="Gruppieren 3115"/>
            <p:cNvGrpSpPr/>
            <p:nvPr/>
          </p:nvGrpSpPr>
          <p:grpSpPr>
            <a:xfrm>
              <a:off x="636022" y="938772"/>
              <a:ext cx="324950" cy="1652928"/>
              <a:chOff x="1694292" y="1141150"/>
              <a:chExt cx="324950" cy="1652928"/>
            </a:xfrm>
          </p:grpSpPr>
          <p:grpSp>
            <p:nvGrpSpPr>
              <p:cNvPr id="6523" name="Gruppieren 65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6525" name="Gruppieren 65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6527" name="Rechteck 6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28" name="Rechteck 6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9" name="Ellipse 6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30" name="Ellipse 6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1" name="Ellipse 65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2" name="Ellipse 65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3" name="Ellipse 65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4" name="Ellipse 65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5" name="Ellipse 65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6" name="Ellipse 65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7" name="Rechteck 65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8" name="Rechteck 65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9" name="Rechteck 65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0" name="Rechteck 65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1" name="Rechteck 65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2" name="Rechteck 65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3" name="Rechteck 65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4" name="Rechteck 65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526" name="Textfeld 6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6524" name="Textfeld 6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117" name="Rechteck 3116"/>
            <p:cNvSpPr/>
            <p:nvPr/>
          </p:nvSpPr>
          <p:spPr>
            <a:xfrm>
              <a:off x="396638" y="11014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8" name="Rechteck 3117"/>
            <p:cNvSpPr/>
            <p:nvPr/>
          </p:nvSpPr>
          <p:spPr>
            <a:xfrm>
              <a:off x="473414" y="12828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9" name="Rechteck 3118"/>
            <p:cNvSpPr/>
            <p:nvPr/>
          </p:nvSpPr>
          <p:spPr>
            <a:xfrm>
              <a:off x="429940" y="13255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0" name="Rechteck 3119"/>
            <p:cNvSpPr/>
            <p:nvPr/>
          </p:nvSpPr>
          <p:spPr>
            <a:xfrm>
              <a:off x="474084" y="18913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1" name="Rechteck 3120"/>
            <p:cNvSpPr/>
            <p:nvPr/>
          </p:nvSpPr>
          <p:spPr>
            <a:xfrm>
              <a:off x="430610" y="19340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22" name="Gruppieren 3121"/>
            <p:cNvGrpSpPr/>
            <p:nvPr/>
          </p:nvGrpSpPr>
          <p:grpSpPr>
            <a:xfrm>
              <a:off x="95951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94" name="Gruppieren 649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96" name="Gruppieren 649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98" name="Rechteck 649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99" name="Rechteck 649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0" name="Ellipse 649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01" name="Ellipse 650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2" name="Textfeld 650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503" name="Ellipse 65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4" name="Ellipse 65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5" name="Textfeld 65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06" name="Textfeld 65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07" name="Ellipse 6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8" name="Ellipse 6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9" name="Textfeld 6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10" name="Textfeld 6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11" name="Ellipse 6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2" name="Ellipse 6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3" name="Textfeld 6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514" name="Textfeld 6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515" name="Rechteck 6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6" name="Rechteck 6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7" name="Rechteck 6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8" name="Rechteck 6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9" name="Rechteck 6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0" name="Rechteck 6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1" name="Rechteck 6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2" name="Rechteck 6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97" name="Textfeld 649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6495" name="Textfeld 6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3" name="Gruppieren 3122"/>
            <p:cNvGrpSpPr/>
            <p:nvPr/>
          </p:nvGrpSpPr>
          <p:grpSpPr>
            <a:xfrm>
              <a:off x="1286437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64" name="Gruppieren 646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66" name="Gruppieren 646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68" name="Rechteck 646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69" name="Rechteck 646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0" name="Ellipse 646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1" name="Ellipse 647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2" name="Textfeld 647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73" name="Textfeld 647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74" name="Ellipse 64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5" name="Ellipse 64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6" name="Textfeld 647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77" name="Textfeld 647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78" name="Ellipse 647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9" name="Ellipse 647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0" name="Textfeld 647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1" name="Textfeld 648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2" name="Ellipse 64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83" name="Ellipse 64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4" name="Textfeld 648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85" name="Textfeld 648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86" name="Rechteck 648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7" name="Rechteck 648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8" name="Rechteck 648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9" name="Rechteck 648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0" name="Rechteck 648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1" name="Rechteck 649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2" name="Rechteck 649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3" name="Rechteck 649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67" name="Textfeld 646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465" name="Textfeld 646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4" name="Gruppieren 3123"/>
            <p:cNvGrpSpPr/>
            <p:nvPr/>
          </p:nvGrpSpPr>
          <p:grpSpPr>
            <a:xfrm>
              <a:off x="1610416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34" name="Gruppieren 643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36" name="Gruppieren 64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38" name="Rechteck 64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39" name="Rechteck 64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0" name="Ellipse 64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1" name="Ellipse 64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2" name="Textfeld 64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43" name="Textfeld 64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44" name="Ellipse 64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5" name="Ellipse 64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6" name="Textfeld 64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47" name="Textfeld 64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48" name="Ellipse 64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9" name="Ellipse 64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0" name="Textfeld 64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51" name="Textfeld 64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52" name="Ellipse 64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3" name="Ellipse 64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4" name="Textfeld 64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55" name="Textfeld 64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56" name="Rechteck 64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7" name="Rechteck 64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8" name="Rechteck 64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9" name="Rechteck 64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0" name="Rechteck 64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1" name="Rechteck 64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2" name="Rechteck 64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3" name="Rechteck 64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37" name="Textfeld 643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6435" name="Textfeld 64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5" name="Gruppieren 3124"/>
            <p:cNvGrpSpPr/>
            <p:nvPr/>
          </p:nvGrpSpPr>
          <p:grpSpPr>
            <a:xfrm>
              <a:off x="1934395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04" name="Gruppieren 640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06" name="Gruppieren 64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08" name="Rechteck 64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09" name="Rechteck 64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0" name="Ellipse 64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1" name="Ellipse 64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2" name="Textfeld 64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13" name="Textfeld 64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14" name="Ellipse 64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5" name="Ellipse 64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6" name="Textfeld 64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17" name="Textfeld 64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18" name="Ellipse 64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9" name="Ellipse 64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0" name="Textfeld 64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21" name="Textfeld 64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22" name="Ellipse 64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3" name="Ellipse 64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4" name="Textfeld 64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25" name="Textfeld 64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26" name="Rechteck 64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7" name="Rechteck 64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8" name="Rechteck 64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9" name="Rechteck 64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0" name="Rechteck 64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1" name="Rechteck 64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2" name="Rechteck 64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3" name="Rechteck 64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07" name="Textfeld 640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6405" name="Textfeld 64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7" name="Gruppieren 3126"/>
            <p:cNvGrpSpPr/>
            <p:nvPr/>
          </p:nvGrpSpPr>
          <p:grpSpPr>
            <a:xfrm>
              <a:off x="2260893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261" name="Gruppieren 32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63" name="Gruppieren 32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65" name="Rechteck 32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66" name="Rechteck 32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7" name="Ellipse 32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8" name="Ellipse 32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9" name="Textfeld 32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0" name="Textfeld 32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71" name="Ellipse 32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2" name="Ellipse 32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4" name="Textfeld 63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5" name="Textfeld 63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6" name="Ellipse 63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7" name="Ellipse 63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8" name="Textfeld 63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9" name="Textfeld 63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70" name="Ellipse 63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371" name="Ellipse 63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2" name="Textfeld 63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373" name="Textfeld 63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374" name="Rechteck 63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5" name="Rechteck 63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6" name="Rechteck 63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7" name="Rechteck 63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8" name="Rechteck 63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9" name="Rechteck 63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0" name="Rechteck 63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1" name="Rechteck 63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64" name="Textfeld 32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262" name="Textfeld 32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28" name="Gruppieren 3127"/>
            <p:cNvGrpSpPr/>
            <p:nvPr/>
          </p:nvGrpSpPr>
          <p:grpSpPr>
            <a:xfrm>
              <a:off x="258487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231" name="Gruppieren 323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33" name="Gruppieren 32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35" name="Rechteck 32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36" name="Rechteck 32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7" name="Ellipse 32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8" name="Ellipse 32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9" name="Textfeld 32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40" name="Textfeld 32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41" name="Ellipse 32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2" name="Ellipse 32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3" name="Textfeld 32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4" name="Textfeld 32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5" name="Ellipse 32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6" name="Ellipse 32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7" name="Textfeld 32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8" name="Textfeld 32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9" name="Ellipse 32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0" name="Ellipse 32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1" name="Textfeld 32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52" name="Textfeld 32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53" name="Rechteck 32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4" name="Rechteck 32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5" name="Rechteck 32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6" name="Rechteck 32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7" name="Rechteck 32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8" name="Rechteck 32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9" name="Rechteck 32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0" name="Rechteck 32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34" name="Textfeld 323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232" name="Textfeld 32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29" name="Gruppieren 3128"/>
            <p:cNvGrpSpPr/>
            <p:nvPr/>
          </p:nvGrpSpPr>
          <p:grpSpPr>
            <a:xfrm>
              <a:off x="2908851" y="938772"/>
              <a:ext cx="371759" cy="1652928"/>
              <a:chOff x="1692193" y="1141150"/>
              <a:chExt cx="371759" cy="1652928"/>
            </a:xfrm>
          </p:grpSpPr>
          <p:grpSp>
            <p:nvGrpSpPr>
              <p:cNvPr id="3201" name="Gruppieren 3200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203" name="Gruppieren 32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05" name="Rechteck 32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6" name="Rechteck 32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7" name="Ellipse 32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8" name="Ellipse 32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9" name="Textfeld 32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10" name="Textfeld 32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11" name="Ellipse 32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2" name="Ellipse 32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3" name="Textfeld 32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4" name="Textfeld 32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5" name="Ellipse 32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6" name="Ellipse 32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7" name="Textfeld 32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8" name="Textfeld 32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9" name="Ellipse 32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0" name="Ellipse 32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1" name="Textfeld 32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22" name="Textfeld 32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23" name="Rechteck 32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4" name="Rechteck 32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5" name="Rechteck 32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6" name="Rechteck 32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7" name="Rechteck 32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8" name="Rechteck 32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9" name="Rechteck 32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0" name="Rechteck 32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04" name="Textfeld 320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3202" name="Textfeld 32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30" name="Gruppieren 3129"/>
            <p:cNvGrpSpPr/>
            <p:nvPr/>
          </p:nvGrpSpPr>
          <p:grpSpPr>
            <a:xfrm>
              <a:off x="3231687" y="945446"/>
              <a:ext cx="358092" cy="1646254"/>
              <a:chOff x="1692193" y="1147824"/>
              <a:chExt cx="358092" cy="1646254"/>
            </a:xfrm>
          </p:grpSpPr>
          <p:grpSp>
            <p:nvGrpSpPr>
              <p:cNvPr id="3171" name="Gruppieren 317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173" name="Gruppieren 31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75" name="Rechteck 31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6" name="Rechteck 31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Ellipse 31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Ellipse 31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Textfeld 31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80" name="Textfeld 31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81" name="Ellipse 31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Ellipse 31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3" name="Textfeld 31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4" name="Textfeld 31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5" name="Ellipse 31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6" name="Ellipse 31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7" name="Textfeld 31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8" name="Textfeld 31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9" name="Ellipse 31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0" name="Ellipse 31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Textfeld 31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92" name="Textfeld 31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93" name="Rechteck 31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Rechteck 31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Rechteck 31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6" name="Rechteck 31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7" name="Rechteck 31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Rechteck 31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Rechteck 31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0" name="Rechteck 31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74" name="Textfeld 317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3172" name="Textfeld 31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35" name="Gruppieren 3134"/>
            <p:cNvGrpSpPr/>
            <p:nvPr/>
          </p:nvGrpSpPr>
          <p:grpSpPr>
            <a:xfrm>
              <a:off x="3553463" y="950693"/>
              <a:ext cx="346437" cy="1638565"/>
              <a:chOff x="1686699" y="1155513"/>
              <a:chExt cx="346437" cy="1638565"/>
            </a:xfrm>
          </p:grpSpPr>
          <p:grpSp>
            <p:nvGrpSpPr>
              <p:cNvPr id="3137" name="Gruppieren 3136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139" name="Rechteck 3138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40" name="Textfeld 3139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3138" name="Textfeld 31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136" name="Textfeld 3135"/>
            <p:cNvSpPr txBox="1"/>
            <p:nvPr/>
          </p:nvSpPr>
          <p:spPr>
            <a:xfrm>
              <a:off x="391231" y="24226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sp>
          <p:nvSpPr>
            <p:cNvPr id="3115" name="Textfeld 3114"/>
            <p:cNvSpPr txBox="1"/>
            <p:nvPr/>
          </p:nvSpPr>
          <p:spPr>
            <a:xfrm>
              <a:off x="1087911" y="1533486"/>
              <a:ext cx="14640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50" dirty="0" smtClean="0"/>
                <a:t>2</a:t>
              </a:r>
              <a:endParaRPr lang="de-DE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5396147" y="917816"/>
            <a:ext cx="4172409" cy="1654781"/>
            <a:chOff x="5190114" y="934009"/>
            <a:chExt cx="4172409" cy="1654781"/>
          </a:xfrm>
        </p:grpSpPr>
        <p:grpSp>
          <p:nvGrpSpPr>
            <p:cNvPr id="793" name="Gruppieren 792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258" name="Gruppieren 125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260" name="Gruppieren 125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262" name="Rechteck 12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63" name="Rechteck 12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Ellipse 12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65" name="Ellipse 12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6" name="Ellipse 12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7" name="Ellipse 12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8" name="Ellipse 12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9" name="Ellipse 12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0" name="Ellipse 12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1" name="Ellipse 12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2" name="Rechteck 12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3" name="Rechteck 12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4" name="Rechteck 12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5" name="Rechteck 12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6" name="Rechteck 12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7" name="Rechteck 12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8" name="Rechteck 12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9" name="Rechteck 12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61" name="Textfeld 12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259" name="Textfeld 12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94" name="Rechteck 793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5" name="Rechteck 794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6" name="Rechteck 795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7" name="Rechteck 796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8" name="Rechteck 797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99" name="Gruppieren 798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228" name="Gruppieren 122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230" name="Gruppieren 12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32" name="Rechteck 12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33" name="Rechteck 12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Ellipse 12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35" name="Ellipse 12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6" name="Textfeld 12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37" name="Textfeld 12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38" name="Ellipse 12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9" name="Ellipse 12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0" name="Textfeld 12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1" name="Textfeld 12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2" name="Ellipse 12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3" name="Ellipse 12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4" name="Textfeld 124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5" name="Textfeld 124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6" name="Ellipse 12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7" name="Ellipse 12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8" name="Textfeld 12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49" name="Textfeld 12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50" name="Rechteck 12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1" name="Rechteck 12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2" name="Rechteck 12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3" name="Rechteck 12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4" name="Rechteck 12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5" name="Rechteck 12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6" name="Rechteck 12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7" name="Rechteck 12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31" name="Textfeld 123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229" name="Textfeld 12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00" name="Gruppieren 799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198" name="Gruppieren 119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200" name="Gruppieren 119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02" name="Rechteck 12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03" name="Rechteck 12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Ellipse 12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Ellipse 12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Textfeld 12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07" name="Textfeld 12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08" name="Ellipse 12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9" name="Ellipse 12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0" name="Textfeld 120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1" name="Textfeld 121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2" name="Ellipse 12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3" name="Ellipse 12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4" name="Textfeld 121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5" name="Textfeld 121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6" name="Ellipse 12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17" name="Ellipse 12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8" name="Textfeld 12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19" name="Textfeld 12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20" name="Rechteck 12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1" name="Rechteck 12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2" name="Rechteck 12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3" name="Rechteck 12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4" name="Rechteck 12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5" name="Rechteck 12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Rechteck 12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7" name="Rechteck 12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01" name="Textfeld 12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199" name="Textfeld 11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04" name="Gruppieren 803"/>
            <p:cNvGrpSpPr/>
            <p:nvPr/>
          </p:nvGrpSpPr>
          <p:grpSpPr>
            <a:xfrm>
              <a:off x="6412219" y="934270"/>
              <a:ext cx="327049" cy="1652928"/>
              <a:chOff x="1692193" y="1141150"/>
              <a:chExt cx="327049" cy="1652928"/>
            </a:xfrm>
          </p:grpSpPr>
          <p:grpSp>
            <p:nvGrpSpPr>
              <p:cNvPr id="1078" name="Gruppieren 10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80" name="Gruppieren 10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82" name="Rechteck 10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83" name="Rechteck 10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4" name="Ellipse 10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5" name="Ellipse 10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6" name="Textfeld 10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87" name="Textfeld 10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88" name="Ellipse 10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9" name="Ellipse 10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0" name="Textfeld 10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1" name="Textfeld 10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2" name="Ellipse 10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Ellipse 10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Textfeld 10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5" name="Textfeld 10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6" name="Ellipse 10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97" name="Ellipse 10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Textfeld 10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99" name="Textfeld 10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Rechteck 11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Rechteck 11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5" name="Rechteck 11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6" name="Rechteck 11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7" name="Rechteck 11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81" name="Textfeld 10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079" name="Textfeld 10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05" name="Gruppieren 804"/>
            <p:cNvGrpSpPr/>
            <p:nvPr/>
          </p:nvGrpSpPr>
          <p:grpSpPr>
            <a:xfrm>
              <a:off x="6734677" y="934009"/>
              <a:ext cx="420326" cy="1652928"/>
              <a:chOff x="1688847" y="1141150"/>
              <a:chExt cx="420326" cy="1652928"/>
            </a:xfrm>
          </p:grpSpPr>
          <p:grpSp>
            <p:nvGrpSpPr>
              <p:cNvPr id="1048" name="Gruppieren 1047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050" name="Gruppieren 10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52" name="Rechteck 10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3" name="Rechteck 10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4" name="Ellipse 10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Textfeld 10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9" name="Ellipse 10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Textfeld 10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1" name="Textfeld 10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2" name="Ellipse 10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Ellipse 10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Textfeld 10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5" name="Textfeld 10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6" name="Ellipse 10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Ellipse 10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Textfeld 10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69" name="Textfeld 10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70" name="Rechteck 10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1" name="Rechteck 10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4" name="Rechteck 10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Rechteck 10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Rechteck 10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7" name="Rechteck 10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51" name="Textfeld 1050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049" name="Textfeld 10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07" name="Gruppieren 806"/>
            <p:cNvGrpSpPr/>
            <p:nvPr/>
          </p:nvGrpSpPr>
          <p:grpSpPr>
            <a:xfrm>
              <a:off x="7066730" y="940683"/>
              <a:ext cx="358092" cy="1646254"/>
              <a:chOff x="1692193" y="1147824"/>
              <a:chExt cx="358092" cy="1646254"/>
            </a:xfrm>
          </p:grpSpPr>
          <p:grpSp>
            <p:nvGrpSpPr>
              <p:cNvPr id="996" name="Gruppieren 99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98" name="Gruppieren 9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00" name="Rechteck 9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01" name="Rechteck 10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06" name="Ellipse 10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Ellipse 10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Textfeld 10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09" name="Textfeld 10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10" name="Ellipse 10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Ellipse 10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Textfeld 10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13" name="Textfeld 10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14" name="Ellipse 10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Ellipse 10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6" name="Textfeld 10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17" name="Textfeld 10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Rechteck 10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2" name="Rechteck 10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3" name="Rechteck 10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4" name="Rechteck 10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5" name="Rechteck 10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9" name="Textfeld 99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97" name="Textfeld 9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10" name="Gruppieren 809"/>
            <p:cNvGrpSpPr/>
            <p:nvPr/>
          </p:nvGrpSpPr>
          <p:grpSpPr>
            <a:xfrm>
              <a:off x="7391116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933" name="Gruppieren 93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35" name="Gruppieren 9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7" name="Rechteck 9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8" name="Rechteck 9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Ellipse 9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2" name="Textfeld 9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Ellipse 9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6" name="Textfeld 9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Ellipse 9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Textfeld 9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Ellipse 9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4" name="Textfeld 9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5" name="Rechteck 9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6" name="Rechteck 9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Rechteck 9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Rechteck 9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Rechteck 9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0" name="Rechteck 9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6" name="Textfeld 9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34" name="Textfeld 9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11" name="Gruppieren 810"/>
            <p:cNvGrpSpPr/>
            <p:nvPr/>
          </p:nvGrpSpPr>
          <p:grpSpPr>
            <a:xfrm>
              <a:off x="7713622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903" name="Gruppieren 90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5" name="Gruppieren 9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" name="Rechteck 9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8" name="Rechteck 9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" name="Ellipse 9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" name="Ellipse 9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" name="Textfeld 9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" name="Textfeld 9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3" name="Ellipse 9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Textfeld 9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7" name="Ellipse 9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Textfeld 9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1" name="Ellipse 9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Textfeld 9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5" name="Rechteck 9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" name="Rechteck 9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Rechteck 9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Rechteck 9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" name="Rechteck 9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6" name="Textfeld 90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904" name="Textfeld 9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12" name="Gruppieren 811"/>
            <p:cNvGrpSpPr/>
            <p:nvPr/>
          </p:nvGrpSpPr>
          <p:grpSpPr>
            <a:xfrm>
              <a:off x="8031128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Ellipse 8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6" name="Ellipse 8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Textfeld 8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8" name="Textfeld 8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9" name="Ellipse 8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" name="Ellipse 8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Textfeld 890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2" name="Textfeld 8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3" name="Ellipse 8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" name="Ellipse 8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" name="Rechteck 89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" name="Rechteck 89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Rechteck 8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13" name="Gruppieren 812"/>
            <p:cNvGrpSpPr/>
            <p:nvPr/>
          </p:nvGrpSpPr>
          <p:grpSpPr>
            <a:xfrm>
              <a:off x="835626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849" name="Gruppieren 84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51" name="Gruppieren 85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53" name="Rechteck 8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4" name="Rechteck 8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" name="Ellipse 8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Textfeld 8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9" name="Ellipse 8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" name="Ellipse 86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4" name="Textfeld 86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Ellipse 8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68" name="Textfeld 86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" name="Rechteck 87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" name="Textfeld 85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50" name="Textfeld 8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14" name="Gruppieren 813"/>
            <p:cNvGrpSpPr/>
            <p:nvPr/>
          </p:nvGrpSpPr>
          <p:grpSpPr>
            <a:xfrm>
              <a:off x="868070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821" name="Gruppieren 820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23" name="Gruppieren 822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5" name="Rechteck 8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6" name="Rechteck 8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Ellipse 8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Ellipse 8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" name="Textfeld 8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0" name="Textfeld 8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1" name="Ellipse 8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2" name="Ellipse 8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" name="Ellipse 8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" name="Ellipse 8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" name="Textfeld 8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36" name="Textfeld 8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37" name="Ellipse 8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Ellipse 8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Textfeld 8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40" name="Textfeld 8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41" name="Rechteck 8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" name="Rechteck 8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" name="Rechteck 8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" name="Rechteck 8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5" name="Rechteck 8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6" name="Rechteck 8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" name="Rechteck 8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Rechteck 8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4" name="Textfeld 82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22" name="Textfeld 8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15" name="Gruppieren 814"/>
            <p:cNvGrpSpPr/>
            <p:nvPr/>
          </p:nvGrpSpPr>
          <p:grpSpPr>
            <a:xfrm>
              <a:off x="9006530" y="942536"/>
              <a:ext cx="355993" cy="1646254"/>
              <a:chOff x="1694292" y="1147824"/>
              <a:chExt cx="355993" cy="1646254"/>
            </a:xfrm>
          </p:grpSpPr>
          <p:grpSp>
            <p:nvGrpSpPr>
              <p:cNvPr id="817" name="Gruppieren 816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19" name="Rechteck 81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0" name="Textfeld 81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18" name="Textfeld 8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16" name="Textfeld 815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8116349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19367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4a-6</a:t>
            </a:r>
            <a:endParaRPr lang="de-DE" dirty="0"/>
          </a:p>
        </p:txBody>
      </p:sp>
      <p:grpSp>
        <p:nvGrpSpPr>
          <p:cNvPr id="3" name="Gruppieren 2"/>
          <p:cNvGrpSpPr/>
          <p:nvPr/>
        </p:nvGrpSpPr>
        <p:grpSpPr>
          <a:xfrm>
            <a:off x="391231" y="938772"/>
            <a:ext cx="3508669" cy="1652928"/>
            <a:chOff x="391231" y="938772"/>
            <a:chExt cx="3508669" cy="1652928"/>
          </a:xfrm>
        </p:grpSpPr>
        <p:grpSp>
          <p:nvGrpSpPr>
            <p:cNvPr id="3116" name="Gruppieren 3115"/>
            <p:cNvGrpSpPr/>
            <p:nvPr/>
          </p:nvGrpSpPr>
          <p:grpSpPr>
            <a:xfrm>
              <a:off x="636022" y="938772"/>
              <a:ext cx="324950" cy="1652928"/>
              <a:chOff x="1694292" y="1141150"/>
              <a:chExt cx="324950" cy="1652928"/>
            </a:xfrm>
          </p:grpSpPr>
          <p:grpSp>
            <p:nvGrpSpPr>
              <p:cNvPr id="6523" name="Gruppieren 65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6525" name="Gruppieren 65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6527" name="Rechteck 6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28" name="Rechteck 6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9" name="Ellipse 6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30" name="Ellipse 6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1" name="Ellipse 65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2" name="Ellipse 65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3" name="Ellipse 65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4" name="Ellipse 65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5" name="Ellipse 65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6" name="Ellipse 65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7" name="Rechteck 65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8" name="Rechteck 65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9" name="Rechteck 65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0" name="Rechteck 65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1" name="Rechteck 65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2" name="Rechteck 65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3" name="Rechteck 65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4" name="Rechteck 65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526" name="Textfeld 6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6524" name="Textfeld 6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117" name="Rechteck 3116"/>
            <p:cNvSpPr/>
            <p:nvPr/>
          </p:nvSpPr>
          <p:spPr>
            <a:xfrm>
              <a:off x="396638" y="11014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8" name="Rechteck 3117"/>
            <p:cNvSpPr/>
            <p:nvPr/>
          </p:nvSpPr>
          <p:spPr>
            <a:xfrm>
              <a:off x="473414" y="12828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9" name="Rechteck 3118"/>
            <p:cNvSpPr/>
            <p:nvPr/>
          </p:nvSpPr>
          <p:spPr>
            <a:xfrm>
              <a:off x="429940" y="13255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0" name="Rechteck 3119"/>
            <p:cNvSpPr/>
            <p:nvPr/>
          </p:nvSpPr>
          <p:spPr>
            <a:xfrm>
              <a:off x="474084" y="18913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1" name="Rechteck 3120"/>
            <p:cNvSpPr/>
            <p:nvPr/>
          </p:nvSpPr>
          <p:spPr>
            <a:xfrm>
              <a:off x="430610" y="19340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22" name="Gruppieren 3121"/>
            <p:cNvGrpSpPr/>
            <p:nvPr/>
          </p:nvGrpSpPr>
          <p:grpSpPr>
            <a:xfrm>
              <a:off x="95951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94" name="Gruppieren 649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96" name="Gruppieren 649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98" name="Rechteck 649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99" name="Rechteck 649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0" name="Ellipse 649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01" name="Ellipse 650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2" name="Textfeld 650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503" name="Ellipse 65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4" name="Ellipse 65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5" name="Textfeld 65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06" name="Textfeld 65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07" name="Ellipse 6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8" name="Ellipse 6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9" name="Textfeld 6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10" name="Textfeld 6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11" name="Ellipse 6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2" name="Ellipse 6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3" name="Textfeld 6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514" name="Textfeld 6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515" name="Rechteck 6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6" name="Rechteck 6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7" name="Rechteck 6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8" name="Rechteck 6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9" name="Rechteck 6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0" name="Rechteck 6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1" name="Rechteck 6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2" name="Rechteck 6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97" name="Textfeld 649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6495" name="Textfeld 6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3" name="Gruppieren 3122"/>
            <p:cNvGrpSpPr/>
            <p:nvPr/>
          </p:nvGrpSpPr>
          <p:grpSpPr>
            <a:xfrm>
              <a:off x="1286437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64" name="Gruppieren 646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66" name="Gruppieren 646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68" name="Rechteck 646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69" name="Rechteck 646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0" name="Ellipse 646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1" name="Ellipse 647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2" name="Textfeld 647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73" name="Textfeld 647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74" name="Ellipse 64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5" name="Ellipse 64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6" name="Textfeld 647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77" name="Textfeld 647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78" name="Ellipse 647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9" name="Ellipse 647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0" name="Textfeld 647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1" name="Textfeld 648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2" name="Ellipse 64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83" name="Ellipse 64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4" name="Textfeld 648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85" name="Textfeld 648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86" name="Rechteck 648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7" name="Rechteck 648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8" name="Rechteck 648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9" name="Rechteck 648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0" name="Rechteck 648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1" name="Rechteck 649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2" name="Rechteck 649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3" name="Rechteck 649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67" name="Textfeld 646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465" name="Textfeld 646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4" name="Gruppieren 3123"/>
            <p:cNvGrpSpPr/>
            <p:nvPr/>
          </p:nvGrpSpPr>
          <p:grpSpPr>
            <a:xfrm>
              <a:off x="1610416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34" name="Gruppieren 643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36" name="Gruppieren 64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38" name="Rechteck 64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39" name="Rechteck 64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0" name="Ellipse 64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1" name="Ellipse 64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2" name="Textfeld 64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43" name="Textfeld 64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44" name="Ellipse 64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5" name="Ellipse 64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6" name="Textfeld 64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47" name="Textfeld 64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48" name="Ellipse 64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9" name="Ellipse 64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0" name="Textfeld 64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51" name="Textfeld 64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52" name="Ellipse 64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3" name="Ellipse 64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4" name="Textfeld 64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55" name="Textfeld 64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56" name="Rechteck 64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7" name="Rechteck 64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8" name="Rechteck 64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9" name="Rechteck 64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0" name="Rechteck 64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1" name="Rechteck 64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2" name="Rechteck 64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3" name="Rechteck 64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37" name="Textfeld 643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6435" name="Textfeld 64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5" name="Gruppieren 3124"/>
            <p:cNvGrpSpPr/>
            <p:nvPr/>
          </p:nvGrpSpPr>
          <p:grpSpPr>
            <a:xfrm>
              <a:off x="1934395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04" name="Gruppieren 640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06" name="Gruppieren 64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08" name="Rechteck 64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09" name="Rechteck 64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0" name="Ellipse 64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1" name="Ellipse 64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2" name="Textfeld 64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13" name="Textfeld 64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14" name="Ellipse 64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5" name="Ellipse 64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6" name="Textfeld 64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17" name="Textfeld 64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18" name="Ellipse 64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9" name="Ellipse 64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0" name="Textfeld 64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21" name="Textfeld 64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22" name="Ellipse 64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3" name="Ellipse 64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4" name="Textfeld 64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25" name="Textfeld 64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26" name="Rechteck 64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7" name="Rechteck 64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8" name="Rechteck 64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9" name="Rechteck 64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0" name="Rechteck 64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1" name="Rechteck 64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2" name="Rechteck 64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3" name="Rechteck 64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07" name="Textfeld 640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6405" name="Textfeld 64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7" name="Gruppieren 3126"/>
            <p:cNvGrpSpPr/>
            <p:nvPr/>
          </p:nvGrpSpPr>
          <p:grpSpPr>
            <a:xfrm>
              <a:off x="2260893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261" name="Gruppieren 32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63" name="Gruppieren 32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65" name="Rechteck 32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66" name="Rechteck 32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7" name="Ellipse 32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8" name="Ellipse 32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9" name="Textfeld 32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0" name="Textfeld 32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71" name="Ellipse 32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2" name="Ellipse 32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4" name="Textfeld 63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5" name="Textfeld 63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6" name="Ellipse 63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7" name="Ellipse 63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8" name="Textfeld 63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9" name="Textfeld 63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70" name="Ellipse 63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371" name="Ellipse 63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2" name="Textfeld 63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373" name="Textfeld 63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374" name="Rechteck 63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5" name="Rechteck 63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6" name="Rechteck 63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7" name="Rechteck 63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8" name="Rechteck 63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9" name="Rechteck 63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0" name="Rechteck 63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1" name="Rechteck 63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64" name="Textfeld 32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262" name="Textfeld 32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28" name="Gruppieren 3127"/>
            <p:cNvGrpSpPr/>
            <p:nvPr/>
          </p:nvGrpSpPr>
          <p:grpSpPr>
            <a:xfrm>
              <a:off x="258487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231" name="Gruppieren 323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33" name="Gruppieren 32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35" name="Rechteck 32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36" name="Rechteck 32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7" name="Ellipse 32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8" name="Ellipse 32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9" name="Textfeld 32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40" name="Textfeld 32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41" name="Ellipse 32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2" name="Ellipse 32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3" name="Textfeld 32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4" name="Textfeld 32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5" name="Ellipse 32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6" name="Ellipse 32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7" name="Textfeld 32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8" name="Textfeld 32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9" name="Ellipse 32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0" name="Ellipse 32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1" name="Textfeld 32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52" name="Textfeld 32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53" name="Rechteck 32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4" name="Rechteck 32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5" name="Rechteck 32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6" name="Rechteck 32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7" name="Rechteck 32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8" name="Rechteck 32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9" name="Rechteck 32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0" name="Rechteck 32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34" name="Textfeld 323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232" name="Textfeld 32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29" name="Gruppieren 3128"/>
            <p:cNvGrpSpPr/>
            <p:nvPr/>
          </p:nvGrpSpPr>
          <p:grpSpPr>
            <a:xfrm>
              <a:off x="2908851" y="938772"/>
              <a:ext cx="371759" cy="1652928"/>
              <a:chOff x="1692193" y="1141150"/>
              <a:chExt cx="371759" cy="1652928"/>
            </a:xfrm>
          </p:grpSpPr>
          <p:grpSp>
            <p:nvGrpSpPr>
              <p:cNvPr id="3201" name="Gruppieren 3200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203" name="Gruppieren 32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05" name="Rechteck 32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6" name="Rechteck 32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7" name="Ellipse 32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8" name="Ellipse 32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9" name="Textfeld 32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10" name="Textfeld 32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11" name="Ellipse 32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2" name="Ellipse 32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3" name="Textfeld 32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4" name="Textfeld 32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5" name="Ellipse 32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6" name="Ellipse 32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7" name="Textfeld 32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8" name="Textfeld 32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9" name="Ellipse 32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0" name="Ellipse 32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1" name="Textfeld 32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22" name="Textfeld 32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23" name="Rechteck 32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4" name="Rechteck 32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5" name="Rechteck 32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6" name="Rechteck 32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7" name="Rechteck 32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8" name="Rechteck 32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9" name="Rechteck 32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0" name="Rechteck 32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04" name="Textfeld 320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3202" name="Textfeld 32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30" name="Gruppieren 3129"/>
            <p:cNvGrpSpPr/>
            <p:nvPr/>
          </p:nvGrpSpPr>
          <p:grpSpPr>
            <a:xfrm>
              <a:off x="3231687" y="945446"/>
              <a:ext cx="358092" cy="1646254"/>
              <a:chOff x="1692193" y="1147824"/>
              <a:chExt cx="358092" cy="1646254"/>
            </a:xfrm>
          </p:grpSpPr>
          <p:grpSp>
            <p:nvGrpSpPr>
              <p:cNvPr id="3171" name="Gruppieren 317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173" name="Gruppieren 31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75" name="Rechteck 31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6" name="Rechteck 31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Ellipse 31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Ellipse 31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Textfeld 31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80" name="Textfeld 31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81" name="Ellipse 31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Ellipse 31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3" name="Textfeld 31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4" name="Textfeld 31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5" name="Ellipse 31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6" name="Ellipse 31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7" name="Textfeld 31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8" name="Textfeld 31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9" name="Ellipse 31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0" name="Ellipse 31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Textfeld 31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92" name="Textfeld 31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93" name="Rechteck 31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Rechteck 31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Rechteck 31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6" name="Rechteck 31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7" name="Rechteck 31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Rechteck 31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Rechteck 31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0" name="Rechteck 31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74" name="Textfeld 317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3172" name="Textfeld 31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35" name="Gruppieren 3134"/>
            <p:cNvGrpSpPr/>
            <p:nvPr/>
          </p:nvGrpSpPr>
          <p:grpSpPr>
            <a:xfrm>
              <a:off x="3553463" y="950693"/>
              <a:ext cx="346437" cy="1638565"/>
              <a:chOff x="1686699" y="1155513"/>
              <a:chExt cx="346437" cy="1638565"/>
            </a:xfrm>
          </p:grpSpPr>
          <p:grpSp>
            <p:nvGrpSpPr>
              <p:cNvPr id="3137" name="Gruppieren 3136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139" name="Rechteck 3138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40" name="Textfeld 3139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3138" name="Textfeld 31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136" name="Textfeld 3135"/>
            <p:cNvSpPr txBox="1"/>
            <p:nvPr/>
          </p:nvSpPr>
          <p:spPr>
            <a:xfrm>
              <a:off x="391231" y="24226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sp>
          <p:nvSpPr>
            <p:cNvPr id="3115" name="Textfeld 3114"/>
            <p:cNvSpPr txBox="1"/>
            <p:nvPr/>
          </p:nvSpPr>
          <p:spPr>
            <a:xfrm>
              <a:off x="1087911" y="1533486"/>
              <a:ext cx="14640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50" dirty="0" smtClean="0"/>
                <a:t>2</a:t>
              </a:r>
              <a:endParaRPr lang="de-DE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1425" name="Gruppieren 1424"/>
          <p:cNvGrpSpPr/>
          <p:nvPr/>
        </p:nvGrpSpPr>
        <p:grpSpPr>
          <a:xfrm>
            <a:off x="5394517" y="919541"/>
            <a:ext cx="4172409" cy="1654781"/>
            <a:chOff x="5190114" y="934009"/>
            <a:chExt cx="4172409" cy="1654781"/>
          </a:xfrm>
        </p:grpSpPr>
        <p:grpSp>
          <p:nvGrpSpPr>
            <p:cNvPr id="1426" name="Gruppieren 1425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740" name="Gruppieren 173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742" name="Gruppieren 174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744" name="Rechteck 17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5" name="Rechteck 17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6" name="Ellipse 17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7" name="Ellipse 17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8" name="Ellipse 1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9" name="Ellipse 1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0" name="Ellipse 17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1" name="Ellipse 17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2" name="Ellipse 17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3" name="Ellipse 17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4" name="Rechteck 17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5" name="Rechteck 17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6" name="Rechteck 17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7" name="Rechteck 17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8" name="Rechteck 17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9" name="Rechteck 17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0" name="Rechteck 17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1" name="Rechteck 17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43" name="Textfeld 17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741" name="Textfeld 17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1427" name="Rechteck 1426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8" name="Rechteck 1427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9" name="Rechteck 1428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0" name="Rechteck 1429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1" name="Rechteck 1430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432" name="Gruppieren 1431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710" name="Gruppieren 17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712" name="Gruppieren 17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714" name="Rechteck 17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5" name="Rechteck 17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6" name="Ellipse 17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7" name="Ellipse 17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8" name="Textfeld 17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19" name="Textfeld 17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20" name="Ellipse 17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1" name="Ellipse 17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2" name="Textfeld 17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3" name="Textfeld 17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4" name="Ellipse 17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5" name="Ellipse 17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6" name="Textfeld 17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7" name="Textfeld 17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8" name="Ellipse 17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9" name="Ellipse 17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0" name="Textfeld 17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31" name="Textfeld 17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32" name="Rechteck 17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3" name="Rechteck 17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4" name="Rechteck 17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5" name="Rechteck 17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6" name="Rechteck 17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7" name="Rechteck 17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8" name="Rechteck 17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9" name="Rechteck 17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13" name="Textfeld 17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711" name="Textfeld 17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3" name="Gruppieren 1432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680" name="Gruppieren 167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82" name="Gruppieren 16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84" name="Rechteck 16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85" name="Rechteck 16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6" name="Ellipse 16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7" name="Ellipse 16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8" name="Textfeld 16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89" name="Textfeld 16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90" name="Ellipse 16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1" name="Ellipse 16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2" name="Textfeld 16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3" name="Textfeld 16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8" name="Ellipse 16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99" name="Ellipse 16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Textfeld 16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01" name="Textfeld 17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02" name="Rechteck 17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3" name="Rechteck 17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4" name="Rechteck 17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Rechteck 17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Rechteck 17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7" name="Rechteck 17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8" name="Rechteck 17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9" name="Rechteck 17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83" name="Textfeld 16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681" name="Textfeld 16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4" name="Gruppieren 1433"/>
            <p:cNvGrpSpPr/>
            <p:nvPr/>
          </p:nvGrpSpPr>
          <p:grpSpPr>
            <a:xfrm>
              <a:off x="6412219" y="934270"/>
              <a:ext cx="327049" cy="1652928"/>
              <a:chOff x="1692193" y="1141150"/>
              <a:chExt cx="327049" cy="1652928"/>
            </a:xfrm>
          </p:grpSpPr>
          <p:grpSp>
            <p:nvGrpSpPr>
              <p:cNvPr id="1650" name="Gruppieren 16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52" name="Gruppieren 16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54" name="Rechteck 16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55" name="Rechteck 16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6" name="Ellipse 16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7" name="Ellipse 16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8" name="Textfeld 16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59" name="Textfeld 16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60" name="Ellipse 16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2" name="Textfeld 16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3" name="Textfeld 16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Textfeld 16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7" name="Textfeld 16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8" name="Ellipse 16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9" name="Ellipse 16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Textfeld 16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71" name="Textfeld 16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5" name="Rechteck 16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6" name="Rechteck 16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7" name="Rechteck 16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8" name="Rechteck 16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9" name="Rechteck 16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3" name="Textfeld 16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651" name="Textfeld 16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5" name="Gruppieren 1434"/>
            <p:cNvGrpSpPr/>
            <p:nvPr/>
          </p:nvGrpSpPr>
          <p:grpSpPr>
            <a:xfrm>
              <a:off x="6734677" y="934009"/>
              <a:ext cx="420326" cy="1652928"/>
              <a:chOff x="1688847" y="1141150"/>
              <a:chExt cx="420326" cy="1652928"/>
            </a:xfrm>
          </p:grpSpPr>
          <p:grpSp>
            <p:nvGrpSpPr>
              <p:cNvPr id="1620" name="Gruppieren 161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622" name="Gruppieren 16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24" name="Rechteck 16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25" name="Rechteck 16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6" name="Ellipse 16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7" name="Ellipse 16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8" name="Textfeld 16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29" name="Textfeld 16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30" name="Ellipse 16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1" name="Ellipse 16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2" name="Textfeld 16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3" name="Textfeld 16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4" name="Ellipse 16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5" name="Ellipse 16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6" name="Textfeld 16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7" name="Textfeld 16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8" name="Ellipse 16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9" name="Ellipse 16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0" name="Textfeld 16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1" name="Textfeld 16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2" name="Rechteck 16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3" name="Rechteck 16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4" name="Rechteck 16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5" name="Rechteck 16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6" name="Rechteck 16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23" name="Textfeld 162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621" name="Textfeld 16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6" name="Gruppieren 1435"/>
            <p:cNvGrpSpPr/>
            <p:nvPr/>
          </p:nvGrpSpPr>
          <p:grpSpPr>
            <a:xfrm>
              <a:off x="7066730" y="940683"/>
              <a:ext cx="358092" cy="1646254"/>
              <a:chOff x="1692193" y="1147824"/>
              <a:chExt cx="358092" cy="1646254"/>
            </a:xfrm>
          </p:grpSpPr>
          <p:grpSp>
            <p:nvGrpSpPr>
              <p:cNvPr id="1590" name="Gruppieren 158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92" name="Gruppieren 15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94" name="Rechteck 15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5" name="Rechteck 15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6" name="Ellipse 15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7" name="Ellipse 15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8" name="Textfeld 15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99" name="Textfeld 15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00" name="Ellipse 15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1" name="Ellipse 16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2" name="Textfeld 16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3" name="Textfeld 16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4" name="Ellipse 16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5" name="Ellipse 16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6" name="Textfeld 16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7" name="Textfeld 16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8" name="Ellipse 16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9" name="Ellipse 16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0" name="Textfeld 16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11" name="Textfeld 16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12" name="Rechteck 16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3" name="Rechteck 16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4" name="Rechteck 16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5" name="Rechteck 16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6" name="Rechteck 16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7" name="Rechteck 16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8" name="Rechteck 16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9" name="Rechteck 16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93" name="Textfeld 159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591" name="Textfeld 15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7" name="Gruppieren 1436"/>
            <p:cNvGrpSpPr/>
            <p:nvPr/>
          </p:nvGrpSpPr>
          <p:grpSpPr>
            <a:xfrm>
              <a:off x="7391116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60" name="Gruppieren 155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62" name="Gruppieren 15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64" name="Rechteck 15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65" name="Rechteck 15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6" name="Ellipse 15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Ellipse 15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8" name="Textfeld 15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69" name="Textfeld 15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70" name="Ellipse 15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1" name="Ellipse 15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2" name="Textfeld 15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3" name="Textfeld 15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4" name="Ellipse 15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5" name="Ellipse 15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6" name="Textfeld 15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7" name="Textfeld 15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8" name="Ellipse 15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9" name="Ellipse 15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0" name="Textfeld 15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81" name="Textfeld 15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82" name="Rechteck 15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3" name="Rechteck 15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4" name="Rechteck 15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5" name="Rechteck 15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6" name="Rechteck 15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7" name="Rechteck 15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8" name="Rechteck 15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9" name="Rechteck 15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63" name="Textfeld 156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561" name="Textfeld 15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8" name="Gruppieren 1437"/>
            <p:cNvGrpSpPr/>
            <p:nvPr/>
          </p:nvGrpSpPr>
          <p:grpSpPr>
            <a:xfrm>
              <a:off x="7713622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30" name="Gruppieren 15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32" name="Gruppieren 15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34" name="Rechteck 15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35" name="Rechteck 15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6" name="Ellipse 15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7" name="Ellipse 15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8" name="Textfeld 15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39" name="Textfeld 15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40" name="Ellipse 15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1" name="Ellipse 15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2" name="Textfeld 15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3" name="Textfeld 15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4" name="Ellipse 15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Ellipse 15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6" name="Textfeld 15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7" name="Textfeld 15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8" name="Ellipse 15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Ellipse 15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Textfeld 15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51" name="Textfeld 15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52" name="Rechteck 15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3" name="Rechteck 15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4" name="Rechteck 15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5" name="Rechteck 15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6" name="Rechteck 15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7" name="Rechteck 15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Rechteck 15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9" name="Rechteck 15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33" name="Textfeld 15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531" name="Textfeld 15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9" name="Gruppieren 1438"/>
            <p:cNvGrpSpPr/>
            <p:nvPr/>
          </p:nvGrpSpPr>
          <p:grpSpPr>
            <a:xfrm>
              <a:off x="8031128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04" name="Gruppieren 1503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506" name="Gruppieren 1505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508" name="Rechteck 15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9" name="Rechteck 15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Ellipse 15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3" name="Ellipse 15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4" name="Textfeld 15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5" name="Textfeld 15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6" name="Ellipse 15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7" name="Ellipse 15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8" name="Textfeld 1517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9" name="Textfeld 15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20" name="Ellipse 15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1" name="Ellipse 15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2" name="Rechteck 15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Rechteck 15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Rechteck 15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5" name="Rechteck 15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07" name="Textfeld 15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505" name="Textfeld 15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440" name="Gruppieren 1439"/>
            <p:cNvGrpSpPr/>
            <p:nvPr/>
          </p:nvGrpSpPr>
          <p:grpSpPr>
            <a:xfrm>
              <a:off x="835626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76" name="Gruppieren 147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78" name="Gruppieren 147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Ellipse 14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Ellipse 14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4" name="Textfeld 14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85" name="Textfeld 14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86" name="Ellipse 14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Textfeld 14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1" name="Textfeld 14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2" name="Ellipse 14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Ellipse 14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Textfeld 14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5" name="Textfeld 14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Rechteck 14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Rechteck 14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1" name="Rechteck 15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2" name="Rechteck 15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3" name="Rechteck 15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79" name="Textfeld 147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477" name="Textfeld 14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1" name="Gruppieren 1440"/>
            <p:cNvGrpSpPr/>
            <p:nvPr/>
          </p:nvGrpSpPr>
          <p:grpSpPr>
            <a:xfrm>
              <a:off x="868070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48" name="Gruppieren 144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50" name="Gruppieren 144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3" name="Rechteck 14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4" name="Ellipse 14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Ellipse 14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6" name="Textfeld 14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57" name="Textfeld 14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Ellipse 14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Ellipse 14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Textfeld 14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4" name="Ellipse 14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Textfeld 14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8" name="Rechteck 14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Rechteck 14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Rechteck 14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Rechteck 14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2" name="Rechteck 14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1" name="Textfeld 14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449" name="Textfeld 14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2" name="Gruppieren 1441"/>
            <p:cNvGrpSpPr/>
            <p:nvPr/>
          </p:nvGrpSpPr>
          <p:grpSpPr>
            <a:xfrm>
              <a:off x="9006530" y="942536"/>
              <a:ext cx="355993" cy="1646254"/>
              <a:chOff x="1694292" y="1147824"/>
              <a:chExt cx="355993" cy="1646254"/>
            </a:xfrm>
          </p:grpSpPr>
          <p:grpSp>
            <p:nvGrpSpPr>
              <p:cNvPr id="1444" name="Gruppieren 1443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446" name="Rechteck 144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47" name="Textfeld 144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445" name="Textfeld 144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443" name="Textfeld 1442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6869110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83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7-8</a:t>
            </a:r>
            <a:endParaRPr lang="de-DE" dirty="0"/>
          </a:p>
        </p:txBody>
      </p:sp>
      <p:grpSp>
        <p:nvGrpSpPr>
          <p:cNvPr id="3" name="Gruppieren 2"/>
          <p:cNvGrpSpPr/>
          <p:nvPr/>
        </p:nvGrpSpPr>
        <p:grpSpPr>
          <a:xfrm>
            <a:off x="391231" y="938772"/>
            <a:ext cx="3508669" cy="1652928"/>
            <a:chOff x="391231" y="938772"/>
            <a:chExt cx="3508669" cy="1652928"/>
          </a:xfrm>
        </p:grpSpPr>
        <p:grpSp>
          <p:nvGrpSpPr>
            <p:cNvPr id="3116" name="Gruppieren 3115"/>
            <p:cNvGrpSpPr/>
            <p:nvPr/>
          </p:nvGrpSpPr>
          <p:grpSpPr>
            <a:xfrm>
              <a:off x="636022" y="938772"/>
              <a:ext cx="324950" cy="1652928"/>
              <a:chOff x="1694292" y="1141150"/>
              <a:chExt cx="324950" cy="1652928"/>
            </a:xfrm>
          </p:grpSpPr>
          <p:grpSp>
            <p:nvGrpSpPr>
              <p:cNvPr id="6523" name="Gruppieren 65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6525" name="Gruppieren 65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6527" name="Rechteck 6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28" name="Rechteck 6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9" name="Ellipse 6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30" name="Ellipse 6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1" name="Ellipse 65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2" name="Ellipse 65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3" name="Ellipse 65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4" name="Ellipse 65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5" name="Ellipse 65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6" name="Ellipse 65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7" name="Rechteck 65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8" name="Rechteck 65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9" name="Rechteck 65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0" name="Rechteck 65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1" name="Rechteck 65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2" name="Rechteck 65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3" name="Rechteck 65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4" name="Rechteck 65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526" name="Textfeld 6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6524" name="Textfeld 6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117" name="Rechteck 3116"/>
            <p:cNvSpPr/>
            <p:nvPr/>
          </p:nvSpPr>
          <p:spPr>
            <a:xfrm>
              <a:off x="396638" y="11014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8" name="Rechteck 3117"/>
            <p:cNvSpPr/>
            <p:nvPr/>
          </p:nvSpPr>
          <p:spPr>
            <a:xfrm>
              <a:off x="473414" y="12828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9" name="Rechteck 3118"/>
            <p:cNvSpPr/>
            <p:nvPr/>
          </p:nvSpPr>
          <p:spPr>
            <a:xfrm>
              <a:off x="429940" y="13255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0" name="Rechteck 3119"/>
            <p:cNvSpPr/>
            <p:nvPr/>
          </p:nvSpPr>
          <p:spPr>
            <a:xfrm>
              <a:off x="474084" y="18913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1" name="Rechteck 3120"/>
            <p:cNvSpPr/>
            <p:nvPr/>
          </p:nvSpPr>
          <p:spPr>
            <a:xfrm>
              <a:off x="430610" y="19340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22" name="Gruppieren 3121"/>
            <p:cNvGrpSpPr/>
            <p:nvPr/>
          </p:nvGrpSpPr>
          <p:grpSpPr>
            <a:xfrm>
              <a:off x="95951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94" name="Gruppieren 649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96" name="Gruppieren 649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98" name="Rechteck 649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99" name="Rechteck 649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0" name="Ellipse 649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01" name="Ellipse 650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2" name="Textfeld 650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503" name="Ellipse 65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4" name="Ellipse 65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5" name="Textfeld 65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06" name="Textfeld 65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07" name="Ellipse 6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8" name="Ellipse 6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9" name="Textfeld 6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10" name="Textfeld 6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11" name="Ellipse 6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2" name="Ellipse 6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3" name="Textfeld 6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514" name="Textfeld 6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515" name="Rechteck 6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6" name="Rechteck 6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7" name="Rechteck 6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8" name="Rechteck 6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9" name="Rechteck 6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0" name="Rechteck 6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1" name="Rechteck 6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2" name="Rechteck 6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97" name="Textfeld 649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6495" name="Textfeld 6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3" name="Gruppieren 3122"/>
            <p:cNvGrpSpPr/>
            <p:nvPr/>
          </p:nvGrpSpPr>
          <p:grpSpPr>
            <a:xfrm>
              <a:off x="1286437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64" name="Gruppieren 646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66" name="Gruppieren 646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68" name="Rechteck 646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69" name="Rechteck 646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0" name="Ellipse 646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1" name="Ellipse 647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2" name="Textfeld 647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73" name="Textfeld 647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74" name="Ellipse 64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5" name="Ellipse 64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6" name="Textfeld 647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77" name="Textfeld 647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78" name="Ellipse 647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9" name="Ellipse 647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0" name="Textfeld 647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1" name="Textfeld 648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2" name="Ellipse 64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83" name="Ellipse 64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4" name="Textfeld 648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85" name="Textfeld 648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86" name="Rechteck 648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7" name="Rechteck 648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8" name="Rechteck 648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9" name="Rechteck 648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0" name="Rechteck 648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1" name="Rechteck 649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2" name="Rechteck 649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3" name="Rechteck 649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67" name="Textfeld 646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465" name="Textfeld 646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4" name="Gruppieren 3123"/>
            <p:cNvGrpSpPr/>
            <p:nvPr/>
          </p:nvGrpSpPr>
          <p:grpSpPr>
            <a:xfrm>
              <a:off x="1610416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34" name="Gruppieren 643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36" name="Gruppieren 64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38" name="Rechteck 64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39" name="Rechteck 64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0" name="Ellipse 64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1" name="Ellipse 64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2" name="Textfeld 64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43" name="Textfeld 64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44" name="Ellipse 64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5" name="Ellipse 64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6" name="Textfeld 64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47" name="Textfeld 64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48" name="Ellipse 64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9" name="Ellipse 64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0" name="Textfeld 64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51" name="Textfeld 64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52" name="Ellipse 64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3" name="Ellipse 64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4" name="Textfeld 64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55" name="Textfeld 64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56" name="Rechteck 64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7" name="Rechteck 64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8" name="Rechteck 64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9" name="Rechteck 64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0" name="Rechteck 64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1" name="Rechteck 64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2" name="Rechteck 64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3" name="Rechteck 64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37" name="Textfeld 643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6435" name="Textfeld 64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5" name="Gruppieren 3124"/>
            <p:cNvGrpSpPr/>
            <p:nvPr/>
          </p:nvGrpSpPr>
          <p:grpSpPr>
            <a:xfrm>
              <a:off x="1934395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04" name="Gruppieren 640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06" name="Gruppieren 64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08" name="Rechteck 64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09" name="Rechteck 64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0" name="Ellipse 64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1" name="Ellipse 64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2" name="Textfeld 64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13" name="Textfeld 64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14" name="Ellipse 64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5" name="Ellipse 64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6" name="Textfeld 64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17" name="Textfeld 64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18" name="Ellipse 64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9" name="Ellipse 64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0" name="Textfeld 64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21" name="Textfeld 64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22" name="Ellipse 64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3" name="Ellipse 64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4" name="Textfeld 64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25" name="Textfeld 64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26" name="Rechteck 64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7" name="Rechteck 64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8" name="Rechteck 64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9" name="Rechteck 64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0" name="Rechteck 64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1" name="Rechteck 64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2" name="Rechteck 64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3" name="Rechteck 64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07" name="Textfeld 640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6405" name="Textfeld 64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7" name="Gruppieren 3126"/>
            <p:cNvGrpSpPr/>
            <p:nvPr/>
          </p:nvGrpSpPr>
          <p:grpSpPr>
            <a:xfrm>
              <a:off x="2260893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261" name="Gruppieren 32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63" name="Gruppieren 32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65" name="Rechteck 32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66" name="Rechteck 32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7" name="Ellipse 32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8" name="Ellipse 32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9" name="Textfeld 32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0" name="Textfeld 32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71" name="Ellipse 32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2" name="Ellipse 32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4" name="Textfeld 63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5" name="Textfeld 63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6" name="Ellipse 63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7" name="Ellipse 63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8" name="Textfeld 63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9" name="Textfeld 63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70" name="Ellipse 63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371" name="Ellipse 63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2" name="Textfeld 63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373" name="Textfeld 63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374" name="Rechteck 63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5" name="Rechteck 63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6" name="Rechteck 63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7" name="Rechteck 63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8" name="Rechteck 63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9" name="Rechteck 63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0" name="Rechteck 63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1" name="Rechteck 63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64" name="Textfeld 32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262" name="Textfeld 32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28" name="Gruppieren 3127"/>
            <p:cNvGrpSpPr/>
            <p:nvPr/>
          </p:nvGrpSpPr>
          <p:grpSpPr>
            <a:xfrm>
              <a:off x="258487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231" name="Gruppieren 323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33" name="Gruppieren 32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35" name="Rechteck 32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36" name="Rechteck 32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7" name="Ellipse 32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8" name="Ellipse 32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9" name="Textfeld 32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40" name="Textfeld 32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41" name="Ellipse 32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2" name="Ellipse 32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3" name="Textfeld 32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4" name="Textfeld 32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5" name="Ellipse 32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6" name="Ellipse 32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7" name="Textfeld 32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8" name="Textfeld 32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9" name="Ellipse 32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0" name="Ellipse 32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1" name="Textfeld 32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52" name="Textfeld 32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53" name="Rechteck 32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4" name="Rechteck 32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5" name="Rechteck 32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6" name="Rechteck 32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7" name="Rechteck 32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8" name="Rechteck 32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9" name="Rechteck 32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0" name="Rechteck 32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34" name="Textfeld 323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232" name="Textfeld 32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29" name="Gruppieren 3128"/>
            <p:cNvGrpSpPr/>
            <p:nvPr/>
          </p:nvGrpSpPr>
          <p:grpSpPr>
            <a:xfrm>
              <a:off x="2908851" y="938772"/>
              <a:ext cx="371759" cy="1652928"/>
              <a:chOff x="1692193" y="1141150"/>
              <a:chExt cx="371759" cy="1652928"/>
            </a:xfrm>
          </p:grpSpPr>
          <p:grpSp>
            <p:nvGrpSpPr>
              <p:cNvPr id="3201" name="Gruppieren 3200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203" name="Gruppieren 32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05" name="Rechteck 32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6" name="Rechteck 32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7" name="Ellipse 32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8" name="Ellipse 32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9" name="Textfeld 32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10" name="Textfeld 32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11" name="Ellipse 32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2" name="Ellipse 32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3" name="Textfeld 32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4" name="Textfeld 32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5" name="Ellipse 32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6" name="Ellipse 32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7" name="Textfeld 32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8" name="Textfeld 32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9" name="Ellipse 32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0" name="Ellipse 32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1" name="Textfeld 32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22" name="Textfeld 32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23" name="Rechteck 32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4" name="Rechteck 32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5" name="Rechteck 32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6" name="Rechteck 32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7" name="Rechteck 32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8" name="Rechteck 32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9" name="Rechteck 32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0" name="Rechteck 32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04" name="Textfeld 320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3202" name="Textfeld 32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30" name="Gruppieren 3129"/>
            <p:cNvGrpSpPr/>
            <p:nvPr/>
          </p:nvGrpSpPr>
          <p:grpSpPr>
            <a:xfrm>
              <a:off x="3231687" y="945446"/>
              <a:ext cx="358092" cy="1646254"/>
              <a:chOff x="1692193" y="1147824"/>
              <a:chExt cx="358092" cy="1646254"/>
            </a:xfrm>
          </p:grpSpPr>
          <p:grpSp>
            <p:nvGrpSpPr>
              <p:cNvPr id="3171" name="Gruppieren 317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173" name="Gruppieren 31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75" name="Rechteck 31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6" name="Rechteck 31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Ellipse 31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Ellipse 31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Textfeld 31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80" name="Textfeld 31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81" name="Ellipse 31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Ellipse 31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3" name="Textfeld 31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4" name="Textfeld 31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5" name="Ellipse 31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6" name="Ellipse 31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7" name="Textfeld 31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8" name="Textfeld 31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9" name="Ellipse 31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0" name="Ellipse 31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Textfeld 31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92" name="Textfeld 31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93" name="Rechteck 31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Rechteck 31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Rechteck 31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6" name="Rechteck 31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7" name="Rechteck 31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Rechteck 31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Rechteck 31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0" name="Rechteck 31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74" name="Textfeld 317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3172" name="Textfeld 31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35" name="Gruppieren 3134"/>
            <p:cNvGrpSpPr/>
            <p:nvPr/>
          </p:nvGrpSpPr>
          <p:grpSpPr>
            <a:xfrm>
              <a:off x="3553463" y="950693"/>
              <a:ext cx="346437" cy="1638565"/>
              <a:chOff x="1686699" y="1155513"/>
              <a:chExt cx="346437" cy="1638565"/>
            </a:xfrm>
          </p:grpSpPr>
          <p:grpSp>
            <p:nvGrpSpPr>
              <p:cNvPr id="3137" name="Gruppieren 3136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139" name="Rechteck 3138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40" name="Textfeld 3139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3138" name="Textfeld 31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136" name="Textfeld 3135"/>
            <p:cNvSpPr txBox="1"/>
            <p:nvPr/>
          </p:nvSpPr>
          <p:spPr>
            <a:xfrm>
              <a:off x="391231" y="24226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sp>
          <p:nvSpPr>
            <p:cNvPr id="3115" name="Textfeld 3114"/>
            <p:cNvSpPr txBox="1"/>
            <p:nvPr/>
          </p:nvSpPr>
          <p:spPr>
            <a:xfrm>
              <a:off x="1087911" y="1533486"/>
              <a:ext cx="14640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50" dirty="0" smtClean="0"/>
                <a:t>2</a:t>
              </a:r>
              <a:endParaRPr lang="de-DE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1425" name="Gruppieren 1424"/>
          <p:cNvGrpSpPr/>
          <p:nvPr/>
        </p:nvGrpSpPr>
        <p:grpSpPr>
          <a:xfrm>
            <a:off x="5395992" y="919542"/>
            <a:ext cx="4172409" cy="1654781"/>
            <a:chOff x="5190114" y="934009"/>
            <a:chExt cx="4172409" cy="1654781"/>
          </a:xfrm>
        </p:grpSpPr>
        <p:grpSp>
          <p:nvGrpSpPr>
            <p:cNvPr id="1426" name="Gruppieren 1425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740" name="Gruppieren 173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742" name="Gruppieren 174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744" name="Rechteck 17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5" name="Rechteck 17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6" name="Ellipse 17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7" name="Ellipse 17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8" name="Ellipse 1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9" name="Ellipse 1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0" name="Ellipse 17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1" name="Ellipse 17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2" name="Ellipse 17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3" name="Ellipse 17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4" name="Rechteck 17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5" name="Rechteck 17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6" name="Rechteck 17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7" name="Rechteck 17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8" name="Rechteck 17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9" name="Rechteck 17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0" name="Rechteck 17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1" name="Rechteck 17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43" name="Textfeld 17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741" name="Textfeld 17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1427" name="Rechteck 1426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8" name="Rechteck 1427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9" name="Rechteck 1428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0" name="Rechteck 1429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1" name="Rechteck 1430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432" name="Gruppieren 1431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710" name="Gruppieren 17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712" name="Gruppieren 17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714" name="Rechteck 17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5" name="Rechteck 17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6" name="Ellipse 17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7" name="Ellipse 17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8" name="Textfeld 17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19" name="Textfeld 17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20" name="Ellipse 17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1" name="Ellipse 17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2" name="Textfeld 17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3" name="Textfeld 17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4" name="Ellipse 17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5" name="Ellipse 17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6" name="Textfeld 17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7" name="Textfeld 17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8" name="Ellipse 17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9" name="Ellipse 17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0" name="Textfeld 17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31" name="Textfeld 17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32" name="Rechteck 17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3" name="Rechteck 17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4" name="Rechteck 17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5" name="Rechteck 17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6" name="Rechteck 17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7" name="Rechteck 17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8" name="Rechteck 17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9" name="Rechteck 17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13" name="Textfeld 17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711" name="Textfeld 17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3" name="Gruppieren 1432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680" name="Gruppieren 167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82" name="Gruppieren 16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84" name="Rechteck 16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85" name="Rechteck 16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6" name="Ellipse 16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7" name="Ellipse 16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8" name="Textfeld 16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89" name="Textfeld 16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90" name="Ellipse 16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1" name="Ellipse 16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2" name="Textfeld 16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3" name="Textfeld 16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8" name="Ellipse 16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99" name="Ellipse 16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Textfeld 16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01" name="Textfeld 17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02" name="Rechteck 17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3" name="Rechteck 17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4" name="Rechteck 17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Rechteck 17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Rechteck 17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7" name="Rechteck 17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8" name="Rechteck 17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9" name="Rechteck 17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83" name="Textfeld 16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681" name="Textfeld 16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4" name="Gruppieren 1433"/>
            <p:cNvGrpSpPr/>
            <p:nvPr/>
          </p:nvGrpSpPr>
          <p:grpSpPr>
            <a:xfrm>
              <a:off x="6412219" y="934270"/>
              <a:ext cx="327049" cy="1652928"/>
              <a:chOff x="1692193" y="1141150"/>
              <a:chExt cx="327049" cy="1652928"/>
            </a:xfrm>
          </p:grpSpPr>
          <p:grpSp>
            <p:nvGrpSpPr>
              <p:cNvPr id="1650" name="Gruppieren 16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52" name="Gruppieren 16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54" name="Rechteck 16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55" name="Rechteck 16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6" name="Ellipse 16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7" name="Ellipse 16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8" name="Textfeld 16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59" name="Textfeld 16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60" name="Ellipse 16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2" name="Textfeld 16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3" name="Textfeld 16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Textfeld 16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7" name="Textfeld 16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8" name="Ellipse 16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9" name="Ellipse 16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Textfeld 16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71" name="Textfeld 16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5" name="Rechteck 16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6" name="Rechteck 16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7" name="Rechteck 16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8" name="Rechteck 16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9" name="Rechteck 16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3" name="Textfeld 16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651" name="Textfeld 16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5" name="Gruppieren 1434"/>
            <p:cNvGrpSpPr/>
            <p:nvPr/>
          </p:nvGrpSpPr>
          <p:grpSpPr>
            <a:xfrm>
              <a:off x="6734677" y="934009"/>
              <a:ext cx="420326" cy="1652928"/>
              <a:chOff x="1688847" y="1141150"/>
              <a:chExt cx="420326" cy="1652928"/>
            </a:xfrm>
          </p:grpSpPr>
          <p:grpSp>
            <p:nvGrpSpPr>
              <p:cNvPr id="1620" name="Gruppieren 161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622" name="Gruppieren 16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24" name="Rechteck 16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25" name="Rechteck 16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6" name="Ellipse 16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7" name="Ellipse 16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8" name="Textfeld 16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29" name="Textfeld 16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30" name="Ellipse 16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1" name="Ellipse 16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2" name="Textfeld 16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3" name="Textfeld 16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4" name="Ellipse 16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5" name="Ellipse 16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6" name="Textfeld 16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7" name="Textfeld 16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8" name="Ellipse 16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9" name="Ellipse 16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0" name="Textfeld 16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1" name="Textfeld 16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2" name="Rechteck 16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3" name="Rechteck 16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4" name="Rechteck 16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5" name="Rechteck 16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6" name="Rechteck 16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23" name="Textfeld 162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621" name="Textfeld 16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6" name="Gruppieren 1435"/>
            <p:cNvGrpSpPr/>
            <p:nvPr/>
          </p:nvGrpSpPr>
          <p:grpSpPr>
            <a:xfrm>
              <a:off x="7066730" y="940683"/>
              <a:ext cx="358092" cy="1646254"/>
              <a:chOff x="1692193" y="1147824"/>
              <a:chExt cx="358092" cy="1646254"/>
            </a:xfrm>
          </p:grpSpPr>
          <p:grpSp>
            <p:nvGrpSpPr>
              <p:cNvPr id="1590" name="Gruppieren 158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92" name="Gruppieren 15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94" name="Rechteck 15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5" name="Rechteck 15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6" name="Ellipse 15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7" name="Ellipse 15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8" name="Textfeld 15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99" name="Textfeld 15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00" name="Ellipse 15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1" name="Ellipse 16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2" name="Textfeld 16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3" name="Textfeld 16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4" name="Ellipse 16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5" name="Ellipse 16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6" name="Textfeld 16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7" name="Textfeld 16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8" name="Ellipse 16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9" name="Ellipse 16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0" name="Textfeld 16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11" name="Textfeld 16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12" name="Rechteck 16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3" name="Rechteck 16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4" name="Rechteck 16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5" name="Rechteck 16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6" name="Rechteck 16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7" name="Rechteck 16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8" name="Rechteck 16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9" name="Rechteck 16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93" name="Textfeld 159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591" name="Textfeld 15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7" name="Gruppieren 1436"/>
            <p:cNvGrpSpPr/>
            <p:nvPr/>
          </p:nvGrpSpPr>
          <p:grpSpPr>
            <a:xfrm>
              <a:off x="7391116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60" name="Gruppieren 155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62" name="Gruppieren 15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64" name="Rechteck 15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65" name="Rechteck 15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6" name="Ellipse 15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Ellipse 15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8" name="Textfeld 15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69" name="Textfeld 15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70" name="Ellipse 15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1" name="Ellipse 15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2" name="Textfeld 15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3" name="Textfeld 15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4" name="Ellipse 15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5" name="Ellipse 15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6" name="Textfeld 15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7" name="Textfeld 15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8" name="Ellipse 15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9" name="Ellipse 15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0" name="Textfeld 15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81" name="Textfeld 15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82" name="Rechteck 15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3" name="Rechteck 15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4" name="Rechteck 15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5" name="Rechteck 15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6" name="Rechteck 15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7" name="Rechteck 15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8" name="Rechteck 15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9" name="Rechteck 15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63" name="Textfeld 156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561" name="Textfeld 15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8" name="Gruppieren 1437"/>
            <p:cNvGrpSpPr/>
            <p:nvPr/>
          </p:nvGrpSpPr>
          <p:grpSpPr>
            <a:xfrm>
              <a:off x="7713622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30" name="Gruppieren 15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32" name="Gruppieren 15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34" name="Rechteck 15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35" name="Rechteck 15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6" name="Ellipse 15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7" name="Ellipse 15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8" name="Textfeld 15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39" name="Textfeld 15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40" name="Ellipse 15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1" name="Ellipse 15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2" name="Textfeld 15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3" name="Textfeld 15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4" name="Ellipse 15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Ellipse 15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6" name="Textfeld 15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7" name="Textfeld 15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8" name="Ellipse 15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Ellipse 15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Textfeld 15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51" name="Textfeld 15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52" name="Rechteck 15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3" name="Rechteck 15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4" name="Rechteck 15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5" name="Rechteck 15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6" name="Rechteck 15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7" name="Rechteck 15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Rechteck 15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9" name="Rechteck 15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33" name="Textfeld 15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531" name="Textfeld 15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9" name="Gruppieren 1438"/>
            <p:cNvGrpSpPr/>
            <p:nvPr/>
          </p:nvGrpSpPr>
          <p:grpSpPr>
            <a:xfrm>
              <a:off x="8031128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04" name="Gruppieren 1503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506" name="Gruppieren 1505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508" name="Rechteck 15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9" name="Rechteck 15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Ellipse 15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3" name="Ellipse 15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4" name="Textfeld 15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5" name="Textfeld 15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6" name="Ellipse 15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7" name="Ellipse 15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8" name="Textfeld 1517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9" name="Textfeld 15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20" name="Ellipse 15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1" name="Ellipse 15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2" name="Rechteck 15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Rechteck 15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Rechteck 15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5" name="Rechteck 15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07" name="Textfeld 15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505" name="Textfeld 15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440" name="Gruppieren 1439"/>
            <p:cNvGrpSpPr/>
            <p:nvPr/>
          </p:nvGrpSpPr>
          <p:grpSpPr>
            <a:xfrm>
              <a:off x="835626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76" name="Gruppieren 147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78" name="Gruppieren 147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Ellipse 14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Ellipse 14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4" name="Textfeld 14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85" name="Textfeld 14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86" name="Ellipse 14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Textfeld 14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1" name="Textfeld 14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2" name="Ellipse 14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Ellipse 14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Textfeld 14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5" name="Textfeld 14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Rechteck 14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Rechteck 14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1" name="Rechteck 15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2" name="Rechteck 15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3" name="Rechteck 15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79" name="Textfeld 147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477" name="Textfeld 14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1" name="Gruppieren 1440"/>
            <p:cNvGrpSpPr/>
            <p:nvPr/>
          </p:nvGrpSpPr>
          <p:grpSpPr>
            <a:xfrm>
              <a:off x="868070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48" name="Gruppieren 144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50" name="Gruppieren 144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3" name="Rechteck 14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4" name="Ellipse 14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Ellipse 14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6" name="Textfeld 14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57" name="Textfeld 14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Ellipse 14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Ellipse 14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Textfeld 14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4" name="Ellipse 14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Textfeld 14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8" name="Rechteck 14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Rechteck 14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Rechteck 14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Rechteck 14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2" name="Rechteck 14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1" name="Textfeld 14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449" name="Textfeld 14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2" name="Gruppieren 1441"/>
            <p:cNvGrpSpPr/>
            <p:nvPr/>
          </p:nvGrpSpPr>
          <p:grpSpPr>
            <a:xfrm>
              <a:off x="9006530" y="942536"/>
              <a:ext cx="355993" cy="1646254"/>
              <a:chOff x="1694292" y="1147824"/>
              <a:chExt cx="355993" cy="1646254"/>
            </a:xfrm>
          </p:grpSpPr>
          <p:grpSp>
            <p:nvGrpSpPr>
              <p:cNvPr id="1444" name="Gruppieren 1443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446" name="Rechteck 144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47" name="Textfeld 144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445" name="Textfeld 144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443" name="Textfeld 1442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2303963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18955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9</a:t>
            </a:r>
            <a:endParaRPr lang="de-DE" dirty="0"/>
          </a:p>
        </p:txBody>
      </p:sp>
      <p:grpSp>
        <p:nvGrpSpPr>
          <p:cNvPr id="3" name="Gruppieren 2"/>
          <p:cNvGrpSpPr/>
          <p:nvPr/>
        </p:nvGrpSpPr>
        <p:grpSpPr>
          <a:xfrm>
            <a:off x="391231" y="938772"/>
            <a:ext cx="3508669" cy="1652928"/>
            <a:chOff x="391231" y="938772"/>
            <a:chExt cx="3508669" cy="1652928"/>
          </a:xfrm>
        </p:grpSpPr>
        <p:grpSp>
          <p:nvGrpSpPr>
            <p:cNvPr id="3116" name="Gruppieren 3115"/>
            <p:cNvGrpSpPr/>
            <p:nvPr/>
          </p:nvGrpSpPr>
          <p:grpSpPr>
            <a:xfrm>
              <a:off x="636022" y="938772"/>
              <a:ext cx="324950" cy="1652928"/>
              <a:chOff x="1694292" y="1141150"/>
              <a:chExt cx="324950" cy="1652928"/>
            </a:xfrm>
          </p:grpSpPr>
          <p:grpSp>
            <p:nvGrpSpPr>
              <p:cNvPr id="6523" name="Gruppieren 65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6525" name="Gruppieren 65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6527" name="Rechteck 6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28" name="Rechteck 6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9" name="Ellipse 6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30" name="Ellipse 6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1" name="Ellipse 65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2" name="Ellipse 65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3" name="Ellipse 65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4" name="Ellipse 65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5" name="Ellipse 65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6" name="Ellipse 65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7" name="Rechteck 65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8" name="Rechteck 65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9" name="Rechteck 65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0" name="Rechteck 65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1" name="Rechteck 65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2" name="Rechteck 65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3" name="Rechteck 65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4" name="Rechteck 65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526" name="Textfeld 6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6524" name="Textfeld 6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117" name="Rechteck 3116"/>
            <p:cNvSpPr/>
            <p:nvPr/>
          </p:nvSpPr>
          <p:spPr>
            <a:xfrm>
              <a:off x="396638" y="11014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8" name="Rechteck 3117"/>
            <p:cNvSpPr/>
            <p:nvPr/>
          </p:nvSpPr>
          <p:spPr>
            <a:xfrm>
              <a:off x="473414" y="12828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9" name="Rechteck 3118"/>
            <p:cNvSpPr/>
            <p:nvPr/>
          </p:nvSpPr>
          <p:spPr>
            <a:xfrm>
              <a:off x="429940" y="13255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0" name="Rechteck 3119"/>
            <p:cNvSpPr/>
            <p:nvPr/>
          </p:nvSpPr>
          <p:spPr>
            <a:xfrm>
              <a:off x="474084" y="18913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1" name="Rechteck 3120"/>
            <p:cNvSpPr/>
            <p:nvPr/>
          </p:nvSpPr>
          <p:spPr>
            <a:xfrm>
              <a:off x="430610" y="19340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22" name="Gruppieren 3121"/>
            <p:cNvGrpSpPr/>
            <p:nvPr/>
          </p:nvGrpSpPr>
          <p:grpSpPr>
            <a:xfrm>
              <a:off x="95951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94" name="Gruppieren 649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96" name="Gruppieren 649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98" name="Rechteck 649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99" name="Rechteck 649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0" name="Ellipse 649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01" name="Ellipse 650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2" name="Textfeld 650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503" name="Ellipse 65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4" name="Ellipse 65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5" name="Textfeld 65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06" name="Textfeld 65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07" name="Ellipse 6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8" name="Ellipse 6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9" name="Textfeld 6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10" name="Textfeld 6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11" name="Ellipse 6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2" name="Ellipse 6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3" name="Textfeld 6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514" name="Textfeld 6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515" name="Rechteck 6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6" name="Rechteck 6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7" name="Rechteck 6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8" name="Rechteck 6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9" name="Rechteck 6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0" name="Rechteck 6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1" name="Rechteck 6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2" name="Rechteck 6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97" name="Textfeld 649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6495" name="Textfeld 6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3" name="Gruppieren 3122"/>
            <p:cNvGrpSpPr/>
            <p:nvPr/>
          </p:nvGrpSpPr>
          <p:grpSpPr>
            <a:xfrm>
              <a:off x="1286437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64" name="Gruppieren 646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66" name="Gruppieren 646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68" name="Rechteck 646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69" name="Rechteck 646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0" name="Ellipse 646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1" name="Ellipse 647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2" name="Textfeld 647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73" name="Textfeld 647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74" name="Ellipse 64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5" name="Ellipse 64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6" name="Textfeld 647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77" name="Textfeld 647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78" name="Ellipse 647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9" name="Ellipse 647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0" name="Textfeld 647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1" name="Textfeld 648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2" name="Ellipse 64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83" name="Ellipse 64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4" name="Textfeld 648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85" name="Textfeld 648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86" name="Rechteck 648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7" name="Rechteck 648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8" name="Rechteck 648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9" name="Rechteck 648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0" name="Rechteck 648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1" name="Rechteck 649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2" name="Rechteck 649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3" name="Rechteck 649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67" name="Textfeld 646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465" name="Textfeld 646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4" name="Gruppieren 3123"/>
            <p:cNvGrpSpPr/>
            <p:nvPr/>
          </p:nvGrpSpPr>
          <p:grpSpPr>
            <a:xfrm>
              <a:off x="1610416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34" name="Gruppieren 643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36" name="Gruppieren 64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38" name="Rechteck 64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39" name="Rechteck 64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0" name="Ellipse 64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1" name="Ellipse 64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2" name="Textfeld 64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43" name="Textfeld 64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44" name="Ellipse 64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5" name="Ellipse 64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6" name="Textfeld 64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47" name="Textfeld 64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48" name="Ellipse 64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9" name="Ellipse 64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0" name="Textfeld 64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51" name="Textfeld 64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52" name="Ellipse 64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3" name="Ellipse 64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4" name="Textfeld 64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55" name="Textfeld 64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56" name="Rechteck 64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7" name="Rechteck 64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8" name="Rechteck 64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9" name="Rechteck 64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0" name="Rechteck 64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1" name="Rechteck 64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2" name="Rechteck 64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3" name="Rechteck 64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37" name="Textfeld 643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6435" name="Textfeld 64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5" name="Gruppieren 3124"/>
            <p:cNvGrpSpPr/>
            <p:nvPr/>
          </p:nvGrpSpPr>
          <p:grpSpPr>
            <a:xfrm>
              <a:off x="1934395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04" name="Gruppieren 640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06" name="Gruppieren 64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08" name="Rechteck 64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09" name="Rechteck 64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0" name="Ellipse 64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1" name="Ellipse 64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2" name="Textfeld 64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13" name="Textfeld 64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14" name="Ellipse 64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5" name="Ellipse 64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6" name="Textfeld 64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17" name="Textfeld 64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18" name="Ellipse 64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9" name="Ellipse 64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0" name="Textfeld 64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21" name="Textfeld 64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22" name="Ellipse 64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3" name="Ellipse 64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4" name="Textfeld 64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25" name="Textfeld 64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26" name="Rechteck 64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7" name="Rechteck 64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8" name="Rechteck 64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9" name="Rechteck 64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0" name="Rechteck 64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1" name="Rechteck 64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2" name="Rechteck 64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3" name="Rechteck 64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07" name="Textfeld 640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6405" name="Textfeld 64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7" name="Gruppieren 3126"/>
            <p:cNvGrpSpPr/>
            <p:nvPr/>
          </p:nvGrpSpPr>
          <p:grpSpPr>
            <a:xfrm>
              <a:off x="2260893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261" name="Gruppieren 32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63" name="Gruppieren 32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65" name="Rechteck 32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66" name="Rechteck 32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7" name="Ellipse 32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8" name="Ellipse 32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9" name="Textfeld 32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0" name="Textfeld 32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71" name="Ellipse 32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2" name="Ellipse 32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4" name="Textfeld 63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5" name="Textfeld 63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6" name="Ellipse 63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7" name="Ellipse 63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8" name="Textfeld 63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9" name="Textfeld 63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70" name="Ellipse 63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371" name="Ellipse 63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2" name="Textfeld 63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373" name="Textfeld 63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374" name="Rechteck 63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5" name="Rechteck 63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6" name="Rechteck 63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7" name="Rechteck 63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8" name="Rechteck 63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9" name="Rechteck 63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0" name="Rechteck 63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1" name="Rechteck 63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64" name="Textfeld 32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262" name="Textfeld 32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28" name="Gruppieren 3127"/>
            <p:cNvGrpSpPr/>
            <p:nvPr/>
          </p:nvGrpSpPr>
          <p:grpSpPr>
            <a:xfrm>
              <a:off x="258487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231" name="Gruppieren 323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33" name="Gruppieren 32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35" name="Rechteck 32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36" name="Rechteck 32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7" name="Ellipse 32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8" name="Ellipse 32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9" name="Textfeld 32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40" name="Textfeld 32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41" name="Ellipse 32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2" name="Ellipse 32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3" name="Textfeld 32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4" name="Textfeld 32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5" name="Ellipse 32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6" name="Ellipse 32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7" name="Textfeld 32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8" name="Textfeld 32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9" name="Ellipse 32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0" name="Ellipse 32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1" name="Textfeld 32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52" name="Textfeld 32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53" name="Rechteck 32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4" name="Rechteck 32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5" name="Rechteck 32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6" name="Rechteck 32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7" name="Rechteck 32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8" name="Rechteck 32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9" name="Rechteck 32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0" name="Rechteck 32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34" name="Textfeld 323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232" name="Textfeld 32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29" name="Gruppieren 3128"/>
            <p:cNvGrpSpPr/>
            <p:nvPr/>
          </p:nvGrpSpPr>
          <p:grpSpPr>
            <a:xfrm>
              <a:off x="2908851" y="938772"/>
              <a:ext cx="371759" cy="1652928"/>
              <a:chOff x="1692193" y="1141150"/>
              <a:chExt cx="371759" cy="1652928"/>
            </a:xfrm>
          </p:grpSpPr>
          <p:grpSp>
            <p:nvGrpSpPr>
              <p:cNvPr id="3201" name="Gruppieren 3200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203" name="Gruppieren 32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05" name="Rechteck 32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6" name="Rechteck 32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7" name="Ellipse 32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8" name="Ellipse 32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9" name="Textfeld 32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10" name="Textfeld 32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11" name="Ellipse 32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2" name="Ellipse 32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3" name="Textfeld 32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4" name="Textfeld 32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5" name="Ellipse 32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6" name="Ellipse 32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7" name="Textfeld 32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8" name="Textfeld 32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9" name="Ellipse 32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0" name="Ellipse 32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1" name="Textfeld 32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22" name="Textfeld 32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23" name="Rechteck 32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4" name="Rechteck 32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5" name="Rechteck 32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6" name="Rechteck 32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7" name="Rechteck 32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8" name="Rechteck 32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9" name="Rechteck 32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0" name="Rechteck 32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04" name="Textfeld 320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3202" name="Textfeld 32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30" name="Gruppieren 3129"/>
            <p:cNvGrpSpPr/>
            <p:nvPr/>
          </p:nvGrpSpPr>
          <p:grpSpPr>
            <a:xfrm>
              <a:off x="3231687" y="945446"/>
              <a:ext cx="358092" cy="1646254"/>
              <a:chOff x="1692193" y="1147824"/>
              <a:chExt cx="358092" cy="1646254"/>
            </a:xfrm>
          </p:grpSpPr>
          <p:grpSp>
            <p:nvGrpSpPr>
              <p:cNvPr id="3171" name="Gruppieren 317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173" name="Gruppieren 31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75" name="Rechteck 31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6" name="Rechteck 31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Ellipse 31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Ellipse 31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Textfeld 31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80" name="Textfeld 31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81" name="Ellipse 31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Ellipse 31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3" name="Textfeld 31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4" name="Textfeld 31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5" name="Ellipse 31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6" name="Ellipse 31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7" name="Textfeld 31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8" name="Textfeld 31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9" name="Ellipse 31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0" name="Ellipse 31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Textfeld 31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92" name="Textfeld 31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93" name="Rechteck 31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Rechteck 31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Rechteck 31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6" name="Rechteck 31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7" name="Rechteck 31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Rechteck 31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Rechteck 31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0" name="Rechteck 31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74" name="Textfeld 317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3172" name="Textfeld 31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35" name="Gruppieren 3134"/>
            <p:cNvGrpSpPr/>
            <p:nvPr/>
          </p:nvGrpSpPr>
          <p:grpSpPr>
            <a:xfrm>
              <a:off x="3553463" y="950693"/>
              <a:ext cx="346437" cy="1638565"/>
              <a:chOff x="1686699" y="1155513"/>
              <a:chExt cx="346437" cy="1638565"/>
            </a:xfrm>
          </p:grpSpPr>
          <p:grpSp>
            <p:nvGrpSpPr>
              <p:cNvPr id="3137" name="Gruppieren 3136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139" name="Rechteck 3138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40" name="Textfeld 3139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3138" name="Textfeld 31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136" name="Textfeld 3135"/>
            <p:cNvSpPr txBox="1"/>
            <p:nvPr/>
          </p:nvSpPr>
          <p:spPr>
            <a:xfrm>
              <a:off x="391231" y="24226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sp>
          <p:nvSpPr>
            <p:cNvPr id="3115" name="Textfeld 3114"/>
            <p:cNvSpPr txBox="1"/>
            <p:nvPr/>
          </p:nvSpPr>
          <p:spPr>
            <a:xfrm>
              <a:off x="1087911" y="1533486"/>
              <a:ext cx="14640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50" dirty="0" smtClean="0"/>
                <a:t>2</a:t>
              </a:r>
              <a:endParaRPr lang="de-DE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2" name="Gruppieren 1"/>
          <p:cNvGrpSpPr/>
          <p:nvPr/>
        </p:nvGrpSpPr>
        <p:grpSpPr>
          <a:xfrm>
            <a:off x="5394914" y="920253"/>
            <a:ext cx="4813733" cy="1654228"/>
            <a:chOff x="5190114" y="934542"/>
            <a:chExt cx="4813733" cy="1654228"/>
          </a:xfrm>
        </p:grpSpPr>
        <p:grpSp>
          <p:nvGrpSpPr>
            <p:cNvPr id="718" name="Gruppieren 717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187" name="Gruppieren 118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189" name="Gruppieren 118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191" name="Rechteck 119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Ellipse 119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94" name="Ellipse 119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5" name="Ellipse 11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6" name="Ellipse 11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7" name="Ellipse 11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8" name="Ellipse 11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9" name="Ellipse 11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0" name="Ellipse 11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1" name="Rechteck 1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2" name="Rechteck 1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3" name="Rechteck 1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Rechteck 1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Rechteck 1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Rechteck 1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7" name="Rechteck 1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8" name="Rechteck 1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90" name="Textfeld 118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188" name="Textfeld 118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19" name="Rechteck 718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0" name="Rechteck 719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1" name="Rechteck 720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2" name="Rechteck 721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3" name="Rechteck 722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24" name="Gruppieren 723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157" name="Gruppieren 115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59" name="Gruppieren 115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61" name="Rechteck 116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Ellipse 116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64" name="Ellipse 116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5" name="Textfeld 116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66" name="Textfeld 116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67" name="Ellipse 11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8" name="Ellipse 11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9" name="Textfeld 116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0" name="Textfeld 116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1" name="Ellipse 117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2" name="Ellipse 117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3" name="Textfeld 117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4" name="Textfeld 117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5" name="Ellipse 117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Ellipse 117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Textfeld 117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78" name="Textfeld 117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79" name="Rechteck 117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0" name="Rechteck 117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1" name="Rechteck 118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2" name="Rechteck 118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3" name="Rechteck 118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4" name="Rechteck 118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Rechteck 118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Rechteck 118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60" name="Textfeld 115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158" name="Textfeld 115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25" name="Gruppieren 724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127" name="Gruppieren 112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29" name="Gruppieren 112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31" name="Rechteck 113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Ellipse 113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4" name="Ellipse 113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5" name="Textfeld 113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36" name="Textfeld 113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37" name="Ellipse 11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8" name="Ellipse 11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9" name="Textfeld 113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0" name="Textfeld 113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1" name="Ellipse 114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Ellipse 114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Textfeld 114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4" name="Textfeld 11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5" name="Ellipse 11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46" name="Ellipse 11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7" name="Textfeld 114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48" name="Textfeld 114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49" name="Rechteck 11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0" name="Rechteck 11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1" name="Rechteck 11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2" name="Rechteck 11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3" name="Rechteck 11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4" name="Rechteck 11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Rechteck 11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6" name="Rechteck 11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30" name="Textfeld 112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128" name="Textfeld 112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26" name="Gruppieren 725"/>
            <p:cNvGrpSpPr/>
            <p:nvPr/>
          </p:nvGrpSpPr>
          <p:grpSpPr>
            <a:xfrm>
              <a:off x="6409141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097" name="Gruppieren 109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99" name="Gruppieren 109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Ellipse 1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Ellipse 1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5" name="Textfeld 110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06" name="Textfeld 110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07" name="Ellipse 110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8" name="Ellipse 110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9" name="Textfeld 110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0" name="Textfeld 110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1" name="Ellipse 111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2" name="Ellipse 111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3" name="Textfeld 111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4" name="Textfeld 111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5" name="Ellipse 111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6" name="Ellipse 111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7" name="Textfeld 111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18" name="Textfeld 111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19" name="Rechteck 111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0" name="Rechteck 111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1" name="Rechteck 112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2" name="Rechteck 112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Rechteck 112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Rechteck 112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Rechteck 112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6" name="Rechteck 112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00" name="Textfeld 109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098" name="Textfeld 1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29" name="Gruppieren 728"/>
            <p:cNvGrpSpPr/>
            <p:nvPr/>
          </p:nvGrpSpPr>
          <p:grpSpPr>
            <a:xfrm>
              <a:off x="6736635" y="934542"/>
              <a:ext cx="327049" cy="1652928"/>
              <a:chOff x="1692193" y="1141150"/>
              <a:chExt cx="327049" cy="1652928"/>
            </a:xfrm>
          </p:grpSpPr>
          <p:grpSp>
            <p:nvGrpSpPr>
              <p:cNvPr id="1007" name="Gruppieren 100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09" name="Gruppieren 100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11" name="Rechteck 101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12" name="Rechteck 101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3" name="Ellipse 101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4" name="Ellipse 101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Textfeld 101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16" name="Textfeld 101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17" name="Ellipse 101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8" name="Ellipse 101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Textfeld 101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0" name="Textfeld 101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1" name="Ellipse 102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2" name="Ellipse 102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3" name="Textfeld 102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4" name="Textfeld 102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5" name="Ellipse 102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6" name="Ellipse 102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7" name="Textfeld 102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28" name="Textfeld 102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29" name="Rechteck 102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Rechteck 102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1" name="Rechteck 103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2" name="Rechteck 103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Rechteck 103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Rechteck 103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5" name="Rechteck 103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6" name="Rechteck 103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10" name="Textfeld 100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008" name="Textfeld 100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30" name="Gruppieren 729"/>
            <p:cNvGrpSpPr/>
            <p:nvPr/>
          </p:nvGrpSpPr>
          <p:grpSpPr>
            <a:xfrm>
              <a:off x="7057683" y="935842"/>
              <a:ext cx="420326" cy="1652928"/>
              <a:chOff x="1688847" y="1141150"/>
              <a:chExt cx="420326" cy="1652928"/>
            </a:xfrm>
          </p:grpSpPr>
          <p:grpSp>
            <p:nvGrpSpPr>
              <p:cNvPr id="977" name="Gruppieren 976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79" name="Gruppieren 9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81" name="Rechteck 9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3" name="Ellipse 9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Textfeld 9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7" name="Ellipse 9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Textfeld 9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1" name="Ellipse 9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2" name="Ellipse 9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Textfeld 9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4" name="Textfeld 9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5" name="Ellipse 9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Ellipse 9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Textfeld 9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98" name="Textfeld 9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Rechteck 9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1" name="Rechteck 10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2" name="Rechteck 10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Rechteck 10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Rechteck 10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5" name="Rechteck 10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6" name="Rechteck 10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80" name="Textfeld 979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78" name="Textfeld 9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2" name="Gruppieren 731"/>
            <p:cNvGrpSpPr/>
            <p:nvPr/>
          </p:nvGrpSpPr>
          <p:grpSpPr>
            <a:xfrm>
              <a:off x="7387263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925" name="Gruppieren 92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27" name="Gruppieren 92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9" name="Rechteck 92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Ellipse 93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2" name="Ellipse 93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Textfeld 93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4" name="Textfeld 9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5" name="Ellipse 9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Ellipse 9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Textfeld 9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38" name="Textfeld 9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Ellipse 9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2" name="Textfeld 9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Ellipse 9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46" name="Textfeld 9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47" name="Rechteck 9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Rechteck 9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Rechteck 9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Rechteck 9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Rechteck 9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Rechteck 9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Rechteck 9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Rechteck 9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8" name="Textfeld 92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26" name="Textfeld 9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8" name="Gruppieren 737"/>
            <p:cNvGrpSpPr/>
            <p:nvPr/>
          </p:nvGrpSpPr>
          <p:grpSpPr>
            <a:xfrm>
              <a:off x="7709934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92" name="Gruppieren 89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4" name="Gruppieren 8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6" name="Rechteck 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Ellipse 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Ellipse 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Textfeld 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" name="Textfeld 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2" name="Ellipse 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Ellipse 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Textfeld 9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" name="Textfeld 9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6" name="Ellipse 9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" name="Ellipse 9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" name="Textfeld 9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9" name="Textfeld 9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0" name="Ellipse 9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" name="Ellipse 9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" name="Textfeld 9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3" name="Textfeld 9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" name="Rechteck 9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Rechteck 9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Rechteck 9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" name="Rechteck 9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Rechteck 9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Rechteck 9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Rechteck 9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" name="Rechteck 9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" name="Textfeld 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893" name="Textfeld 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9" name="Gruppieren 738"/>
            <p:cNvGrpSpPr/>
            <p:nvPr/>
          </p:nvGrpSpPr>
          <p:grpSpPr>
            <a:xfrm>
              <a:off x="8032440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62" name="Gruppieren 86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64" name="Gruppieren 8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6" name="Rechteck 8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7" name="Rechteck 8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Ellipse 8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Ellipse 8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Textfeld 8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1" name="Textfeld 8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2" name="Ellipse 8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Ellipse 8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Textfeld 8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5" name="Textfeld 8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6" name="Ellipse 8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" name="Ellipse 8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" name="Textfeld 8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9" name="Textfeld 8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0" name="Ellipse 8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" name="Ellipse 8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" name="Textfeld 8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83" name="Textfeld 8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84" name="Rechteck 8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Rechteck 8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6" name="Rechteck 8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Rechteck 8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Rechteck 8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Rechteck 8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" name="Rechteck 8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Rechteck 8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5" name="Textfeld 86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863" name="Textfeld 8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40" name="Gruppieren 739"/>
            <p:cNvGrpSpPr/>
            <p:nvPr/>
          </p:nvGrpSpPr>
          <p:grpSpPr>
            <a:xfrm>
              <a:off x="8354946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32" name="Gruppieren 83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34" name="Gruppieren 8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" name="Rechteck 8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7" name="Rechteck 8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Ellipse 8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Ellipse 8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" name="Textfeld 8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1" name="Textfeld 8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2" name="Ellipse 8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" name="Ellipse 8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" name="Textfeld 8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5" name="Textfeld 8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6" name="Ellipse 8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" name="Ellipse 8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Textfeld 8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9" name="Textfeld 8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0" name="Ellipse 8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" name="Ellipse 8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Textfeld 8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3" name="Textfeld 8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" name="Rechteck 8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" name="Rechteck 8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Rechteck 8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Rechteck 8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" name="Rechteck 8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" name="Rechteck 8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" name="Rechteck 8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Rechteck 8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5" name="Textfeld 83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33" name="Textfeld 8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41" name="Gruppieren 740"/>
            <p:cNvGrpSpPr/>
            <p:nvPr/>
          </p:nvGrpSpPr>
          <p:grpSpPr>
            <a:xfrm>
              <a:off x="8672452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06" name="Gruppieren 805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08" name="Gruppieren 807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10" name="Rechteck 8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Ellipse 8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Ellipse 8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" name="Ellipse 8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" name="Ellipse 8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" name="Textfeld 8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7" name="Textfeld 8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8" name="Ellipse 8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" name="Ellipse 8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" name="Textfeld 819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1" name="Textfeld 8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2" name="Ellipse 8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" name="Ellipse 8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4" name="Rechteck 8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" name="Rechteck 8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" name="Rechteck 8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Rechteck 8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Rechteck 8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" name="Rechteck 8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" name="Rechteck 8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" name="Rechteck 8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9" name="Textfeld 80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07" name="Textfeld 8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742" name="Gruppieren 741"/>
            <p:cNvGrpSpPr/>
            <p:nvPr/>
          </p:nvGrpSpPr>
          <p:grpSpPr>
            <a:xfrm>
              <a:off x="8997588" y="941765"/>
              <a:ext cx="357561" cy="1646254"/>
              <a:chOff x="1692724" y="1147824"/>
              <a:chExt cx="357561" cy="1646254"/>
            </a:xfrm>
          </p:grpSpPr>
          <p:grpSp>
            <p:nvGrpSpPr>
              <p:cNvPr id="778" name="Gruppieren 77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80" name="Gruppieren 77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82" name="Rechteck 7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3" name="Rechteck 7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" name="Ellipse 7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5" name="Ellipse 7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" name="Textfeld 7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7" name="Textfeld 7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8" name="Ellipse 7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" name="Ellipse 7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98" name="Rechteck 7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Rechteck 7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Rechteck 7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" name="Rechteck 8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Rechteck 8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Rechteck 8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Rechteck 8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" name="Rechteck 8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1" name="Textfeld 78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779" name="Textfeld 7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743" name="Gruppieren 742"/>
            <p:cNvGrpSpPr/>
            <p:nvPr/>
          </p:nvGrpSpPr>
          <p:grpSpPr>
            <a:xfrm>
              <a:off x="9322028" y="941765"/>
              <a:ext cx="357561" cy="1646254"/>
              <a:chOff x="1692724" y="1147824"/>
              <a:chExt cx="357561" cy="1646254"/>
            </a:xfrm>
          </p:grpSpPr>
          <p:grpSp>
            <p:nvGrpSpPr>
              <p:cNvPr id="750" name="Gruppieren 74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52" name="Gruppieren 75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54" name="Rechteck 7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55" name="Rechteck 7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6" name="Ellipse 7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7" name="Ellipse 7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8" name="Textfeld 7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59" name="Textfeld 7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0" name="Ellipse 7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1" name="Ellipse 7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2" name="Ellipse 7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4" name="Textfeld 7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66" name="Ellipse 7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Textfeld 7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0" name="Rechteck 7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1" name="Rechteck 7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Rechteck 7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Rechteck 7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" name="Rechteck 7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53" name="Textfeld 75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751" name="Textfeld 7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744" name="Gruppieren 743"/>
            <p:cNvGrpSpPr/>
            <p:nvPr/>
          </p:nvGrpSpPr>
          <p:grpSpPr>
            <a:xfrm>
              <a:off x="9647854" y="941765"/>
              <a:ext cx="355993" cy="1646254"/>
              <a:chOff x="1694292" y="1147824"/>
              <a:chExt cx="355993" cy="1646254"/>
            </a:xfrm>
          </p:grpSpPr>
          <p:grpSp>
            <p:nvGrpSpPr>
              <p:cNvPr id="746" name="Gruppieren 745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48" name="Rechteck 74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9" name="Textfeld 74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747" name="Textfeld 7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45" name="Textfeld 744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8890229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10</a:t>
            </a:r>
            <a:endParaRPr lang="de-DE" dirty="0"/>
          </a:p>
        </p:txBody>
      </p:sp>
      <p:grpSp>
        <p:nvGrpSpPr>
          <p:cNvPr id="3" name="Gruppieren 2"/>
          <p:cNvGrpSpPr/>
          <p:nvPr/>
        </p:nvGrpSpPr>
        <p:grpSpPr>
          <a:xfrm>
            <a:off x="391231" y="938772"/>
            <a:ext cx="3508669" cy="1652928"/>
            <a:chOff x="391231" y="938772"/>
            <a:chExt cx="3508669" cy="1652928"/>
          </a:xfrm>
        </p:grpSpPr>
        <p:grpSp>
          <p:nvGrpSpPr>
            <p:cNvPr id="3116" name="Gruppieren 3115"/>
            <p:cNvGrpSpPr/>
            <p:nvPr/>
          </p:nvGrpSpPr>
          <p:grpSpPr>
            <a:xfrm>
              <a:off x="636022" y="938772"/>
              <a:ext cx="324950" cy="1652928"/>
              <a:chOff x="1694292" y="1141150"/>
              <a:chExt cx="324950" cy="1652928"/>
            </a:xfrm>
          </p:grpSpPr>
          <p:grpSp>
            <p:nvGrpSpPr>
              <p:cNvPr id="6523" name="Gruppieren 65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6525" name="Gruppieren 65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6527" name="Rechteck 6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28" name="Rechteck 6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9" name="Ellipse 6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30" name="Ellipse 6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1" name="Ellipse 65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2" name="Ellipse 65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3" name="Ellipse 65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4" name="Ellipse 65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5" name="Ellipse 65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6" name="Ellipse 65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7" name="Rechteck 65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8" name="Rechteck 65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9" name="Rechteck 65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0" name="Rechteck 65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1" name="Rechteck 65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2" name="Rechteck 65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3" name="Rechteck 65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4" name="Rechteck 65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526" name="Textfeld 6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6524" name="Textfeld 6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117" name="Rechteck 3116"/>
            <p:cNvSpPr/>
            <p:nvPr/>
          </p:nvSpPr>
          <p:spPr>
            <a:xfrm>
              <a:off x="396638" y="11014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8" name="Rechteck 3117"/>
            <p:cNvSpPr/>
            <p:nvPr/>
          </p:nvSpPr>
          <p:spPr>
            <a:xfrm>
              <a:off x="473414" y="12828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9" name="Rechteck 3118"/>
            <p:cNvSpPr/>
            <p:nvPr/>
          </p:nvSpPr>
          <p:spPr>
            <a:xfrm>
              <a:off x="429940" y="13255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0" name="Rechteck 3119"/>
            <p:cNvSpPr/>
            <p:nvPr/>
          </p:nvSpPr>
          <p:spPr>
            <a:xfrm>
              <a:off x="474084" y="18913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1" name="Rechteck 3120"/>
            <p:cNvSpPr/>
            <p:nvPr/>
          </p:nvSpPr>
          <p:spPr>
            <a:xfrm>
              <a:off x="430610" y="19340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22" name="Gruppieren 3121"/>
            <p:cNvGrpSpPr/>
            <p:nvPr/>
          </p:nvGrpSpPr>
          <p:grpSpPr>
            <a:xfrm>
              <a:off x="95951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94" name="Gruppieren 649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96" name="Gruppieren 649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98" name="Rechteck 649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99" name="Rechteck 649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0" name="Ellipse 649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01" name="Ellipse 650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2" name="Textfeld 650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503" name="Ellipse 65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4" name="Ellipse 65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5" name="Textfeld 65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06" name="Textfeld 65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07" name="Ellipse 6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8" name="Ellipse 6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9" name="Textfeld 6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10" name="Textfeld 6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11" name="Ellipse 6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2" name="Ellipse 6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3" name="Textfeld 6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514" name="Textfeld 6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515" name="Rechteck 6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6" name="Rechteck 6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7" name="Rechteck 6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8" name="Rechteck 6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9" name="Rechteck 6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0" name="Rechteck 6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1" name="Rechteck 6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2" name="Rechteck 6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97" name="Textfeld 649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6495" name="Textfeld 6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3" name="Gruppieren 3122"/>
            <p:cNvGrpSpPr/>
            <p:nvPr/>
          </p:nvGrpSpPr>
          <p:grpSpPr>
            <a:xfrm>
              <a:off x="1286437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64" name="Gruppieren 646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66" name="Gruppieren 646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68" name="Rechteck 646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69" name="Rechteck 646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0" name="Ellipse 646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1" name="Ellipse 647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2" name="Textfeld 647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73" name="Textfeld 647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74" name="Ellipse 64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5" name="Ellipse 64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6" name="Textfeld 647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77" name="Textfeld 647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78" name="Ellipse 647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9" name="Ellipse 647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0" name="Textfeld 647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1" name="Textfeld 648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2" name="Ellipse 64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83" name="Ellipse 64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4" name="Textfeld 648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85" name="Textfeld 648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86" name="Rechteck 648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7" name="Rechteck 648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8" name="Rechteck 648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9" name="Rechteck 648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0" name="Rechteck 648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1" name="Rechteck 649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2" name="Rechteck 649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3" name="Rechteck 649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67" name="Textfeld 646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465" name="Textfeld 646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4" name="Gruppieren 3123"/>
            <p:cNvGrpSpPr/>
            <p:nvPr/>
          </p:nvGrpSpPr>
          <p:grpSpPr>
            <a:xfrm>
              <a:off x="1610416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34" name="Gruppieren 643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36" name="Gruppieren 64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38" name="Rechteck 64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39" name="Rechteck 64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0" name="Ellipse 64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1" name="Ellipse 64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2" name="Textfeld 64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43" name="Textfeld 64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44" name="Ellipse 64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5" name="Ellipse 64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6" name="Textfeld 64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47" name="Textfeld 64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48" name="Ellipse 64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9" name="Ellipse 64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0" name="Textfeld 64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51" name="Textfeld 64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52" name="Ellipse 64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3" name="Ellipse 64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4" name="Textfeld 64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55" name="Textfeld 64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56" name="Rechteck 64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7" name="Rechteck 64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8" name="Rechteck 64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9" name="Rechteck 64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0" name="Rechteck 64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1" name="Rechteck 64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2" name="Rechteck 64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3" name="Rechteck 64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37" name="Textfeld 643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6435" name="Textfeld 64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5" name="Gruppieren 3124"/>
            <p:cNvGrpSpPr/>
            <p:nvPr/>
          </p:nvGrpSpPr>
          <p:grpSpPr>
            <a:xfrm>
              <a:off x="1934395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04" name="Gruppieren 640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06" name="Gruppieren 64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08" name="Rechteck 64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09" name="Rechteck 64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0" name="Ellipse 64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1" name="Ellipse 64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2" name="Textfeld 64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13" name="Textfeld 64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14" name="Ellipse 64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5" name="Ellipse 64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6" name="Textfeld 64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17" name="Textfeld 64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18" name="Ellipse 64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9" name="Ellipse 64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0" name="Textfeld 64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21" name="Textfeld 64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22" name="Ellipse 64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3" name="Ellipse 64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4" name="Textfeld 64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25" name="Textfeld 64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26" name="Rechteck 64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7" name="Rechteck 64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8" name="Rechteck 64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9" name="Rechteck 64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0" name="Rechteck 64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1" name="Rechteck 64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2" name="Rechteck 64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3" name="Rechteck 64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07" name="Textfeld 640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6405" name="Textfeld 64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7" name="Gruppieren 3126"/>
            <p:cNvGrpSpPr/>
            <p:nvPr/>
          </p:nvGrpSpPr>
          <p:grpSpPr>
            <a:xfrm>
              <a:off x="2260893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261" name="Gruppieren 32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63" name="Gruppieren 32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65" name="Rechteck 32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66" name="Rechteck 32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7" name="Ellipse 32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8" name="Ellipse 32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9" name="Textfeld 32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0" name="Textfeld 32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71" name="Ellipse 32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2" name="Ellipse 32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4" name="Textfeld 63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5" name="Textfeld 63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6" name="Ellipse 63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7" name="Ellipse 63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8" name="Textfeld 63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9" name="Textfeld 63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70" name="Ellipse 63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371" name="Ellipse 63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2" name="Textfeld 63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373" name="Textfeld 63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374" name="Rechteck 63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5" name="Rechteck 63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6" name="Rechteck 63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7" name="Rechteck 63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8" name="Rechteck 63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9" name="Rechteck 63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0" name="Rechteck 63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1" name="Rechteck 63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64" name="Textfeld 32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262" name="Textfeld 32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28" name="Gruppieren 3127"/>
            <p:cNvGrpSpPr/>
            <p:nvPr/>
          </p:nvGrpSpPr>
          <p:grpSpPr>
            <a:xfrm>
              <a:off x="258487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231" name="Gruppieren 323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33" name="Gruppieren 32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35" name="Rechteck 32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36" name="Rechteck 32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7" name="Ellipse 32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8" name="Ellipse 32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9" name="Textfeld 32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40" name="Textfeld 32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41" name="Ellipse 32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2" name="Ellipse 32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3" name="Textfeld 32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4" name="Textfeld 32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5" name="Ellipse 32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6" name="Ellipse 32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7" name="Textfeld 32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8" name="Textfeld 32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9" name="Ellipse 32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0" name="Ellipse 32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1" name="Textfeld 32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52" name="Textfeld 32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53" name="Rechteck 32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4" name="Rechteck 32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5" name="Rechteck 32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6" name="Rechteck 32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7" name="Rechteck 32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8" name="Rechteck 32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9" name="Rechteck 32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0" name="Rechteck 32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34" name="Textfeld 323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232" name="Textfeld 32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29" name="Gruppieren 3128"/>
            <p:cNvGrpSpPr/>
            <p:nvPr/>
          </p:nvGrpSpPr>
          <p:grpSpPr>
            <a:xfrm>
              <a:off x="2908851" y="938772"/>
              <a:ext cx="371759" cy="1652928"/>
              <a:chOff x="1692193" y="1141150"/>
              <a:chExt cx="371759" cy="1652928"/>
            </a:xfrm>
          </p:grpSpPr>
          <p:grpSp>
            <p:nvGrpSpPr>
              <p:cNvPr id="3201" name="Gruppieren 3200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203" name="Gruppieren 32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05" name="Rechteck 32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6" name="Rechteck 32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7" name="Ellipse 32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8" name="Ellipse 32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9" name="Textfeld 32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10" name="Textfeld 32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11" name="Ellipse 32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2" name="Ellipse 32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3" name="Textfeld 32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4" name="Textfeld 32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5" name="Ellipse 32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6" name="Ellipse 32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7" name="Textfeld 32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8" name="Textfeld 32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9" name="Ellipse 32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0" name="Ellipse 32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1" name="Textfeld 32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22" name="Textfeld 32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23" name="Rechteck 32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4" name="Rechteck 32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5" name="Rechteck 32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6" name="Rechteck 32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7" name="Rechteck 32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8" name="Rechteck 32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9" name="Rechteck 32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0" name="Rechteck 32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04" name="Textfeld 320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3202" name="Textfeld 32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30" name="Gruppieren 3129"/>
            <p:cNvGrpSpPr/>
            <p:nvPr/>
          </p:nvGrpSpPr>
          <p:grpSpPr>
            <a:xfrm>
              <a:off x="3231687" y="945446"/>
              <a:ext cx="358092" cy="1646254"/>
              <a:chOff x="1692193" y="1147824"/>
              <a:chExt cx="358092" cy="1646254"/>
            </a:xfrm>
          </p:grpSpPr>
          <p:grpSp>
            <p:nvGrpSpPr>
              <p:cNvPr id="3171" name="Gruppieren 317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173" name="Gruppieren 31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75" name="Rechteck 31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6" name="Rechteck 31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Ellipse 31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Ellipse 31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Textfeld 31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80" name="Textfeld 31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81" name="Ellipse 31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Ellipse 31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3" name="Textfeld 31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4" name="Textfeld 31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5" name="Ellipse 31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6" name="Ellipse 31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7" name="Textfeld 31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8" name="Textfeld 31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9" name="Ellipse 31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0" name="Ellipse 31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Textfeld 31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92" name="Textfeld 31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93" name="Rechteck 31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Rechteck 31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Rechteck 31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6" name="Rechteck 31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7" name="Rechteck 31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Rechteck 31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Rechteck 31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0" name="Rechteck 31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74" name="Textfeld 317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3172" name="Textfeld 31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35" name="Gruppieren 3134"/>
            <p:cNvGrpSpPr/>
            <p:nvPr/>
          </p:nvGrpSpPr>
          <p:grpSpPr>
            <a:xfrm>
              <a:off x="3553463" y="950693"/>
              <a:ext cx="346437" cy="1638565"/>
              <a:chOff x="1686699" y="1155513"/>
              <a:chExt cx="346437" cy="1638565"/>
            </a:xfrm>
          </p:grpSpPr>
          <p:grpSp>
            <p:nvGrpSpPr>
              <p:cNvPr id="3137" name="Gruppieren 3136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139" name="Rechteck 3138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40" name="Textfeld 3139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3138" name="Textfeld 31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136" name="Textfeld 3135"/>
            <p:cNvSpPr txBox="1"/>
            <p:nvPr/>
          </p:nvSpPr>
          <p:spPr>
            <a:xfrm>
              <a:off x="391231" y="24226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sp>
          <p:nvSpPr>
            <p:cNvPr id="3115" name="Textfeld 3114"/>
            <p:cNvSpPr txBox="1"/>
            <p:nvPr/>
          </p:nvSpPr>
          <p:spPr>
            <a:xfrm>
              <a:off x="1087911" y="1533486"/>
              <a:ext cx="14640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50" dirty="0" smtClean="0"/>
                <a:t>2</a:t>
              </a:r>
              <a:endParaRPr lang="de-DE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4" name="Gruppieren 3"/>
          <p:cNvGrpSpPr/>
          <p:nvPr/>
        </p:nvGrpSpPr>
        <p:grpSpPr>
          <a:xfrm>
            <a:off x="395599" y="2872756"/>
            <a:ext cx="1249214" cy="1652928"/>
            <a:chOff x="395599" y="2872756"/>
            <a:chExt cx="1249214" cy="1652928"/>
          </a:xfrm>
        </p:grpSpPr>
        <p:grpSp>
          <p:nvGrpSpPr>
            <p:cNvPr id="645" name="Gruppieren 644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1403" name="Gruppieren 140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405" name="Gruppieren 140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407" name="Rechteck 14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08" name="Rechteck 14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9" name="Ellipse 14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10" name="Ellipse 14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1" name="Ellipse 14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2" name="Ellipse 14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3" name="Ellipse 14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4" name="Ellipse 14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5" name="Ellipse 141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6" name="Ellipse 141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7" name="Rechteck 141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8" name="Rechteck 141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9" name="Rechteck 141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0" name="Rechteck 141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1" name="Rechteck 142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2" name="Rechteck 142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3" name="Rechteck 142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4" name="Rechteck 142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06" name="Textfeld 140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404" name="Textfeld 14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646" name="Rechteck 645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7" name="Rechteck 646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8" name="Rechteck 647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9" name="Rechteck 648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50" name="Rechteck 649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62" name="Gruppieren 661"/>
            <p:cNvGrpSpPr/>
            <p:nvPr/>
          </p:nvGrpSpPr>
          <p:grpSpPr>
            <a:xfrm>
              <a:off x="1288820" y="2877343"/>
              <a:ext cx="355993" cy="1646254"/>
              <a:chOff x="1694292" y="1147824"/>
              <a:chExt cx="355993" cy="1646254"/>
            </a:xfrm>
          </p:grpSpPr>
          <p:grpSp>
            <p:nvGrpSpPr>
              <p:cNvPr id="733" name="Gruppieren 732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35" name="Rechteck 73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6" name="Textfeld 7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34" name="Textfeld 7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664" name="Textfeld 663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665" name="Gruppieren 664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666" name="Rechteck 665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67" name="Ellipse 666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68" name="Ellipse 667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69" name="Ellipse 668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0" name="Ellipse 669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1" name="Textfeld 670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672" name="Textfeld 671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3" name="Ellipse 672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74" name="Ellipse 673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5" name="Ellipse 674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6" name="Ellipse 675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7" name="Ellipse 676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78" name="Ellipse 677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9" name="Ellipse 678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0" name="Ellipse 679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1" name="Ellipse 680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82" name="Ellipse 681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3" name="Ellipse 682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4" name="Ellipse 683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685" name="Gruppieren 684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686" name="Rechteck 685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7" name="Rechteck 686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8" name="Rechteck 687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9" name="Rechteck 688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690" name="Rechteck 689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1" name="Rechteck 690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2" name="Rechteck 691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3" name="Rechteck 692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4" name="Rechteck 693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5" name="Rechteck 694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6" name="Rechteck 695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7" name="Rechteck 696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8" name="Rechteck 697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9" name="Rechteck 698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0" name="Rechteck 699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1" name="Rechteck 700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2" name="Rechteck 701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2" name="Gruppieren 1"/>
          <p:cNvGrpSpPr/>
          <p:nvPr/>
        </p:nvGrpSpPr>
        <p:grpSpPr>
          <a:xfrm>
            <a:off x="5396266" y="920650"/>
            <a:ext cx="5462740" cy="1653922"/>
            <a:chOff x="5396266" y="920650"/>
            <a:chExt cx="5462740" cy="1653922"/>
          </a:xfrm>
        </p:grpSpPr>
        <p:grpSp>
          <p:nvGrpSpPr>
            <p:cNvPr id="923" name="Gruppieren 922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1612" name="Gruppieren 161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614" name="Gruppieren 161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616" name="Rechteck 16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17" name="Rechteck 16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8" name="Ellipse 16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19" name="Ellipse 16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0" name="Ellipse 16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1" name="Ellipse 16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2" name="Ellipse 16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3" name="Ellipse 16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4" name="Ellipse 16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5" name="Ellipse 16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6" name="Rechteck 16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7" name="Rechteck 16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8" name="Rechteck 16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9" name="Rechteck 16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0" name="Rechteck 16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1" name="Rechteck 16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2" name="Rechteck 16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3" name="Rechteck 16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15" name="Textfeld 16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613" name="Textfeld 16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924" name="Rechteck 923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5" name="Rechteck 954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6" name="Rechteck 955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7" name="Rechteck 956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8" name="Rechteck 957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959" name="Gruppieren 958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582" name="Gruppieren 158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84" name="Gruppieren 158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86" name="Rechteck 15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87" name="Rechteck 15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8" name="Ellipse 15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89" name="Ellipse 15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0" name="Textfeld 15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91" name="Textfeld 15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92" name="Ellipse 15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3" name="Ellipse 15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4" name="Textfeld 159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5" name="Textfeld 159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6" name="Ellipse 15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7" name="Ellipse 15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8" name="Textfeld 15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9" name="Textfeld 15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00" name="Ellipse 15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1" name="Ellipse 16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2" name="Textfeld 16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03" name="Textfeld 16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04" name="Rechteck 16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5" name="Rechteck 16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6" name="Rechteck 16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7" name="Rechteck 16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8" name="Rechteck 16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9" name="Rechteck 16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0" name="Rechteck 16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1" name="Rechteck 16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85" name="Textfeld 158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583" name="Textfeld 15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0" name="Gruppieren 959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552" name="Gruppieren 155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54" name="Gruppieren 155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56" name="Rechteck 15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57" name="Rechteck 15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Ellipse 15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9" name="Ellipse 15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0" name="Textfeld 155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61" name="Textfeld 156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62" name="Ellipse 156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3" name="Ellipse 15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4" name="Textfeld 15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5" name="Textfeld 15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6" name="Ellipse 15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Ellipse 15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8" name="Textfeld 15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9" name="Textfeld 15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70" name="Ellipse 15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71" name="Ellipse 15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2" name="Textfeld 15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73" name="Textfeld 15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74" name="Rechteck 15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5" name="Rechteck 15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6" name="Rechteck 15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7" name="Rechteck 15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8" name="Rechteck 15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9" name="Rechteck 15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0" name="Rechteck 15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1" name="Rechteck 15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55" name="Textfeld 15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553" name="Textfeld 15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1" name="Gruppieren 960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522" name="Gruppieren 15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24" name="Gruppieren 15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Ellipse 15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Ellipse 15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0" name="Textfeld 15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31" name="Textfeld 15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32" name="Ellipse 15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3" name="Ellipse 15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4" name="Textfeld 15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5" name="Textfeld 15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6" name="Ellipse 15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7" name="Ellipse 15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8" name="Textfeld 15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9" name="Textfeld 15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0" name="Ellipse 15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1" name="Ellipse 15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2" name="Textfeld 15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43" name="Textfeld 15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44" name="Rechteck 15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Rechteck 15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6" name="Rechteck 15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7" name="Rechteck 15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8" name="Rechteck 15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Rechteck 15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Rechteck 15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1" name="Rechteck 15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25" name="Textfeld 15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523" name="Textfeld 15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2" name="Gruppieren 961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492" name="Gruppieren 14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94" name="Gruppieren 14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Ellipse 14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Ellipse 14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Textfeld 14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01" name="Textfeld 15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02" name="Ellipse 15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3" name="Ellipse 15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4" name="Textfeld 15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5" name="Textfeld 15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6" name="Ellipse 15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7" name="Ellipse 15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8" name="Textfeld 15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9" name="Textfeld 15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Textfeld 15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13" name="Textfeld 15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14" name="Rechteck 15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5" name="Rechteck 15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6" name="Rechteck 15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7" name="Rechteck 15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8" name="Rechteck 15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9" name="Rechteck 15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0" name="Rechteck 15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1" name="Rechteck 15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95" name="Textfeld 14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493" name="Textfeld 14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3" name="Gruppieren 962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462" name="Gruppieren 14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64" name="Gruppieren 14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66" name="Rechteck 14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67" name="Rechteck 14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8" name="Ellipse 14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Ellipse 14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Textfeld 14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71" name="Textfeld 14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72" name="Ellipse 14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3" name="Ellipse 14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4" name="Textfeld 14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5" name="Textfeld 14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6" name="Ellipse 14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7" name="Ellipse 14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8" name="Textfeld 1477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9" name="Textfeld 14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80" name="Ellipse 14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1" name="Ellipse 14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Textfeld 14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83" name="Textfeld 14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84" name="Rechteck 14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5" name="Rechteck 14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6" name="Rechteck 14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Rechteck 14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Rechteck 14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Rechteck 14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Rechteck 14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Rechteck 14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65" name="Textfeld 14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463" name="Textfeld 14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4" name="Gruppieren 963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432" name="Gruppieren 14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34" name="Gruppieren 14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36" name="Rechteck 14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37" name="Rechteck 14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8" name="Ellipse 14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9" name="Ellipse 14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Textfeld 14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41" name="Textfeld 14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42" name="Ellipse 14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3" name="Ellipse 14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Textfeld 14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5" name="Textfeld 14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6" name="Ellipse 14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7" name="Ellipse 14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8" name="Textfeld 14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9" name="Textfeld 14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50" name="Ellipse 14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1" name="Ellipse 14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2" name="Textfeld 14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53" name="Textfeld 14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54" name="Rechteck 14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Rechteck 14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6" name="Rechteck 14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7" name="Rechteck 14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8" name="Rechteck 14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Rechteck 14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Rechteck 14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Rechteck 14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35" name="Textfeld 14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433" name="Textfeld 14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5" name="Gruppieren 964"/>
            <p:cNvGrpSpPr/>
            <p:nvPr/>
          </p:nvGrpSpPr>
          <p:grpSpPr>
            <a:xfrm>
              <a:off x="7910369" y="921644"/>
              <a:ext cx="420326" cy="1652928"/>
              <a:chOff x="1688847" y="1141150"/>
              <a:chExt cx="420326" cy="1652928"/>
            </a:xfrm>
          </p:grpSpPr>
          <p:grpSp>
            <p:nvGrpSpPr>
              <p:cNvPr id="1380" name="Gruppieren 137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382" name="Gruppieren 13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84" name="Rechteck 13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85" name="Rechteck 13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6" name="Ellipse 13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7" name="Ellipse 13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Textfeld 13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89" name="Textfeld 13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90" name="Ellipse 13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1" name="Ellipse 13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2" name="Textfeld 13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3" name="Textfeld 13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4" name="Ellipse 13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5" name="Ellipse 13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6" name="Textfeld 13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7" name="Textfeld 13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8" name="Ellipse 13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9" name="Ellipse 13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0" name="Textfeld 13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01" name="Textfeld 14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02" name="Rechteck 14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5" name="Rechteck 14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6" name="Rechteck 14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7" name="Rechteck 14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8" name="Rechteck 14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9" name="Rechteck 14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0" name="Rechteck 14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1" name="Rechteck 14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83" name="Textfeld 138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381" name="Textfeld 13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7" name="Gruppieren 966"/>
            <p:cNvGrpSpPr/>
            <p:nvPr/>
          </p:nvGrpSpPr>
          <p:grpSpPr>
            <a:xfrm>
              <a:off x="8242422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328" name="Gruppieren 132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330" name="Gruppieren 13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4" name="Ellipse 13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5" name="Ellipse 13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6" name="Textfeld 13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37" name="Textfeld 13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38" name="Ellipse 13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9" name="Ellipse 13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0" name="Textfeld 13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1" name="Textfeld 13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2" name="Ellipse 13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3" name="Ellipse 13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4" name="Textfeld 134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5" name="Textfeld 134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6" name="Ellipse 13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7" name="Ellipse 13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8" name="Textfeld 13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49" name="Textfeld 13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0" name="Rechteck 13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1" name="Rechteck 13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2" name="Rechteck 13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3" name="Rechteck 13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4" name="Rechteck 13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Rechteck 13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6" name="Rechteck 13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1" name="Textfeld 133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329" name="Textfeld 13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8565093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95" name="Gruppieren 129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97" name="Gruppieren 129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1" name="Ellipse 13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Ellipse 13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3" name="Textfeld 13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04" name="Textfeld 13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05" name="Ellipse 13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6" name="Ellipse 13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7" name="Textfeld 130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08" name="Textfeld 130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09" name="Ellipse 130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0" name="Ellipse 130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Textfeld 131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2" name="Textfeld 131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3" name="Ellipse 131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4" name="Ellipse 131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5" name="Textfeld 131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16" name="Textfeld 131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17" name="Rechteck 131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8" name="Rechteck 131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9" name="Rechteck 131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Rechteck 131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Rechteck 132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2" name="Rechteck 132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3" name="Rechteck 132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Rechteck 132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98" name="Textfeld 129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296" name="Textfeld 12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70" name="Gruppieren 969"/>
            <p:cNvGrpSpPr/>
            <p:nvPr/>
          </p:nvGrpSpPr>
          <p:grpSpPr>
            <a:xfrm>
              <a:off x="8887599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65" name="Gruppieren 126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67" name="Gruppieren 126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69" name="Rechteck 12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70" name="Rechteck 12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1" name="Ellipse 12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2" name="Ellipse 12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3" name="Textfeld 127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74" name="Textfeld 127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75" name="Ellipse 127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6" name="Ellipse 127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7" name="Textfeld 127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78" name="Textfeld 127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79" name="Ellipse 127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0" name="Ellipse 127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Textfeld 128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2" name="Textfeld 128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3" name="Ellipse 128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4" name="Ellipse 128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5" name="Textfeld 128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86" name="Textfeld 128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87" name="Rechteck 128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8" name="Rechteck 128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9" name="Rechteck 128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Rechteck 128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1" name="Rechteck 129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2" name="Rechteck 129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3" name="Rechteck 129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Rechteck 129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68" name="Textfeld 126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266" name="Textfeld 12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71" name="Gruppieren 970"/>
            <p:cNvGrpSpPr/>
            <p:nvPr/>
          </p:nvGrpSpPr>
          <p:grpSpPr>
            <a:xfrm>
              <a:off x="9210105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35" name="Gruppieren 123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37" name="Gruppieren 12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39" name="Rechteck 12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40" name="Rechteck 12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1" name="Ellipse 12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2" name="Ellipse 12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3" name="Textfeld 12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44" name="Textfeld 12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45" name="Ellipse 12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6" name="Ellipse 12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7" name="Textfeld 12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8" name="Textfeld 12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9" name="Ellipse 12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0" name="Ellipse 12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1" name="Textfeld 12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2" name="Textfeld 12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3" name="Ellipse 12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4" name="Ellipse 12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5" name="Textfeld 12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56" name="Textfeld 12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57" name="Rechteck 12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8" name="Rechteck 12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9" name="Rechteck 12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0" name="Rechteck 12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1" name="Rechteck 12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2" name="Rechteck 12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3" name="Rechteck 12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Rechteck 12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38" name="Textfeld 123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236" name="Textfeld 12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72" name="Gruppieren 971"/>
            <p:cNvGrpSpPr/>
            <p:nvPr/>
          </p:nvGrpSpPr>
          <p:grpSpPr>
            <a:xfrm>
              <a:off x="9527611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09" name="Gruppieren 1208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211" name="Gruppieren 1210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213" name="Rechteck 1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14" name="Rechteck 1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5" name="Ellipse 1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6" name="Ellipse 1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7" name="Ellipse 121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8" name="Ellipse 121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9" name="Textfeld 121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0" name="Textfeld 121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1" name="Ellipse 122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2" name="Ellipse 122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3" name="Textfeld 1222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24" name="Textfeld 122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25" name="Ellipse 122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Ellipse 122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7" name="Rechteck 12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8" name="Rechteck 12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9" name="Rechteck 12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0" name="Rechteck 12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1" name="Rechteck 12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2" name="Rechteck 12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3" name="Rechteck 12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Rechteck 12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12" name="Textfeld 121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210" name="Textfeld 1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973" name="Gruppieren 972"/>
            <p:cNvGrpSpPr/>
            <p:nvPr/>
          </p:nvGrpSpPr>
          <p:grpSpPr>
            <a:xfrm>
              <a:off x="9852747" y="928318"/>
              <a:ext cx="357561" cy="1646254"/>
              <a:chOff x="1692724" y="1147824"/>
              <a:chExt cx="357561" cy="1646254"/>
            </a:xfrm>
          </p:grpSpPr>
          <p:grpSp>
            <p:nvGrpSpPr>
              <p:cNvPr id="1069" name="Gruppieren 106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071" name="Gruppieren 107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74" name="Rechteck 10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Ellipse 10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Ellipse 10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7" name="Textfeld 10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78" name="Textfeld 10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79" name="Ellipse 10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0" name="Ellipse 10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1" name="Ellipse 1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Textfeld 1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85" name="Ellipse 1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Textfeld 1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89" name="Rechteck 1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0" name="Rechteck 1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Rechteck 1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2" name="Rechteck 1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Rechteck 1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Rechteck 1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Rechteck 1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6" name="Rechteck 1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2" name="Textfeld 107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070" name="Textfeld 10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974" name="Gruppieren 973"/>
            <p:cNvGrpSpPr/>
            <p:nvPr/>
          </p:nvGrpSpPr>
          <p:grpSpPr>
            <a:xfrm>
              <a:off x="10177187" y="928318"/>
              <a:ext cx="357561" cy="1646254"/>
              <a:chOff x="1692724" y="1147824"/>
              <a:chExt cx="357561" cy="1646254"/>
            </a:xfrm>
          </p:grpSpPr>
          <p:grpSp>
            <p:nvGrpSpPr>
              <p:cNvPr id="1041" name="Gruppieren 1040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043" name="Gruppieren 1042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Ellipse 10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4" name="Ellipse 10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5" name="Textfeld 10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56" name="Textfeld 10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57" name="Ellipse 10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9" name="Textfeld 10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60" name="Textfeld 10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Rechteck 10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Rechteck 10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4" name="Textfeld 10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042" name="Textfeld 10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975" name="Gruppieren 974"/>
            <p:cNvGrpSpPr/>
            <p:nvPr/>
          </p:nvGrpSpPr>
          <p:grpSpPr>
            <a:xfrm>
              <a:off x="10503013" y="928318"/>
              <a:ext cx="355993" cy="1646254"/>
              <a:chOff x="1694292" y="1147824"/>
              <a:chExt cx="355993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039" name="Rechteck 103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976" name="Textfeld 975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7783659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317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Clamps</a:t>
            </a:r>
            <a:r>
              <a:rPr lang="de-DE" dirty="0" smtClean="0"/>
              <a:t> Scenario 11-12</a:t>
            </a:r>
            <a:endParaRPr lang="de-DE" dirty="0"/>
          </a:p>
        </p:txBody>
      </p:sp>
      <p:grpSp>
        <p:nvGrpSpPr>
          <p:cNvPr id="3" name="Gruppieren 2"/>
          <p:cNvGrpSpPr/>
          <p:nvPr/>
        </p:nvGrpSpPr>
        <p:grpSpPr>
          <a:xfrm>
            <a:off x="391231" y="938772"/>
            <a:ext cx="3508669" cy="1652928"/>
            <a:chOff x="391231" y="938772"/>
            <a:chExt cx="3508669" cy="1652928"/>
          </a:xfrm>
        </p:grpSpPr>
        <p:grpSp>
          <p:nvGrpSpPr>
            <p:cNvPr id="3116" name="Gruppieren 3115"/>
            <p:cNvGrpSpPr/>
            <p:nvPr/>
          </p:nvGrpSpPr>
          <p:grpSpPr>
            <a:xfrm>
              <a:off x="636022" y="938772"/>
              <a:ext cx="324950" cy="1652928"/>
              <a:chOff x="1694292" y="1141150"/>
              <a:chExt cx="324950" cy="1652928"/>
            </a:xfrm>
          </p:grpSpPr>
          <p:grpSp>
            <p:nvGrpSpPr>
              <p:cNvPr id="6523" name="Gruppieren 65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6525" name="Gruppieren 65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6527" name="Rechteck 6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28" name="Rechteck 6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9" name="Ellipse 6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30" name="Ellipse 6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1" name="Ellipse 65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2" name="Ellipse 65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3" name="Ellipse 65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4" name="Ellipse 65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5" name="Ellipse 65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6" name="Ellipse 65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7" name="Rechteck 65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8" name="Rechteck 65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9" name="Rechteck 65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0" name="Rechteck 65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1" name="Rechteck 65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2" name="Rechteck 65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3" name="Rechteck 65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4" name="Rechteck 65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526" name="Textfeld 6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6524" name="Textfeld 6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117" name="Rechteck 3116"/>
            <p:cNvSpPr/>
            <p:nvPr/>
          </p:nvSpPr>
          <p:spPr>
            <a:xfrm>
              <a:off x="396638" y="11014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8" name="Rechteck 3117"/>
            <p:cNvSpPr/>
            <p:nvPr/>
          </p:nvSpPr>
          <p:spPr>
            <a:xfrm>
              <a:off x="473414" y="12828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9" name="Rechteck 3118"/>
            <p:cNvSpPr/>
            <p:nvPr/>
          </p:nvSpPr>
          <p:spPr>
            <a:xfrm>
              <a:off x="429940" y="13255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0" name="Rechteck 3119"/>
            <p:cNvSpPr/>
            <p:nvPr/>
          </p:nvSpPr>
          <p:spPr>
            <a:xfrm>
              <a:off x="474084" y="18913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1" name="Rechteck 3120"/>
            <p:cNvSpPr/>
            <p:nvPr/>
          </p:nvSpPr>
          <p:spPr>
            <a:xfrm>
              <a:off x="430610" y="19340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22" name="Gruppieren 3121"/>
            <p:cNvGrpSpPr/>
            <p:nvPr/>
          </p:nvGrpSpPr>
          <p:grpSpPr>
            <a:xfrm>
              <a:off x="95951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94" name="Gruppieren 649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96" name="Gruppieren 649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98" name="Rechteck 649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99" name="Rechteck 649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0" name="Ellipse 649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01" name="Ellipse 650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2" name="Textfeld 650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503" name="Ellipse 65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4" name="Ellipse 65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5" name="Textfeld 65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06" name="Textfeld 65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07" name="Ellipse 6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8" name="Ellipse 6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9" name="Textfeld 6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10" name="Textfeld 6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11" name="Ellipse 6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2" name="Ellipse 6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3" name="Textfeld 6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514" name="Textfeld 6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515" name="Rechteck 6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6" name="Rechteck 6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7" name="Rechteck 6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8" name="Rechteck 6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9" name="Rechteck 6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0" name="Rechteck 6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1" name="Rechteck 6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2" name="Rechteck 6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97" name="Textfeld 649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6495" name="Textfeld 6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3" name="Gruppieren 3122"/>
            <p:cNvGrpSpPr/>
            <p:nvPr/>
          </p:nvGrpSpPr>
          <p:grpSpPr>
            <a:xfrm>
              <a:off x="1286437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64" name="Gruppieren 646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66" name="Gruppieren 646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68" name="Rechteck 646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69" name="Rechteck 646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0" name="Ellipse 646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1" name="Ellipse 647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2" name="Textfeld 647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73" name="Textfeld 647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74" name="Ellipse 64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5" name="Ellipse 64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6" name="Textfeld 647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77" name="Textfeld 647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78" name="Ellipse 647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9" name="Ellipse 647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0" name="Textfeld 647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1" name="Textfeld 648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2" name="Ellipse 64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83" name="Ellipse 64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4" name="Textfeld 648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85" name="Textfeld 648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86" name="Rechteck 648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7" name="Rechteck 648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8" name="Rechteck 648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9" name="Rechteck 648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0" name="Rechteck 648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1" name="Rechteck 649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2" name="Rechteck 649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3" name="Rechteck 649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67" name="Textfeld 646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465" name="Textfeld 646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4" name="Gruppieren 3123"/>
            <p:cNvGrpSpPr/>
            <p:nvPr/>
          </p:nvGrpSpPr>
          <p:grpSpPr>
            <a:xfrm>
              <a:off x="1610416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34" name="Gruppieren 643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36" name="Gruppieren 64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38" name="Rechteck 64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39" name="Rechteck 64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0" name="Ellipse 64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1" name="Ellipse 64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2" name="Textfeld 64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43" name="Textfeld 64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44" name="Ellipse 64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5" name="Ellipse 64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6" name="Textfeld 64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47" name="Textfeld 64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48" name="Ellipse 64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9" name="Ellipse 64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0" name="Textfeld 64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51" name="Textfeld 64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52" name="Ellipse 64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3" name="Ellipse 64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4" name="Textfeld 64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55" name="Textfeld 64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56" name="Rechteck 64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7" name="Rechteck 64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8" name="Rechteck 64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9" name="Rechteck 64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0" name="Rechteck 64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1" name="Rechteck 64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2" name="Rechteck 64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3" name="Rechteck 64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37" name="Textfeld 643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6435" name="Textfeld 64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5" name="Gruppieren 3124"/>
            <p:cNvGrpSpPr/>
            <p:nvPr/>
          </p:nvGrpSpPr>
          <p:grpSpPr>
            <a:xfrm>
              <a:off x="1934395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04" name="Gruppieren 640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06" name="Gruppieren 64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08" name="Rechteck 64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09" name="Rechteck 64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0" name="Ellipse 64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1" name="Ellipse 64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2" name="Textfeld 64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13" name="Textfeld 64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14" name="Ellipse 64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5" name="Ellipse 64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6" name="Textfeld 64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17" name="Textfeld 64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18" name="Ellipse 64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9" name="Ellipse 64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0" name="Textfeld 64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21" name="Textfeld 64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22" name="Ellipse 64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3" name="Ellipse 64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4" name="Textfeld 64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25" name="Textfeld 64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26" name="Rechteck 64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7" name="Rechteck 64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8" name="Rechteck 64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9" name="Rechteck 64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0" name="Rechteck 64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1" name="Rechteck 64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2" name="Rechteck 64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3" name="Rechteck 64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07" name="Textfeld 640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6405" name="Textfeld 64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7" name="Gruppieren 3126"/>
            <p:cNvGrpSpPr/>
            <p:nvPr/>
          </p:nvGrpSpPr>
          <p:grpSpPr>
            <a:xfrm>
              <a:off x="2260893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261" name="Gruppieren 32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63" name="Gruppieren 32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65" name="Rechteck 32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66" name="Rechteck 32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7" name="Ellipse 32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8" name="Ellipse 32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9" name="Textfeld 32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0" name="Textfeld 32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71" name="Ellipse 32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2" name="Ellipse 32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4" name="Textfeld 63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5" name="Textfeld 63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6" name="Ellipse 63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7" name="Ellipse 63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8" name="Textfeld 63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9" name="Textfeld 63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70" name="Ellipse 63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371" name="Ellipse 63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2" name="Textfeld 63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373" name="Textfeld 63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374" name="Rechteck 63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5" name="Rechteck 63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6" name="Rechteck 63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7" name="Rechteck 63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8" name="Rechteck 63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9" name="Rechteck 63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0" name="Rechteck 63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1" name="Rechteck 63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64" name="Textfeld 32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262" name="Textfeld 32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28" name="Gruppieren 3127"/>
            <p:cNvGrpSpPr/>
            <p:nvPr/>
          </p:nvGrpSpPr>
          <p:grpSpPr>
            <a:xfrm>
              <a:off x="258487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231" name="Gruppieren 323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33" name="Gruppieren 32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35" name="Rechteck 32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36" name="Rechteck 32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7" name="Ellipse 32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8" name="Ellipse 32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9" name="Textfeld 32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40" name="Textfeld 32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41" name="Ellipse 32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2" name="Ellipse 32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3" name="Textfeld 32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4" name="Textfeld 32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5" name="Ellipse 32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6" name="Ellipse 32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7" name="Textfeld 32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8" name="Textfeld 32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9" name="Ellipse 32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0" name="Ellipse 32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1" name="Textfeld 32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52" name="Textfeld 32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53" name="Rechteck 32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4" name="Rechteck 32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5" name="Rechteck 32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6" name="Rechteck 32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7" name="Rechteck 32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8" name="Rechteck 32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9" name="Rechteck 32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0" name="Rechteck 32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34" name="Textfeld 323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232" name="Textfeld 32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29" name="Gruppieren 3128"/>
            <p:cNvGrpSpPr/>
            <p:nvPr/>
          </p:nvGrpSpPr>
          <p:grpSpPr>
            <a:xfrm>
              <a:off x="2908851" y="938772"/>
              <a:ext cx="371759" cy="1652928"/>
              <a:chOff x="1692193" y="1141150"/>
              <a:chExt cx="371759" cy="1652928"/>
            </a:xfrm>
          </p:grpSpPr>
          <p:grpSp>
            <p:nvGrpSpPr>
              <p:cNvPr id="3201" name="Gruppieren 3200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203" name="Gruppieren 32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05" name="Rechteck 32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6" name="Rechteck 32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7" name="Ellipse 32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8" name="Ellipse 32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9" name="Textfeld 32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10" name="Textfeld 32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11" name="Ellipse 32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2" name="Ellipse 32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3" name="Textfeld 32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4" name="Textfeld 32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5" name="Ellipse 32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6" name="Ellipse 32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7" name="Textfeld 32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8" name="Textfeld 32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9" name="Ellipse 32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0" name="Ellipse 32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1" name="Textfeld 32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22" name="Textfeld 32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23" name="Rechteck 32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4" name="Rechteck 32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5" name="Rechteck 32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6" name="Rechteck 32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7" name="Rechteck 32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8" name="Rechteck 32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9" name="Rechteck 32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0" name="Rechteck 32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04" name="Textfeld 320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3202" name="Textfeld 32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30" name="Gruppieren 3129"/>
            <p:cNvGrpSpPr/>
            <p:nvPr/>
          </p:nvGrpSpPr>
          <p:grpSpPr>
            <a:xfrm>
              <a:off x="3231687" y="945446"/>
              <a:ext cx="358092" cy="1646254"/>
              <a:chOff x="1692193" y="1147824"/>
              <a:chExt cx="358092" cy="1646254"/>
            </a:xfrm>
          </p:grpSpPr>
          <p:grpSp>
            <p:nvGrpSpPr>
              <p:cNvPr id="3171" name="Gruppieren 317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173" name="Gruppieren 31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75" name="Rechteck 31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6" name="Rechteck 31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Ellipse 31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Ellipse 31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Textfeld 31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80" name="Textfeld 31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81" name="Ellipse 31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Ellipse 31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3" name="Textfeld 31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4" name="Textfeld 31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5" name="Ellipse 31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6" name="Ellipse 31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7" name="Textfeld 31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8" name="Textfeld 31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9" name="Ellipse 31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0" name="Ellipse 31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Textfeld 31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92" name="Textfeld 31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93" name="Rechteck 31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Rechteck 31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Rechteck 31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6" name="Rechteck 31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7" name="Rechteck 31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Rechteck 31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Rechteck 31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0" name="Rechteck 31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74" name="Textfeld 317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3172" name="Textfeld 31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35" name="Gruppieren 3134"/>
            <p:cNvGrpSpPr/>
            <p:nvPr/>
          </p:nvGrpSpPr>
          <p:grpSpPr>
            <a:xfrm>
              <a:off x="3553463" y="950693"/>
              <a:ext cx="346437" cy="1638565"/>
              <a:chOff x="1686699" y="1155513"/>
              <a:chExt cx="346437" cy="1638565"/>
            </a:xfrm>
          </p:grpSpPr>
          <p:grpSp>
            <p:nvGrpSpPr>
              <p:cNvPr id="3137" name="Gruppieren 3136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139" name="Rechteck 3138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40" name="Textfeld 3139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3138" name="Textfeld 31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136" name="Textfeld 3135"/>
            <p:cNvSpPr txBox="1"/>
            <p:nvPr/>
          </p:nvSpPr>
          <p:spPr>
            <a:xfrm>
              <a:off x="391231" y="24226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sp>
          <p:nvSpPr>
            <p:cNvPr id="3115" name="Textfeld 3114"/>
            <p:cNvSpPr txBox="1"/>
            <p:nvPr/>
          </p:nvSpPr>
          <p:spPr>
            <a:xfrm>
              <a:off x="1087911" y="1533486"/>
              <a:ext cx="14640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50" dirty="0" smtClean="0"/>
                <a:t>2</a:t>
              </a:r>
              <a:endParaRPr lang="de-DE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rgbClr val="5B9BD5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923" name="Gruppieren 922"/>
          <p:cNvGrpSpPr/>
          <p:nvPr/>
        </p:nvGrpSpPr>
        <p:grpSpPr>
          <a:xfrm>
            <a:off x="5640899" y="920650"/>
            <a:ext cx="324950" cy="1652928"/>
            <a:chOff x="1694292" y="1141150"/>
            <a:chExt cx="324950" cy="1652928"/>
          </a:xfrm>
        </p:grpSpPr>
        <p:grpSp>
          <p:nvGrpSpPr>
            <p:cNvPr id="1612" name="Gruppieren 1611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614" name="Gruppieren 1613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616" name="Rechteck 161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617" name="Rechteck 161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18" name="Ellipse 161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619" name="Ellipse 161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0" name="Ellipse 1619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1" name="Ellipse 1620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2" name="Ellipse 1621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3" name="Ellipse 1622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4" name="Ellipse 162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5" name="Ellipse 162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6" name="Rechteck 162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7" name="Rechteck 162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8" name="Rechteck 162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9" name="Rechteck 162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0" name="Rechteck 162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1" name="Rechteck 163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2" name="Rechteck 163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3" name="Rechteck 163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615" name="Textfeld 161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613" name="Textfeld 161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924" name="Rechteck 923"/>
          <p:cNvSpPr/>
          <p:nvPr/>
        </p:nvSpPr>
        <p:spPr>
          <a:xfrm>
            <a:off x="5401515" y="1083351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5" name="Rechteck 954"/>
          <p:cNvSpPr/>
          <p:nvPr/>
        </p:nvSpPr>
        <p:spPr>
          <a:xfrm>
            <a:off x="5478291" y="1264751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6" name="Rechteck 955"/>
          <p:cNvSpPr/>
          <p:nvPr/>
        </p:nvSpPr>
        <p:spPr>
          <a:xfrm>
            <a:off x="5434817" y="1307427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7" name="Rechteck 956"/>
          <p:cNvSpPr/>
          <p:nvPr/>
        </p:nvSpPr>
        <p:spPr>
          <a:xfrm>
            <a:off x="5478961" y="1873242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8" name="Rechteck 957"/>
          <p:cNvSpPr/>
          <p:nvPr/>
        </p:nvSpPr>
        <p:spPr>
          <a:xfrm>
            <a:off x="5435487" y="1915918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959" name="Gruppieren 958"/>
          <p:cNvGrpSpPr/>
          <p:nvPr/>
        </p:nvGrpSpPr>
        <p:grpSpPr>
          <a:xfrm>
            <a:off x="5964389" y="920650"/>
            <a:ext cx="327049" cy="1652928"/>
            <a:chOff x="1692193" y="1141150"/>
            <a:chExt cx="327049" cy="1652928"/>
          </a:xfrm>
        </p:grpSpPr>
        <p:grpSp>
          <p:nvGrpSpPr>
            <p:cNvPr id="1582" name="Gruppieren 158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584" name="Gruppieren 158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586" name="Rechteck 158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87" name="Rechteck 158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88" name="Ellipse 158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89" name="Ellipse 158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0" name="Textfeld 158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91" name="Textfeld 159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592" name="Ellipse 159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3" name="Ellipse 159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4" name="Textfeld 159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95" name="Textfeld 159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96" name="Ellipse 159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7" name="Ellipse 159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8" name="Textfeld 159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99" name="Textfeld 159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600" name="Ellipse 159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1" name="Ellipse 160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2" name="Textfeld 160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603" name="Textfeld 160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604" name="Rechteck 160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5" name="Rechteck 160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6" name="Rechteck 160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7" name="Rechteck 160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8" name="Rechteck 160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9" name="Rechteck 160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10" name="Rechteck 160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11" name="Rechteck 161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585" name="Textfeld 158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</p:grpSp>
        <p:sp>
          <p:nvSpPr>
            <p:cNvPr id="1583" name="Textfeld 158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0" name="Gruppieren 959"/>
          <p:cNvGrpSpPr/>
          <p:nvPr/>
        </p:nvGrpSpPr>
        <p:grpSpPr>
          <a:xfrm>
            <a:off x="6291314" y="920650"/>
            <a:ext cx="327049" cy="1652928"/>
            <a:chOff x="1692193" y="1141150"/>
            <a:chExt cx="327049" cy="1652928"/>
          </a:xfrm>
        </p:grpSpPr>
        <p:grpSp>
          <p:nvGrpSpPr>
            <p:cNvPr id="1552" name="Gruppieren 155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554" name="Gruppieren 155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556" name="Rechteck 155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57" name="Rechteck 155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8" name="Ellipse 155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9" name="Ellipse 155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0" name="Textfeld 155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61" name="Textfeld 156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562" name="Ellipse 156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3" name="Ellipse 156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4" name="Textfeld 156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65" name="Textfeld 156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66" name="Ellipse 156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7" name="Ellipse 156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8" name="Textfeld 156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69" name="Textfeld 156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70" name="Ellipse 156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71" name="Ellipse 157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2" name="Textfeld 157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573" name="Textfeld 157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574" name="Rechteck 157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5" name="Rechteck 157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6" name="Rechteck 157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7" name="Rechteck 157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8" name="Rechteck 157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9" name="Rechteck 157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80" name="Rechteck 157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81" name="Rechteck 158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555" name="Textfeld 155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1553" name="Textfeld 155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1" name="Gruppieren 960"/>
          <p:cNvGrpSpPr/>
          <p:nvPr/>
        </p:nvGrpSpPr>
        <p:grpSpPr>
          <a:xfrm>
            <a:off x="6615293" y="920650"/>
            <a:ext cx="327049" cy="1652928"/>
            <a:chOff x="1692193" y="1141150"/>
            <a:chExt cx="327049" cy="1652928"/>
          </a:xfrm>
        </p:grpSpPr>
        <p:grpSp>
          <p:nvGrpSpPr>
            <p:cNvPr id="1522" name="Gruppieren 152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524" name="Gruppieren 152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526" name="Rechteck 152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27" name="Rechteck 152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8" name="Ellipse 152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9" name="Ellipse 152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0" name="Textfeld 152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31" name="Textfeld 153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532" name="Ellipse 153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3" name="Ellipse 153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4" name="Textfeld 153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35" name="Textfeld 153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36" name="Ellipse 153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7" name="Ellipse 153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8" name="Textfeld 153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39" name="Textfeld 153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40" name="Ellipse 153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1" name="Ellipse 154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2" name="Textfeld 154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543" name="Textfeld 154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544" name="Rechteck 154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5" name="Rechteck 154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6" name="Rechteck 154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7" name="Rechteck 154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8" name="Rechteck 154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9" name="Rechteck 154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0" name="Rechteck 154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1" name="Rechteck 155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525" name="Textfeld 152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1523" name="Textfeld 152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2" name="Gruppieren 961"/>
          <p:cNvGrpSpPr/>
          <p:nvPr/>
        </p:nvGrpSpPr>
        <p:grpSpPr>
          <a:xfrm>
            <a:off x="6939272" y="920650"/>
            <a:ext cx="327049" cy="1652928"/>
            <a:chOff x="1692193" y="1141150"/>
            <a:chExt cx="327049" cy="1652928"/>
          </a:xfrm>
        </p:grpSpPr>
        <p:grpSp>
          <p:nvGrpSpPr>
            <p:cNvPr id="1492" name="Gruppieren 149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494" name="Gruppieren 149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496" name="Rechteck 14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97" name="Rechteck 149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8" name="Ellipse 149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9" name="Ellipse 149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0" name="Textfeld 149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01" name="Textfeld 150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502" name="Ellipse 150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3" name="Ellipse 150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4" name="Textfeld 150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05" name="Textfeld 150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06" name="Ellipse 150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7" name="Ellipse 150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8" name="Textfeld 150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09" name="Textfeld 150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510" name="Ellipse 150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1" name="Ellipse 151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2" name="Textfeld 151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513" name="Textfeld 151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514" name="Rechteck 151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5" name="Rechteck 151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6" name="Rechteck 151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7" name="Rechteck 151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8" name="Rechteck 151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9" name="Rechteck 151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0" name="Rechteck 151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1" name="Rechteck 152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95" name="Textfeld 149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5</a:t>
                </a:r>
              </a:p>
            </p:txBody>
          </p:sp>
        </p:grpSp>
        <p:sp>
          <p:nvSpPr>
            <p:cNvPr id="1493" name="Textfeld 149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3" name="Gruppieren 962"/>
          <p:cNvGrpSpPr/>
          <p:nvPr/>
        </p:nvGrpSpPr>
        <p:grpSpPr>
          <a:xfrm>
            <a:off x="7263265" y="920650"/>
            <a:ext cx="327049" cy="1652928"/>
            <a:chOff x="1692193" y="1141150"/>
            <a:chExt cx="327049" cy="1652928"/>
          </a:xfrm>
        </p:grpSpPr>
        <p:grpSp>
          <p:nvGrpSpPr>
            <p:cNvPr id="1462" name="Gruppieren 146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464" name="Gruppieren 146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466" name="Rechteck 146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67" name="Rechteck 146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8" name="Ellipse 146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9" name="Ellipse 146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70" name="Textfeld 146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471" name="Textfeld 147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472" name="Ellipse 147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73" name="Ellipse 147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74" name="Textfeld 147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75" name="Textfeld 147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76" name="Ellipse 147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77" name="Ellipse 147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78" name="Textfeld 1477"/>
                <p:cNvSpPr txBox="1"/>
                <p:nvPr/>
              </p:nvSpPr>
              <p:spPr>
                <a:xfrm>
                  <a:off x="1692643" y="2196885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79" name="Textfeld 147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80" name="Ellipse 147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1" name="Ellipse 148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2" name="Textfeld 148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483" name="Textfeld 148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484" name="Rechteck 148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5" name="Rechteck 148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6" name="Rechteck 148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7" name="Rechteck 148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8" name="Rechteck 148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9" name="Rechteck 148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0" name="Rechteck 148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1" name="Rechteck 149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65" name="Textfeld 146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1463" name="Textfeld 146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4" name="Gruppieren 963"/>
          <p:cNvGrpSpPr/>
          <p:nvPr/>
        </p:nvGrpSpPr>
        <p:grpSpPr>
          <a:xfrm>
            <a:off x="7590190" y="920650"/>
            <a:ext cx="327049" cy="1652928"/>
            <a:chOff x="1692193" y="1141150"/>
            <a:chExt cx="327049" cy="1652928"/>
          </a:xfrm>
        </p:grpSpPr>
        <p:grpSp>
          <p:nvGrpSpPr>
            <p:cNvPr id="1432" name="Gruppieren 143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434" name="Gruppieren 143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436" name="Rechteck 143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37" name="Rechteck 143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8" name="Ellipse 143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9" name="Ellipse 143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0" name="Textfeld 143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441" name="Textfeld 144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442" name="Ellipse 144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3" name="Ellipse 144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4" name="Textfeld 144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45" name="Textfeld 144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46" name="Ellipse 144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7" name="Ellipse 144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8" name="Textfeld 144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49" name="Textfeld 144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450" name="Ellipse 144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51" name="Ellipse 145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2" name="Textfeld 145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453" name="Textfeld 145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454" name="Rechteck 145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5" name="Rechteck 145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6" name="Rechteck 145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7" name="Rechteck 145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8" name="Rechteck 145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9" name="Rechteck 145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0" name="Rechteck 145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1" name="Rechteck 146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35" name="Textfeld 143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1433" name="Textfeld 143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5" name="Gruppieren 964"/>
          <p:cNvGrpSpPr/>
          <p:nvPr/>
        </p:nvGrpSpPr>
        <p:grpSpPr>
          <a:xfrm>
            <a:off x="7910369" y="921644"/>
            <a:ext cx="420326" cy="1652928"/>
            <a:chOff x="1688847" y="1141150"/>
            <a:chExt cx="420326" cy="1652928"/>
          </a:xfrm>
        </p:grpSpPr>
        <p:grpSp>
          <p:nvGrpSpPr>
            <p:cNvPr id="1380" name="Gruppieren 1379"/>
            <p:cNvGrpSpPr/>
            <p:nvPr/>
          </p:nvGrpSpPr>
          <p:grpSpPr>
            <a:xfrm>
              <a:off x="1688847" y="1141150"/>
              <a:ext cx="420326" cy="1536639"/>
              <a:chOff x="1688847" y="1141150"/>
              <a:chExt cx="420326" cy="1536639"/>
            </a:xfrm>
          </p:grpSpPr>
          <p:grpSp>
            <p:nvGrpSpPr>
              <p:cNvPr id="1382" name="Gruppieren 1381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384" name="Rechteck 138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85" name="Rechteck 1384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86" name="Ellipse 1385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87" name="Ellipse 1386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88" name="Textfeld 1387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389" name="Textfeld 1388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390" name="Ellipse 1389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1" name="Ellipse 1390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2" name="Textfeld 1391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93" name="Textfeld 1392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94" name="Ellipse 1393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5" name="Ellipse 1394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6" name="Textfeld 1395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97" name="Textfeld 1396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98" name="Ellipse 1397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9" name="Ellipse 1398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0" name="Textfeld 1399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401" name="Textfeld 1400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402" name="Rechteck 1401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5" name="Rechteck 142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6" name="Rechteck 142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7" name="Rechteck 142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8" name="Rechteck 142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9" name="Rechteck 142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0" name="Rechteck 142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1" name="Rechteck 143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383" name="Textfeld 1382"/>
              <p:cNvSpPr txBox="1"/>
              <p:nvPr/>
            </p:nvSpPr>
            <p:spPr>
              <a:xfrm>
                <a:off x="1688847" y="1141150"/>
                <a:ext cx="42032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10</a:t>
                </a:r>
              </a:p>
            </p:txBody>
          </p:sp>
        </p:grpSp>
        <p:sp>
          <p:nvSpPr>
            <p:cNvPr id="1381" name="Textfeld 1380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67" name="Gruppieren 966"/>
          <p:cNvGrpSpPr/>
          <p:nvPr/>
        </p:nvGrpSpPr>
        <p:grpSpPr>
          <a:xfrm>
            <a:off x="8242422" y="928318"/>
            <a:ext cx="358092" cy="1646254"/>
            <a:chOff x="1692193" y="1147824"/>
            <a:chExt cx="358092" cy="1646254"/>
          </a:xfrm>
        </p:grpSpPr>
        <p:grpSp>
          <p:nvGrpSpPr>
            <p:cNvPr id="1328" name="Gruppieren 1327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330" name="Gruppieren 1329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332" name="Rechteck 133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33" name="Rechteck 1332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4" name="Ellipse 1333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35" name="Ellipse 1334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6" name="Textfeld 1335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337" name="Textfeld 1336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338" name="Ellipse 1337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9" name="Ellipse 1338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0" name="Textfeld 1339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41" name="Textfeld 1340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42" name="Ellipse 1341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3" name="Ellipse 1342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4" name="Textfeld 1343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45" name="Textfeld 1344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46" name="Ellipse 1345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7" name="Ellipse 1346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8" name="Textfeld 1347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349" name="Textfeld 1348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350" name="Rechteck 1349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1" name="Rechteck 1350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2" name="Rechteck 1351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3" name="Rechteck 1352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4" name="Rechteck 1353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5" name="Rechteck 1354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6" name="Rechteck 1355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7" name="Rechteck 1356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331" name="Textfeld 1330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11</a:t>
                </a:r>
              </a:p>
            </p:txBody>
          </p:sp>
        </p:grpSp>
        <p:sp>
          <p:nvSpPr>
            <p:cNvPr id="1329" name="Textfeld 1328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69" name="Gruppieren 968"/>
          <p:cNvGrpSpPr/>
          <p:nvPr/>
        </p:nvGrpSpPr>
        <p:grpSpPr>
          <a:xfrm>
            <a:off x="8565093" y="928318"/>
            <a:ext cx="358092" cy="1646254"/>
            <a:chOff x="1692193" y="1147824"/>
            <a:chExt cx="358092" cy="1646254"/>
          </a:xfrm>
        </p:grpSpPr>
        <p:grpSp>
          <p:nvGrpSpPr>
            <p:cNvPr id="1295" name="Gruppieren 1294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297" name="Gruppieren 129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299" name="Rechteck 129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00" name="Rechteck 129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1" name="Ellipse 130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2" name="Ellipse 130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3" name="Textfeld 130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304" name="Textfeld 130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305" name="Ellipse 130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6" name="Ellipse 130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7" name="Textfeld 130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08" name="Textfeld 130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09" name="Ellipse 130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0" name="Ellipse 130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1" name="Textfeld 131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12" name="Textfeld 131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313" name="Ellipse 131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4" name="Ellipse 131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5" name="Textfeld 131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316" name="Textfeld 131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317" name="Rechteck 13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8" name="Rechteck 13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9" name="Rechteck 13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0" name="Rechteck 13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1" name="Rechteck 13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2" name="Rechteck 13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3" name="Rechteck 13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4" name="Rechteck 13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98" name="Textfeld 1297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12</a:t>
                </a:r>
              </a:p>
            </p:txBody>
          </p:sp>
        </p:grpSp>
        <p:sp>
          <p:nvSpPr>
            <p:cNvPr id="1296" name="Textfeld 129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70" name="Gruppieren 969"/>
          <p:cNvGrpSpPr/>
          <p:nvPr/>
        </p:nvGrpSpPr>
        <p:grpSpPr>
          <a:xfrm>
            <a:off x="8887599" y="928318"/>
            <a:ext cx="358092" cy="1646254"/>
            <a:chOff x="1692193" y="1147824"/>
            <a:chExt cx="358092" cy="1646254"/>
          </a:xfrm>
        </p:grpSpPr>
        <p:grpSp>
          <p:nvGrpSpPr>
            <p:cNvPr id="1265" name="Gruppieren 1264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267" name="Gruppieren 126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269" name="Rechteck 126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70" name="Rechteck 126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1" name="Ellipse 127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2" name="Ellipse 127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3" name="Textfeld 127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274" name="Textfeld 127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275" name="Ellipse 127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6" name="Ellipse 127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7" name="Textfeld 127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278" name="Textfeld 127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279" name="Ellipse 127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0" name="Ellipse 127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1" name="Textfeld 128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282" name="Textfeld 128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283" name="Ellipse 128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4" name="Ellipse 128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5" name="Textfeld 128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286" name="Textfeld 128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287" name="Rechteck 128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8" name="Rechteck 128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9" name="Rechteck 128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0" name="Rechteck 128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1" name="Rechteck 129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2" name="Rechteck 129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3" name="Rechteck 129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4" name="Rechteck 129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68" name="Textfeld 1267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13</a:t>
                </a:r>
              </a:p>
            </p:txBody>
          </p:sp>
        </p:grpSp>
        <p:sp>
          <p:nvSpPr>
            <p:cNvPr id="1266" name="Textfeld 126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71" name="Gruppieren 970"/>
          <p:cNvGrpSpPr/>
          <p:nvPr/>
        </p:nvGrpSpPr>
        <p:grpSpPr>
          <a:xfrm>
            <a:off x="9210105" y="928318"/>
            <a:ext cx="358092" cy="1646254"/>
            <a:chOff x="1692193" y="1147824"/>
            <a:chExt cx="358092" cy="1646254"/>
          </a:xfrm>
        </p:grpSpPr>
        <p:grpSp>
          <p:nvGrpSpPr>
            <p:cNvPr id="1235" name="Gruppieren 1234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237" name="Gruppieren 123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239" name="Rechteck 123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40" name="Rechteck 123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1" name="Ellipse 124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2" name="Ellipse 124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3" name="Textfeld 124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244" name="Textfeld 124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245" name="Ellipse 124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6" name="Ellipse 124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7" name="Textfeld 124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248" name="Textfeld 124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249" name="Ellipse 124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0" name="Ellipse 124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1" name="Textfeld 125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252" name="Textfeld 125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253" name="Ellipse 125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4" name="Ellipse 125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5" name="Textfeld 125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1256" name="Textfeld 125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1257" name="Rechteck 125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8" name="Rechteck 125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9" name="Rechteck 125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0" name="Rechteck 125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1" name="Rechteck 126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2" name="Rechteck 126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3" name="Rechteck 126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4" name="Rechteck 126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38" name="Textfeld 1237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14</a:t>
                </a:r>
              </a:p>
            </p:txBody>
          </p:sp>
        </p:grpSp>
        <p:sp>
          <p:nvSpPr>
            <p:cNvPr id="1236" name="Textfeld 123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72" name="Gruppieren 971"/>
          <p:cNvGrpSpPr/>
          <p:nvPr/>
        </p:nvGrpSpPr>
        <p:grpSpPr>
          <a:xfrm>
            <a:off x="9527611" y="928318"/>
            <a:ext cx="358092" cy="1646254"/>
            <a:chOff x="1692193" y="1147824"/>
            <a:chExt cx="358092" cy="1646254"/>
          </a:xfrm>
        </p:grpSpPr>
        <p:grpSp>
          <p:nvGrpSpPr>
            <p:cNvPr id="1209" name="Gruppieren 1208"/>
            <p:cNvGrpSpPr/>
            <p:nvPr/>
          </p:nvGrpSpPr>
          <p:grpSpPr>
            <a:xfrm>
              <a:off x="1692193" y="1147824"/>
              <a:ext cx="358092" cy="1481389"/>
              <a:chOff x="1692193" y="1147824"/>
              <a:chExt cx="358092" cy="1481389"/>
            </a:xfrm>
          </p:grpSpPr>
          <p:grpSp>
            <p:nvGrpSpPr>
              <p:cNvPr id="1211" name="Gruppieren 1210"/>
              <p:cNvGrpSpPr/>
              <p:nvPr/>
            </p:nvGrpSpPr>
            <p:grpSpPr>
              <a:xfrm>
                <a:off x="1692193" y="1191341"/>
                <a:ext cx="327049" cy="1437872"/>
                <a:chOff x="1692193" y="1191341"/>
                <a:chExt cx="327049" cy="1437872"/>
              </a:xfrm>
            </p:grpSpPr>
            <p:sp>
              <p:nvSpPr>
                <p:cNvPr id="1213" name="Rechteck 121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14" name="Rechteck 121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5" name="Ellipse 121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6" name="Ellipse 121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7" name="Ellipse 1216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8" name="Ellipse 1217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9" name="Textfeld 1218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220" name="Textfeld 1219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1221" name="Ellipse 1220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2" name="Ellipse 1221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3" name="Textfeld 1222"/>
                <p:cNvSpPr txBox="1"/>
                <p:nvPr/>
              </p:nvSpPr>
              <p:spPr>
                <a:xfrm>
                  <a:off x="1708599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224" name="Textfeld 1223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1225" name="Ellipse 122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6" name="Ellipse 122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7" name="Rechteck 122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8" name="Rechteck 122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9" name="Rechteck 122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0" name="Rechteck 122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1" name="Rechteck 123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2" name="Rechteck 123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3" name="Rechteck 123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4" name="Rechteck 123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12" name="Textfeld 1211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1210" name="Textfeld 120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EL9100</a:t>
              </a:r>
            </a:p>
          </p:txBody>
        </p:sp>
      </p:grpSp>
      <p:grpSp>
        <p:nvGrpSpPr>
          <p:cNvPr id="973" name="Gruppieren 972"/>
          <p:cNvGrpSpPr/>
          <p:nvPr/>
        </p:nvGrpSpPr>
        <p:grpSpPr>
          <a:xfrm>
            <a:off x="9852747" y="928318"/>
            <a:ext cx="357561" cy="1646254"/>
            <a:chOff x="1692724" y="1147824"/>
            <a:chExt cx="357561" cy="1646254"/>
          </a:xfrm>
        </p:grpSpPr>
        <p:grpSp>
          <p:nvGrpSpPr>
            <p:cNvPr id="1069" name="Gruppieren 1068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1071" name="Gruppieren 1070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1073" name="Rechteck 107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74" name="Rechteck 107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75" name="Ellipse 107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76" name="Ellipse 107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77" name="Textfeld 107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078" name="Textfeld 107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079" name="Ellipse 107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0" name="Ellipse 107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1" name="Ellipse 1080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2" name="Ellipse 1081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3" name="Textfeld 1082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1084" name="Textfeld 1083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1085" name="Ellipse 108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6" name="Ellipse 108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7" name="Textfeld 1086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1088" name="Textfeld 1087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1089" name="Rechteck 1088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0" name="Rechteck 1089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1" name="Rechteck 1090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2" name="Rechteck 1091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3" name="Rechteck 1092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4" name="Rechteck 1093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5" name="Rechteck 1094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6" name="Rechteck 1095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072" name="Textfeld 1071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16</a:t>
                </a:r>
              </a:p>
            </p:txBody>
          </p:sp>
        </p:grpSp>
        <p:sp>
          <p:nvSpPr>
            <p:cNvPr id="1070" name="Textfeld 106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974" name="Gruppieren 973"/>
          <p:cNvGrpSpPr/>
          <p:nvPr/>
        </p:nvGrpSpPr>
        <p:grpSpPr>
          <a:xfrm>
            <a:off x="10177187" y="928318"/>
            <a:ext cx="357561" cy="1646254"/>
            <a:chOff x="1692724" y="1147824"/>
            <a:chExt cx="357561" cy="1646254"/>
          </a:xfrm>
        </p:grpSpPr>
        <p:grpSp>
          <p:nvGrpSpPr>
            <p:cNvPr id="1041" name="Gruppieren 1040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1043" name="Gruppieren 1042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1045" name="Rechteck 104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46" name="Rechteck 1045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47" name="Ellipse 1046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48" name="Ellipse 1047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49" name="Textfeld 1048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050" name="Textfeld 1049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1051" name="Ellipse 105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2" name="Ellipse 105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3" name="Ellipse 105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4" name="Ellipse 105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5" name="Textfeld 105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1056" name="Textfeld 105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1057" name="Ellipse 105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8" name="Ellipse 105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9" name="Textfeld 105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1060" name="Textfeld 105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1061" name="Rechteck 106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2" name="Rechteck 106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3" name="Rechteck 106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4" name="Rechteck 106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5" name="Rechteck 106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6" name="Rechteck 106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7" name="Rechteck 106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8" name="Rechteck 106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044" name="Textfeld 1043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17</a:t>
                </a:r>
              </a:p>
            </p:txBody>
          </p:sp>
        </p:grpSp>
        <p:sp>
          <p:nvSpPr>
            <p:cNvPr id="1042" name="Textfeld 1041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975" name="Gruppieren 974"/>
          <p:cNvGrpSpPr/>
          <p:nvPr/>
        </p:nvGrpSpPr>
        <p:grpSpPr>
          <a:xfrm>
            <a:off x="10503013" y="928318"/>
            <a:ext cx="355993" cy="1646254"/>
            <a:chOff x="1694292" y="1147824"/>
            <a:chExt cx="355993" cy="1646254"/>
          </a:xfrm>
        </p:grpSpPr>
        <p:grpSp>
          <p:nvGrpSpPr>
            <p:cNvPr id="1037" name="Gruppieren 1036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1039" name="Rechteck 1038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040" name="Textfeld 1039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18</a:t>
                </a:r>
              </a:p>
            </p:txBody>
          </p:sp>
        </p:grpSp>
        <p:sp>
          <p:nvSpPr>
            <p:cNvPr id="1038" name="Textfeld 1037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976" name="Textfeld 975"/>
          <p:cNvSpPr txBox="1"/>
          <p:nvPr/>
        </p:nvSpPr>
        <p:spPr>
          <a:xfrm>
            <a:off x="5396266" y="2403787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600" dirty="0">
                <a:latin typeface="Arial" panose="020B0604020202020204" pitchFamily="34" charset="0"/>
                <a:cs typeface="Arial" panose="020B0604020202020204" pitchFamily="34" charset="0"/>
              </a:rPr>
              <a:t>BC2&amp;3</a:t>
            </a:r>
            <a:endParaRPr lang="de-DE" sz="7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1773413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15360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12f</a:t>
            </a:r>
            <a:endParaRPr lang="de-DE" dirty="0"/>
          </a:p>
        </p:txBody>
      </p:sp>
      <p:grpSp>
        <p:nvGrpSpPr>
          <p:cNvPr id="5" name="Gruppieren 4"/>
          <p:cNvGrpSpPr/>
          <p:nvPr/>
        </p:nvGrpSpPr>
        <p:grpSpPr>
          <a:xfrm>
            <a:off x="391231" y="938772"/>
            <a:ext cx="3508703" cy="1652934"/>
            <a:chOff x="391231" y="938772"/>
            <a:chExt cx="3508703" cy="1652934"/>
          </a:xfrm>
        </p:grpSpPr>
        <p:grpSp>
          <p:nvGrpSpPr>
            <p:cNvPr id="3116" name="Gruppieren 3115"/>
            <p:cNvGrpSpPr/>
            <p:nvPr/>
          </p:nvGrpSpPr>
          <p:grpSpPr>
            <a:xfrm>
              <a:off x="636022" y="938772"/>
              <a:ext cx="324950" cy="1652928"/>
              <a:chOff x="1694292" y="1141150"/>
              <a:chExt cx="324950" cy="1652928"/>
            </a:xfrm>
          </p:grpSpPr>
          <p:grpSp>
            <p:nvGrpSpPr>
              <p:cNvPr id="6523" name="Gruppieren 65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6525" name="Gruppieren 65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6527" name="Rechteck 6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28" name="Rechteck 6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9" name="Ellipse 6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30" name="Ellipse 6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1" name="Ellipse 65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2" name="Ellipse 65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3" name="Ellipse 65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4" name="Ellipse 65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5" name="Ellipse 65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6" name="Ellipse 65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7" name="Rechteck 65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8" name="Rechteck 65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9" name="Rechteck 65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0" name="Rechteck 65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1" name="Rechteck 65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2" name="Rechteck 65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3" name="Rechteck 65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4" name="Rechteck 65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526" name="Textfeld 6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6524" name="Textfeld 6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117" name="Rechteck 3116"/>
            <p:cNvSpPr/>
            <p:nvPr/>
          </p:nvSpPr>
          <p:spPr>
            <a:xfrm>
              <a:off x="396638" y="11014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8" name="Rechteck 3117"/>
            <p:cNvSpPr/>
            <p:nvPr/>
          </p:nvSpPr>
          <p:spPr>
            <a:xfrm>
              <a:off x="473414" y="12828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9" name="Rechteck 3118"/>
            <p:cNvSpPr/>
            <p:nvPr/>
          </p:nvSpPr>
          <p:spPr>
            <a:xfrm>
              <a:off x="429940" y="13255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0" name="Rechteck 3119"/>
            <p:cNvSpPr/>
            <p:nvPr/>
          </p:nvSpPr>
          <p:spPr>
            <a:xfrm>
              <a:off x="474084" y="18913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1" name="Rechteck 3120"/>
            <p:cNvSpPr/>
            <p:nvPr/>
          </p:nvSpPr>
          <p:spPr>
            <a:xfrm>
              <a:off x="430610" y="19340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22" name="Gruppieren 3121"/>
            <p:cNvGrpSpPr/>
            <p:nvPr/>
          </p:nvGrpSpPr>
          <p:grpSpPr>
            <a:xfrm>
              <a:off x="95951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94" name="Gruppieren 649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96" name="Gruppieren 649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98" name="Rechteck 649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99" name="Rechteck 649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0" name="Ellipse 649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01" name="Ellipse 650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2" name="Textfeld 650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503" name="Ellipse 65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4" name="Ellipse 65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5" name="Textfeld 65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06" name="Textfeld 65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07" name="Ellipse 6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8" name="Ellipse 6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9" name="Textfeld 6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10" name="Textfeld 6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11" name="Ellipse 6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2" name="Ellipse 6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3" name="Textfeld 6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514" name="Textfeld 6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515" name="Rechteck 6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6" name="Rechteck 6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7" name="Rechteck 6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8" name="Rechteck 6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9" name="Rechteck 6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0" name="Rechteck 6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1" name="Rechteck 6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2" name="Rechteck 6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97" name="Textfeld 649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6495" name="Textfeld 6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3" name="Gruppieren 3122"/>
            <p:cNvGrpSpPr/>
            <p:nvPr/>
          </p:nvGrpSpPr>
          <p:grpSpPr>
            <a:xfrm>
              <a:off x="1286437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64" name="Gruppieren 646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66" name="Gruppieren 646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68" name="Rechteck 646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69" name="Rechteck 646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0" name="Ellipse 646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1" name="Ellipse 647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2" name="Textfeld 647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73" name="Textfeld 647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74" name="Ellipse 64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5" name="Ellipse 64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6" name="Textfeld 647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77" name="Textfeld 647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78" name="Ellipse 647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9" name="Ellipse 647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0" name="Textfeld 647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1" name="Textfeld 648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2" name="Ellipse 64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83" name="Ellipse 64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4" name="Textfeld 648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85" name="Textfeld 648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86" name="Rechteck 648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7" name="Rechteck 648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8" name="Rechteck 648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9" name="Rechteck 648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0" name="Rechteck 648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1" name="Rechteck 649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2" name="Rechteck 649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3" name="Rechteck 649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67" name="Textfeld 646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465" name="Textfeld 646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4" name="Gruppieren 3123"/>
            <p:cNvGrpSpPr/>
            <p:nvPr/>
          </p:nvGrpSpPr>
          <p:grpSpPr>
            <a:xfrm>
              <a:off x="1610416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34" name="Gruppieren 643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36" name="Gruppieren 64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38" name="Rechteck 64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39" name="Rechteck 64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0" name="Ellipse 64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1" name="Ellipse 64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2" name="Textfeld 64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43" name="Textfeld 64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44" name="Ellipse 64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5" name="Ellipse 64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6" name="Textfeld 64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47" name="Textfeld 64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48" name="Ellipse 64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49" name="Ellipse 64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0" name="Textfeld 64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51" name="Textfeld 64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52" name="Ellipse 64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3" name="Ellipse 64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4" name="Textfeld 64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55" name="Textfeld 64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56" name="Rechteck 64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7" name="Rechteck 64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8" name="Rechteck 64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9" name="Rechteck 64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0" name="Rechteck 64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1" name="Rechteck 64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2" name="Rechteck 64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3" name="Rechteck 64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37" name="Textfeld 643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6435" name="Textfeld 64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5" name="Gruppieren 3124"/>
            <p:cNvGrpSpPr/>
            <p:nvPr/>
          </p:nvGrpSpPr>
          <p:grpSpPr>
            <a:xfrm>
              <a:off x="1934395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6404" name="Gruppieren 640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406" name="Gruppieren 64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408" name="Rechteck 64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09" name="Rechteck 64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0" name="Ellipse 64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1" name="Ellipse 64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2" name="Textfeld 64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13" name="Textfeld 64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14" name="Ellipse 64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5" name="Ellipse 64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6" name="Textfeld 64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17" name="Textfeld 64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18" name="Ellipse 64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9" name="Ellipse 64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0" name="Textfeld 64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21" name="Textfeld 64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22" name="Ellipse 64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3" name="Ellipse 64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4" name="Textfeld 64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425" name="Textfeld 64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426" name="Rechteck 64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7" name="Rechteck 64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8" name="Rechteck 64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9" name="Rechteck 64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0" name="Rechteck 64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1" name="Rechteck 64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2" name="Rechteck 64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3" name="Rechteck 64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07" name="Textfeld 640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6405" name="Textfeld 64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27" name="Gruppieren 3126"/>
            <p:cNvGrpSpPr/>
            <p:nvPr/>
          </p:nvGrpSpPr>
          <p:grpSpPr>
            <a:xfrm>
              <a:off x="2259222" y="938778"/>
              <a:ext cx="327049" cy="1652928"/>
              <a:chOff x="1692193" y="1141150"/>
              <a:chExt cx="327049" cy="1652928"/>
            </a:xfrm>
          </p:grpSpPr>
          <p:grpSp>
            <p:nvGrpSpPr>
              <p:cNvPr id="3261" name="Gruppieren 32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63" name="Gruppieren 32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65" name="Rechteck 32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66" name="Rechteck 32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7" name="Ellipse 32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8" name="Ellipse 32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9" name="Textfeld 32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0" name="Textfeld 32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71" name="Ellipse 32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2" name="Ellipse 32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4" name="Textfeld 63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5" name="Textfeld 63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6" name="Ellipse 63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7" name="Ellipse 63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8" name="Textfeld 63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69" name="Textfeld 63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370" name="Ellipse 63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371" name="Ellipse 63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2" name="Textfeld 63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373" name="Textfeld 63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374" name="Rechteck 63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5" name="Rechteck 63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6" name="Rechteck 63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7" name="Rechteck 63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8" name="Rechteck 63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9" name="Rechteck 63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0" name="Rechteck 63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1" name="Rechteck 63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64" name="Textfeld 32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262" name="Textfeld 32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28" name="Gruppieren 3127"/>
            <p:cNvGrpSpPr/>
            <p:nvPr/>
          </p:nvGrpSpPr>
          <p:grpSpPr>
            <a:xfrm>
              <a:off x="2583201" y="938778"/>
              <a:ext cx="327049" cy="1652928"/>
              <a:chOff x="1692193" y="1141150"/>
              <a:chExt cx="327049" cy="1652928"/>
            </a:xfrm>
          </p:grpSpPr>
          <p:grpSp>
            <p:nvGrpSpPr>
              <p:cNvPr id="3231" name="Gruppieren 323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33" name="Gruppieren 32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35" name="Rechteck 32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36" name="Rechteck 32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7" name="Ellipse 32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8" name="Ellipse 32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9" name="Textfeld 32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40" name="Textfeld 32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41" name="Ellipse 32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2" name="Ellipse 32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3" name="Textfeld 32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4" name="Textfeld 32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5" name="Ellipse 32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6" name="Ellipse 32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7" name="Textfeld 32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8" name="Textfeld 32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49" name="Ellipse 32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0" name="Ellipse 32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1" name="Textfeld 32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52" name="Textfeld 32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53" name="Rechteck 32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4" name="Rechteck 32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5" name="Rechteck 32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6" name="Rechteck 32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7" name="Rechteck 32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8" name="Rechteck 32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9" name="Rechteck 32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0" name="Rechteck 32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34" name="Textfeld 323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232" name="Textfeld 32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29" name="Gruppieren 3128"/>
            <p:cNvGrpSpPr/>
            <p:nvPr/>
          </p:nvGrpSpPr>
          <p:grpSpPr>
            <a:xfrm>
              <a:off x="2907180" y="938778"/>
              <a:ext cx="371759" cy="1652928"/>
              <a:chOff x="1692193" y="1141150"/>
              <a:chExt cx="371759" cy="1652928"/>
            </a:xfrm>
          </p:grpSpPr>
          <p:grpSp>
            <p:nvGrpSpPr>
              <p:cNvPr id="3201" name="Gruppieren 3200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203" name="Gruppieren 32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05" name="Rechteck 32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6" name="Rechteck 32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7" name="Ellipse 32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8" name="Ellipse 32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9" name="Textfeld 32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10" name="Textfeld 32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11" name="Ellipse 32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2" name="Ellipse 32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3" name="Textfeld 32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4" name="Textfeld 32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5" name="Ellipse 32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6" name="Ellipse 32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7" name="Textfeld 32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8" name="Textfeld 32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19" name="Ellipse 32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0" name="Ellipse 32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1" name="Textfeld 32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22" name="Textfeld 32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23" name="Rechteck 32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4" name="Rechteck 32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5" name="Rechteck 32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6" name="Rechteck 32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7" name="Rechteck 32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8" name="Rechteck 32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9" name="Rechteck 32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0" name="Rechteck 32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04" name="Textfeld 320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3202" name="Textfeld 32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30" name="Gruppieren 3129"/>
            <p:cNvGrpSpPr/>
            <p:nvPr/>
          </p:nvGrpSpPr>
          <p:grpSpPr>
            <a:xfrm>
              <a:off x="3230016" y="945452"/>
              <a:ext cx="358092" cy="1646254"/>
              <a:chOff x="1692193" y="1147824"/>
              <a:chExt cx="358092" cy="1646254"/>
            </a:xfrm>
          </p:grpSpPr>
          <p:grpSp>
            <p:nvGrpSpPr>
              <p:cNvPr id="3171" name="Gruppieren 317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173" name="Gruppieren 31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75" name="Rechteck 31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6" name="Rechteck 31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Ellipse 31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Ellipse 31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Textfeld 31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80" name="Textfeld 31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81" name="Ellipse 31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Ellipse 31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3" name="Textfeld 31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4" name="Textfeld 31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5" name="Ellipse 31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6" name="Ellipse 31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7" name="Textfeld 31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8" name="Textfeld 31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89" name="Ellipse 31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0" name="Ellipse 31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Textfeld 31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92" name="Textfeld 31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93" name="Rechteck 31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Rechteck 31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Rechteck 31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6" name="Rechteck 31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7" name="Rechteck 31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Rechteck 31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Rechteck 31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0" name="Rechteck 31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74" name="Textfeld 317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3172" name="Textfeld 31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35" name="Gruppieren 3134"/>
            <p:cNvGrpSpPr/>
            <p:nvPr/>
          </p:nvGrpSpPr>
          <p:grpSpPr>
            <a:xfrm>
              <a:off x="3553497" y="953141"/>
              <a:ext cx="346437" cy="1638565"/>
              <a:chOff x="1686699" y="1155513"/>
              <a:chExt cx="346437" cy="1638565"/>
            </a:xfrm>
          </p:grpSpPr>
          <p:grpSp>
            <p:nvGrpSpPr>
              <p:cNvPr id="3137" name="Gruppieren 3136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139" name="Rechteck 3138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40" name="Textfeld 3139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3138" name="Textfeld 31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136" name="Textfeld 3135"/>
            <p:cNvSpPr txBox="1"/>
            <p:nvPr/>
          </p:nvSpPr>
          <p:spPr>
            <a:xfrm>
              <a:off x="391231" y="24226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sp>
          <p:nvSpPr>
            <p:cNvPr id="3115" name="Textfeld 3114"/>
            <p:cNvSpPr txBox="1"/>
            <p:nvPr/>
          </p:nvSpPr>
          <p:spPr>
            <a:xfrm>
              <a:off x="1087911" y="1533486"/>
              <a:ext cx="14640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50" dirty="0" smtClean="0"/>
                <a:t>2</a:t>
              </a:r>
              <a:endParaRPr lang="de-DE" dirty="0"/>
            </a:p>
          </p:txBody>
        </p:sp>
      </p:grpSp>
      <p:grpSp>
        <p:nvGrpSpPr>
          <p:cNvPr id="7034" name="Gruppieren 7033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7456" name="Gruppieren 7455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7458" name="Gruppieren 7457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7460" name="Rechteck 745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61" name="Rechteck 746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2" name="Ellipse 746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63" name="Ellipse 746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4" name="Ellipse 746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5" name="Ellipse 746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6" name="Ellipse 746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7" name="Ellipse 746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8" name="Ellipse 7467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9" name="Ellipse 7468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0" name="Rechteck 7469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1" name="Rechteck 7470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2" name="Rechteck 7471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3" name="Rechteck 7472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4" name="Rechteck 7473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5" name="Rechteck 7474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6" name="Rechteck 7475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7" name="Rechteck 7476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459" name="Textfeld 745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7457" name="Textfeld 745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7035" name="Rechteck 7034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6" name="Rechteck 7035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7" name="Rechteck 7036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8" name="Rechteck 7037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9" name="Rechteck 7038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7040" name="Gruppieren 7039"/>
          <p:cNvGrpSpPr/>
          <p:nvPr/>
        </p:nvGrpSpPr>
        <p:grpSpPr>
          <a:xfrm>
            <a:off x="1289910" y="2872756"/>
            <a:ext cx="327049" cy="1652928"/>
            <a:chOff x="1692193" y="1141150"/>
            <a:chExt cx="327049" cy="1652928"/>
          </a:xfrm>
        </p:grpSpPr>
        <p:grpSp>
          <p:nvGrpSpPr>
            <p:cNvPr id="7426" name="Gruppieren 742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428" name="Gruppieren 742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430" name="Rechteck 742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31" name="Rechteck 743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2" name="Ellipse 743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3" name="Ellipse 743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4" name="Textfeld 743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435" name="Textfeld 743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436" name="Ellipse 743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7" name="Ellipse 743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8" name="Textfeld 743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39" name="Textfeld 743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40" name="Ellipse 743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1" name="Ellipse 744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2" name="Textfeld 744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43" name="Textfeld 744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44" name="Ellipse 744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45" name="Ellipse 744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6" name="Textfeld 744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447" name="Textfeld 744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448" name="Rechteck 744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9" name="Rechteck 744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0" name="Rechteck 744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1" name="Rechteck 745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2" name="Rechteck 745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3" name="Rechteck 745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4" name="Rechteck 745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5" name="Rechteck 745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429" name="Textfeld 742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7427" name="Textfeld 742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1" name="Gruppieren 7040"/>
          <p:cNvGrpSpPr/>
          <p:nvPr/>
        </p:nvGrpSpPr>
        <p:grpSpPr>
          <a:xfrm>
            <a:off x="1613889" y="2872756"/>
            <a:ext cx="327049" cy="1652928"/>
            <a:chOff x="1692193" y="1141150"/>
            <a:chExt cx="327049" cy="1652928"/>
          </a:xfrm>
        </p:grpSpPr>
        <p:grpSp>
          <p:nvGrpSpPr>
            <p:cNvPr id="7396" name="Gruppieren 739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398" name="Gruppieren 739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400" name="Rechteck 739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01" name="Rechteck 740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2" name="Ellipse 740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3" name="Ellipse 740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4" name="Textfeld 740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405" name="Textfeld 740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406" name="Ellipse 740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7" name="Ellipse 740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8" name="Textfeld 740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09" name="Textfeld 740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10" name="Ellipse 740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1" name="Ellipse 741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2" name="Textfeld 741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13" name="Textfeld 741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414" name="Ellipse 741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5" name="Ellipse 741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6" name="Textfeld 741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417" name="Textfeld 741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418" name="Rechteck 741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9" name="Rechteck 741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0" name="Rechteck 741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1" name="Rechteck 742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2" name="Rechteck 742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3" name="Rechteck 742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4" name="Rechteck 742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5" name="Rechteck 742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399" name="Textfeld 739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7397" name="Textfeld 739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3" name="Gruppieren 7042"/>
          <p:cNvGrpSpPr/>
          <p:nvPr/>
        </p:nvGrpSpPr>
        <p:grpSpPr>
          <a:xfrm>
            <a:off x="1939382" y="2872756"/>
            <a:ext cx="327049" cy="1652928"/>
            <a:chOff x="1692193" y="1141150"/>
            <a:chExt cx="327049" cy="1652928"/>
          </a:xfrm>
        </p:grpSpPr>
        <p:grpSp>
          <p:nvGrpSpPr>
            <p:cNvPr id="7336" name="Gruppieren 733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338" name="Gruppieren 733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340" name="Rechteck 733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41" name="Rechteck 734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42" name="Ellipse 734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43" name="Ellipse 734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44" name="Textfeld 734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345" name="Textfeld 734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346" name="Ellipse 734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47" name="Ellipse 734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48" name="Textfeld 734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49" name="Textfeld 734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50" name="Ellipse 734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51" name="Ellipse 735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52" name="Textfeld 7351"/>
                <p:cNvSpPr txBox="1"/>
                <p:nvPr/>
              </p:nvSpPr>
              <p:spPr>
                <a:xfrm>
                  <a:off x="1692643" y="219371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53" name="Textfeld 735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54" name="Ellipse 735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55" name="Ellipse 735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56" name="Textfeld 735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357" name="Textfeld 735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358" name="Rechteck 735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59" name="Rechteck 735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0" name="Rechteck 735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1" name="Rechteck 736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2" name="Rechteck 736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3" name="Rechteck 736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4" name="Rechteck 736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5" name="Rechteck 736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339" name="Textfeld 733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7337" name="Textfeld 733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4" name="Gruppieren 7043"/>
          <p:cNvGrpSpPr/>
          <p:nvPr/>
        </p:nvGrpSpPr>
        <p:grpSpPr>
          <a:xfrm>
            <a:off x="2266307" y="2872756"/>
            <a:ext cx="327049" cy="1652928"/>
            <a:chOff x="1692193" y="1141150"/>
            <a:chExt cx="327049" cy="1652928"/>
          </a:xfrm>
        </p:grpSpPr>
        <p:grpSp>
          <p:nvGrpSpPr>
            <p:cNvPr id="7306" name="Gruppieren 730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308" name="Gruppieren 730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310" name="Rechteck 730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11" name="Rechteck 731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2" name="Ellipse 731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3" name="Ellipse 731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4" name="Textfeld 731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315" name="Textfeld 731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316" name="Ellipse 731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7" name="Ellipse 731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8" name="Textfeld 731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19" name="Textfeld 731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20" name="Ellipse 731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1" name="Ellipse 732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2" name="Textfeld 732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23" name="Textfeld 732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324" name="Ellipse 732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25" name="Ellipse 732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6" name="Textfeld 732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327" name="Textfeld 732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328" name="Rechteck 732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9" name="Rechteck 732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0" name="Rechteck 732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1" name="Rechteck 733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2" name="Rechteck 733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3" name="Rechteck 733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4" name="Rechteck 733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5" name="Rechteck 733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309" name="Textfeld 730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7307" name="Textfeld 730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6" name="Gruppieren 7045"/>
          <p:cNvGrpSpPr/>
          <p:nvPr/>
        </p:nvGrpSpPr>
        <p:grpSpPr>
          <a:xfrm>
            <a:off x="2913173" y="2872756"/>
            <a:ext cx="371759" cy="1652928"/>
            <a:chOff x="1692193" y="1141150"/>
            <a:chExt cx="371759" cy="1652928"/>
          </a:xfrm>
        </p:grpSpPr>
        <p:grpSp>
          <p:nvGrpSpPr>
            <p:cNvPr id="7246" name="Gruppieren 7245"/>
            <p:cNvGrpSpPr/>
            <p:nvPr/>
          </p:nvGrpSpPr>
          <p:grpSpPr>
            <a:xfrm>
              <a:off x="1692193" y="1141150"/>
              <a:ext cx="371759" cy="1536639"/>
              <a:chOff x="1692193" y="1141150"/>
              <a:chExt cx="371759" cy="1536639"/>
            </a:xfrm>
          </p:grpSpPr>
          <p:grpSp>
            <p:nvGrpSpPr>
              <p:cNvPr id="7248" name="Gruppieren 724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250" name="Rechteck 724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251" name="Rechteck 725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2" name="Ellipse 725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3" name="Ellipse 725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4" name="Textfeld 725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255" name="Textfeld 725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256" name="Ellipse 725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7" name="Ellipse 725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8" name="Textfeld 725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259" name="Textfeld 7258"/>
                <p:cNvSpPr txBox="1"/>
                <p:nvPr/>
              </p:nvSpPr>
              <p:spPr>
                <a:xfrm>
                  <a:off x="1812371" y="196951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260" name="Ellipse 725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1" name="Ellipse 726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2" name="Textfeld 726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263" name="Textfeld 726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264" name="Ellipse 726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5" name="Ellipse 726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6" name="Textfeld 726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267" name="Textfeld 726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268" name="Rechteck 726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9" name="Rechteck 726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0" name="Rechteck 726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1" name="Rechteck 727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2" name="Rechteck 727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3" name="Rechteck 727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4" name="Rechteck 727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5" name="Rechteck 727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249" name="Textfeld 7248"/>
              <p:cNvSpPr txBox="1"/>
              <p:nvPr/>
            </p:nvSpPr>
            <p:spPr>
              <a:xfrm>
                <a:off x="1701466" y="1141150"/>
                <a:ext cx="36248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9</a:t>
                </a:r>
              </a:p>
            </p:txBody>
          </p:sp>
        </p:grpSp>
        <p:sp>
          <p:nvSpPr>
            <p:cNvPr id="7247" name="Textfeld 724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EL3064</a:t>
              </a:r>
            </a:p>
          </p:txBody>
        </p:sp>
      </p:grpSp>
      <p:grpSp>
        <p:nvGrpSpPr>
          <p:cNvPr id="7047" name="Gruppieren 7046"/>
          <p:cNvGrpSpPr/>
          <p:nvPr/>
        </p:nvGrpSpPr>
        <p:grpSpPr>
          <a:xfrm>
            <a:off x="3237611" y="2881052"/>
            <a:ext cx="358092" cy="1646254"/>
            <a:chOff x="1692193" y="1147824"/>
            <a:chExt cx="358092" cy="1646254"/>
          </a:xfrm>
        </p:grpSpPr>
        <p:grpSp>
          <p:nvGrpSpPr>
            <p:cNvPr id="7216" name="Gruppieren 7215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7218" name="Gruppieren 721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220" name="Rechteck 721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221" name="Rechteck 722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2" name="Ellipse 722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223" name="Ellipse 722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4" name="Textfeld 722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225" name="Textfeld 722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226" name="Ellipse 722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7" name="Ellipse 722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8" name="Textfeld 722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229" name="Textfeld 722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230" name="Ellipse 722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1" name="Ellipse 723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2" name="Textfeld 723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233" name="Textfeld 723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234" name="Ellipse 723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5" name="Ellipse 723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6" name="Textfeld 723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237" name="Textfeld 723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7238" name="Rechteck 723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9" name="Rechteck 723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0" name="Rechteck 723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1" name="Rechteck 724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2" name="Rechteck 724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3" name="Rechteck 724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4" name="Rechteck 724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5" name="Rechteck 724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219" name="Textfeld 721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11</a:t>
                </a:r>
              </a:p>
            </p:txBody>
          </p:sp>
        </p:grpSp>
        <p:sp>
          <p:nvSpPr>
            <p:cNvPr id="7217" name="Textfeld 721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EL3054</a:t>
              </a:r>
            </a:p>
          </p:txBody>
        </p:sp>
      </p:grpSp>
      <p:grpSp>
        <p:nvGrpSpPr>
          <p:cNvPr id="7048" name="Gruppieren 7047"/>
          <p:cNvGrpSpPr/>
          <p:nvPr/>
        </p:nvGrpSpPr>
        <p:grpSpPr>
          <a:xfrm>
            <a:off x="3560282" y="2881052"/>
            <a:ext cx="358092" cy="1646254"/>
            <a:chOff x="1692193" y="1147824"/>
            <a:chExt cx="358092" cy="1646254"/>
          </a:xfrm>
        </p:grpSpPr>
        <p:grpSp>
          <p:nvGrpSpPr>
            <p:cNvPr id="7186" name="Gruppieren 7185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7188" name="Gruppieren 718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190" name="Rechteck 71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91" name="Rechteck 719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2" name="Ellipse 719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93" name="Ellipse 719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4" name="Textfeld 719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95" name="Textfeld 719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196" name="Ellipse 719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7" name="Ellipse 719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8" name="Textfeld 719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199" name="Textfeld 719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200" name="Ellipse 719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1" name="Ellipse 720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2" name="Textfeld 720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5</a:t>
                  </a:r>
                  <a:endParaRPr lang="de-DE" dirty="0"/>
                </a:p>
              </p:txBody>
            </p:sp>
            <p:sp>
              <p:nvSpPr>
                <p:cNvPr id="7203" name="Textfeld 720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6</a:t>
                  </a:r>
                  <a:endParaRPr lang="de-DE" dirty="0"/>
                </a:p>
              </p:txBody>
            </p:sp>
            <p:sp>
              <p:nvSpPr>
                <p:cNvPr id="7204" name="Ellipse 720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5" name="Ellipse 720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6" name="Textfeld 720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7</a:t>
                  </a:r>
                  <a:endParaRPr lang="de-DE" dirty="0"/>
                </a:p>
              </p:txBody>
            </p:sp>
            <p:sp>
              <p:nvSpPr>
                <p:cNvPr id="7207" name="Textfeld 720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8</a:t>
                  </a:r>
                  <a:endParaRPr lang="de-DE" dirty="0"/>
                </a:p>
              </p:txBody>
            </p:sp>
            <p:sp>
              <p:nvSpPr>
                <p:cNvPr id="7208" name="Rechteck 720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9" name="Rechteck 720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0" name="Rechteck 720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1" name="Rechteck 721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2" name="Rechteck 721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3" name="Rechteck 721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4" name="Rechteck 721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5" name="Rechteck 721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189" name="Textfeld 718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12</a:t>
                </a:r>
              </a:p>
            </p:txBody>
          </p:sp>
        </p:grpSp>
        <p:sp>
          <p:nvSpPr>
            <p:cNvPr id="7187" name="Textfeld 718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EL3058</a:t>
              </a:r>
            </a:p>
          </p:txBody>
        </p:sp>
      </p:grpSp>
      <p:grpSp>
        <p:nvGrpSpPr>
          <p:cNvPr id="7049" name="Gruppieren 7048"/>
          <p:cNvGrpSpPr/>
          <p:nvPr/>
        </p:nvGrpSpPr>
        <p:grpSpPr>
          <a:xfrm>
            <a:off x="3883319" y="2881052"/>
            <a:ext cx="357561" cy="1646254"/>
            <a:chOff x="1692724" y="1147824"/>
            <a:chExt cx="357561" cy="1646254"/>
          </a:xfrm>
        </p:grpSpPr>
        <p:grpSp>
          <p:nvGrpSpPr>
            <p:cNvPr id="7156" name="Gruppieren 7155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7158" name="Gruppieren 7157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7160" name="Rechteck 715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61" name="Rechteck 716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2" name="Ellipse 716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3" name="Ellipse 716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4" name="Textfeld 716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65" name="Textfeld 716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166" name="Ellipse 716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7" name="Ellipse 716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8" name="Textfeld 7167"/>
                <p:cNvSpPr txBox="1"/>
                <p:nvPr/>
              </p:nvSpPr>
              <p:spPr>
                <a:xfrm>
                  <a:off x="1704893" y="196092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69" name="Textfeld 7168"/>
                <p:cNvSpPr txBox="1"/>
                <p:nvPr/>
              </p:nvSpPr>
              <p:spPr>
                <a:xfrm>
                  <a:off x="1828246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70" name="Ellipse 716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1" name="Ellipse 717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2" name="Textfeld 717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73" name="Textfeld 717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74" name="Ellipse 717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5" name="Ellipse 717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6" name="Textfeld 717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177" name="Textfeld 717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178" name="Rechteck 717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9" name="Rechteck 717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0" name="Rechteck 717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1" name="Rechteck 718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2" name="Rechteck 718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3" name="Rechteck 718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4" name="Rechteck 718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5" name="Rechteck 718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159" name="Textfeld 715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13</a:t>
                </a:r>
              </a:p>
            </p:txBody>
          </p:sp>
        </p:grpSp>
        <p:sp>
          <p:nvSpPr>
            <p:cNvPr id="7157" name="Textfeld 715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7050" name="Gruppieren 7049"/>
          <p:cNvGrpSpPr/>
          <p:nvPr/>
        </p:nvGrpSpPr>
        <p:grpSpPr>
          <a:xfrm>
            <a:off x="4205294" y="2881052"/>
            <a:ext cx="358092" cy="1646254"/>
            <a:chOff x="1692193" y="1147824"/>
            <a:chExt cx="358092" cy="1646254"/>
          </a:xfrm>
        </p:grpSpPr>
        <p:grpSp>
          <p:nvGrpSpPr>
            <p:cNvPr id="7126" name="Gruppieren 7125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7128" name="Gruppieren 712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130" name="Rechteck 712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31" name="Rechteck 713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2" name="Ellipse 713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3" name="Ellipse 713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4" name="Textfeld 713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35" name="Textfeld 713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136" name="Ellipse 713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7" name="Ellipse 713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8" name="Textfeld 713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39" name="Textfeld 713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40" name="Ellipse 713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1" name="Ellipse 714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2" name="Textfeld 714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43" name="Textfeld 714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7144" name="Ellipse 714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5" name="Ellipse 714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6" name="Textfeld 714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7147" name="Textfeld 714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148" name="Rechteck 714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9" name="Rechteck 714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0" name="Rechteck 714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1" name="Rechteck 715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2" name="Rechteck 715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3" name="Rechteck 715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4" name="Rechteck 715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5" name="Rechteck 715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129" name="Textfeld 712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14</a:t>
                </a:r>
              </a:p>
            </p:txBody>
          </p:sp>
        </p:grpSp>
        <p:sp>
          <p:nvSpPr>
            <p:cNvPr id="7127" name="Textfeld 712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7051" name="Gruppieren 7050"/>
          <p:cNvGrpSpPr/>
          <p:nvPr/>
        </p:nvGrpSpPr>
        <p:grpSpPr>
          <a:xfrm>
            <a:off x="4532568" y="2881052"/>
            <a:ext cx="355993" cy="1646254"/>
            <a:chOff x="1694292" y="1147824"/>
            <a:chExt cx="355993" cy="1646254"/>
          </a:xfrm>
        </p:grpSpPr>
        <p:grpSp>
          <p:nvGrpSpPr>
            <p:cNvPr id="7122" name="Gruppieren 7121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124" name="Rechteck 7123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125" name="Textfeld 7124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123" name="Textfeld 712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grpSp>
        <p:nvGrpSpPr>
          <p:cNvPr id="7052" name="Gruppieren 7051"/>
          <p:cNvGrpSpPr/>
          <p:nvPr/>
        </p:nvGrpSpPr>
        <p:grpSpPr>
          <a:xfrm>
            <a:off x="2590519" y="2872756"/>
            <a:ext cx="371759" cy="1652928"/>
            <a:chOff x="1692193" y="1141150"/>
            <a:chExt cx="371759" cy="1652928"/>
          </a:xfrm>
        </p:grpSpPr>
        <p:grpSp>
          <p:nvGrpSpPr>
            <p:cNvPr id="7092" name="Gruppieren 7091"/>
            <p:cNvGrpSpPr/>
            <p:nvPr/>
          </p:nvGrpSpPr>
          <p:grpSpPr>
            <a:xfrm>
              <a:off x="1692193" y="1141150"/>
              <a:ext cx="371759" cy="1536639"/>
              <a:chOff x="1692193" y="1141150"/>
              <a:chExt cx="371759" cy="1536639"/>
            </a:xfrm>
          </p:grpSpPr>
          <p:grpSp>
            <p:nvGrpSpPr>
              <p:cNvPr id="7094" name="Gruppieren 709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096" name="Rechteck 70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97" name="Rechteck 709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8" name="Ellipse 709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9" name="Ellipse 709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0" name="Textfeld 709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01" name="Textfeld 710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7102" name="Ellipse 710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3" name="Ellipse 710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4" name="Textfeld 710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105" name="Textfeld 7104"/>
                <p:cNvSpPr txBox="1"/>
                <p:nvPr/>
              </p:nvSpPr>
              <p:spPr>
                <a:xfrm>
                  <a:off x="1812371" y="196951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106" name="Ellipse 710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7" name="Ellipse 710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8" name="Textfeld 710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109" name="Textfeld 7108"/>
                <p:cNvSpPr txBox="1"/>
                <p:nvPr/>
              </p:nvSpPr>
              <p:spPr>
                <a:xfrm>
                  <a:off x="1819252" y="2195204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7110" name="Ellipse 710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1" name="Ellipse 711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2" name="Textfeld 711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113" name="Textfeld 711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7114" name="Rechteck 711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5" name="Rechteck 711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6" name="Rechteck 711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7" name="Rechteck 711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8" name="Rechteck 711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9" name="Rechteck 711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20" name="Rechteck 711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21" name="Rechteck 712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095" name="Textfeld 7094"/>
              <p:cNvSpPr txBox="1"/>
              <p:nvPr/>
            </p:nvSpPr>
            <p:spPr>
              <a:xfrm>
                <a:off x="1701466" y="1141150"/>
                <a:ext cx="36248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8</a:t>
                </a:r>
              </a:p>
            </p:txBody>
          </p:sp>
        </p:grpSp>
        <p:sp>
          <p:nvSpPr>
            <p:cNvPr id="7093" name="Textfeld 709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EL3064</a:t>
              </a:r>
            </a:p>
          </p:txBody>
        </p:sp>
      </p:grpSp>
      <p:sp>
        <p:nvSpPr>
          <p:cNvPr id="7053" name="Textfeld 7052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7054" name="Gruppieren 7053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7055" name="Rechteck 7054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56" name="Ellipse 7055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57" name="Ellipse 7056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58" name="Ellipse 7057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59" name="Ellipse 7058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0" name="Textfeld 7059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7061" name="Textfeld 7060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062" name="Ellipse 7061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63" name="Ellipse 7062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4" name="Ellipse 7063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5" name="Ellipse 7064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6" name="Ellipse 7065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67" name="Ellipse 7066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8" name="Ellipse 7067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9" name="Ellipse 7068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70" name="Ellipse 7069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71" name="Ellipse 7070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72" name="Ellipse 7071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73" name="Ellipse 7072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74" name="Gruppieren 7073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7075" name="Rechteck 7074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6" name="Rechteck 7075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7" name="Rechteck 7076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8" name="Rechteck 7077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9" name="Rechteck 7078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0" name="Rechteck 7079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1" name="Rechteck 7080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2" name="Rechteck 7081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3" name="Rechteck 7082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4" name="Rechteck 7083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5" name="Rechteck 7084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6" name="Rechteck 7085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7" name="Rechteck 7086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8" name="Rechteck 7087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9" name="Rechteck 7088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90" name="Rechteck 7089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91" name="Rechteck 7090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4" name="Gruppieren 8863"/>
          <p:cNvGrpSpPr/>
          <p:nvPr/>
        </p:nvGrpSpPr>
        <p:grpSpPr>
          <a:xfrm>
            <a:off x="5640899" y="920650"/>
            <a:ext cx="324950" cy="1652928"/>
            <a:chOff x="1694292" y="1141150"/>
            <a:chExt cx="324950" cy="1652928"/>
          </a:xfrm>
        </p:grpSpPr>
        <p:grpSp>
          <p:nvGrpSpPr>
            <p:cNvPr id="9329" name="Gruppieren 9328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9331" name="Gruppieren 9330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9333" name="Rechteck 933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34" name="Rechteck 933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5" name="Ellipse 933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36" name="Ellipse 933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7" name="Ellipse 9336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8" name="Ellipse 9337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9" name="Ellipse 933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0" name="Ellipse 933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1" name="Ellipse 9340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2" name="Ellipse 9341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3" name="Rechteck 9342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4" name="Rechteck 9343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5" name="Rechteck 9344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6" name="Rechteck 9345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7" name="Rechteck 9346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8" name="Rechteck 9347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9" name="Rechteck 9348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50" name="Rechteck 9349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332" name="Textfeld 933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9330" name="Textfeld 932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8865" name="Rechteck 8864"/>
          <p:cNvSpPr/>
          <p:nvPr/>
        </p:nvSpPr>
        <p:spPr>
          <a:xfrm>
            <a:off x="5401515" y="1083351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6" name="Rechteck 8865"/>
          <p:cNvSpPr/>
          <p:nvPr/>
        </p:nvSpPr>
        <p:spPr>
          <a:xfrm>
            <a:off x="5478291" y="1264751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7" name="Rechteck 8866"/>
          <p:cNvSpPr/>
          <p:nvPr/>
        </p:nvSpPr>
        <p:spPr>
          <a:xfrm>
            <a:off x="5434817" y="1307427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8" name="Rechteck 8867"/>
          <p:cNvSpPr/>
          <p:nvPr/>
        </p:nvSpPr>
        <p:spPr>
          <a:xfrm>
            <a:off x="5478961" y="1873242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9" name="Rechteck 8868"/>
          <p:cNvSpPr/>
          <p:nvPr/>
        </p:nvSpPr>
        <p:spPr>
          <a:xfrm>
            <a:off x="5435487" y="1915918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8870" name="Gruppieren 8869"/>
          <p:cNvGrpSpPr/>
          <p:nvPr/>
        </p:nvGrpSpPr>
        <p:grpSpPr>
          <a:xfrm>
            <a:off x="5964389" y="920650"/>
            <a:ext cx="327049" cy="1652928"/>
            <a:chOff x="1692193" y="1141150"/>
            <a:chExt cx="327049" cy="1652928"/>
          </a:xfrm>
        </p:grpSpPr>
        <p:grpSp>
          <p:nvGrpSpPr>
            <p:cNvPr id="9299" name="Gruppieren 929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301" name="Gruppieren 930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303" name="Rechteck 930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04" name="Rechteck 930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05" name="Ellipse 930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06" name="Ellipse 930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07" name="Textfeld 930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308" name="Textfeld 930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309" name="Ellipse 930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0" name="Ellipse 930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1" name="Textfeld 931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312" name="Textfeld 931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313" name="Ellipse 93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4" name="Ellipse 93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5" name="Textfeld 931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316" name="Textfeld 931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317" name="Ellipse 931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8" name="Ellipse 931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9" name="Textfeld 931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320" name="Textfeld 931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321" name="Rechteck 932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2" name="Rechteck 932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3" name="Rechteck 932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4" name="Rechteck 932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5" name="Rechteck 932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6" name="Rechteck 932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7" name="Rechteck 932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8" name="Rechteck 932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302" name="Textfeld 930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</p:grpSp>
        <p:sp>
          <p:nvSpPr>
            <p:cNvPr id="9300" name="Textfeld 929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1" name="Gruppieren 8870"/>
          <p:cNvGrpSpPr/>
          <p:nvPr/>
        </p:nvGrpSpPr>
        <p:grpSpPr>
          <a:xfrm>
            <a:off x="6291314" y="920650"/>
            <a:ext cx="327049" cy="1652928"/>
            <a:chOff x="1692193" y="1141150"/>
            <a:chExt cx="327049" cy="1652928"/>
          </a:xfrm>
        </p:grpSpPr>
        <p:grpSp>
          <p:nvGrpSpPr>
            <p:cNvPr id="9269" name="Gruppieren 926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271" name="Gruppieren 927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273" name="Rechteck 927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74" name="Rechteck 927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75" name="Ellipse 927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76" name="Ellipse 927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77" name="Textfeld 927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278" name="Textfeld 927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279" name="Ellipse 927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0" name="Ellipse 927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1" name="Textfeld 928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82" name="Textfeld 928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83" name="Ellipse 928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4" name="Ellipse 928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5" name="Textfeld 928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86" name="Textfeld 928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87" name="Ellipse 928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88" name="Ellipse 928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9" name="Textfeld 928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290" name="Textfeld 928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291" name="Rechteck 929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2" name="Rechteck 929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3" name="Rechteck 929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4" name="Rechteck 929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5" name="Rechteck 929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6" name="Rechteck 929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7" name="Rechteck 929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8" name="Rechteck 929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272" name="Textfeld 927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9270" name="Textfeld 926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2" name="Gruppieren 8871"/>
          <p:cNvGrpSpPr/>
          <p:nvPr/>
        </p:nvGrpSpPr>
        <p:grpSpPr>
          <a:xfrm>
            <a:off x="6615293" y="920650"/>
            <a:ext cx="327049" cy="1652928"/>
            <a:chOff x="1692193" y="1141150"/>
            <a:chExt cx="327049" cy="1652928"/>
          </a:xfrm>
        </p:grpSpPr>
        <p:grpSp>
          <p:nvGrpSpPr>
            <p:cNvPr id="9239" name="Gruppieren 923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241" name="Gruppieren 924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243" name="Rechteck 924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44" name="Rechteck 924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45" name="Ellipse 924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46" name="Ellipse 924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47" name="Textfeld 924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248" name="Textfeld 924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249" name="Ellipse 924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0" name="Ellipse 924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1" name="Textfeld 925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52" name="Textfeld 925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53" name="Ellipse 925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4" name="Ellipse 925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5" name="Textfeld 925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56" name="Textfeld 925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57" name="Ellipse 925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8" name="Ellipse 925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9" name="Textfeld 925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260" name="Textfeld 925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261" name="Rechteck 926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2" name="Rechteck 926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3" name="Rechteck 926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4" name="Rechteck 926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5" name="Rechteck 926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6" name="Rechteck 926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7" name="Rechteck 926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8" name="Rechteck 926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242" name="Textfeld 924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9240" name="Textfeld 923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3" name="Gruppieren 8872"/>
          <p:cNvGrpSpPr/>
          <p:nvPr/>
        </p:nvGrpSpPr>
        <p:grpSpPr>
          <a:xfrm>
            <a:off x="6939272" y="920650"/>
            <a:ext cx="327049" cy="1652928"/>
            <a:chOff x="1692193" y="1141150"/>
            <a:chExt cx="327049" cy="1652928"/>
          </a:xfrm>
        </p:grpSpPr>
        <p:grpSp>
          <p:nvGrpSpPr>
            <p:cNvPr id="9209" name="Gruppieren 920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211" name="Gruppieren 921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213" name="Rechteck 921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14" name="Rechteck 921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15" name="Ellipse 921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16" name="Ellipse 921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17" name="Textfeld 921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218" name="Textfeld 921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219" name="Ellipse 921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0" name="Ellipse 921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1" name="Textfeld 922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22" name="Textfeld 922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23" name="Ellipse 922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4" name="Ellipse 922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5" name="Textfeld 922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26" name="Textfeld 922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227" name="Ellipse 922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8" name="Ellipse 922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9" name="Textfeld 922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230" name="Textfeld 922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231" name="Rechteck 923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2" name="Rechteck 923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3" name="Rechteck 923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4" name="Rechteck 923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5" name="Rechteck 923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6" name="Rechteck 923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7" name="Rechteck 923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8" name="Rechteck 923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212" name="Textfeld 921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5</a:t>
                </a:r>
              </a:p>
            </p:txBody>
          </p:sp>
        </p:grpSp>
        <p:sp>
          <p:nvSpPr>
            <p:cNvPr id="9210" name="Textfeld 920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4" name="Gruppieren 8873"/>
          <p:cNvGrpSpPr/>
          <p:nvPr/>
        </p:nvGrpSpPr>
        <p:grpSpPr>
          <a:xfrm>
            <a:off x="7263265" y="920650"/>
            <a:ext cx="327049" cy="1652928"/>
            <a:chOff x="1692193" y="1141150"/>
            <a:chExt cx="327049" cy="1652928"/>
          </a:xfrm>
        </p:grpSpPr>
        <p:grpSp>
          <p:nvGrpSpPr>
            <p:cNvPr id="9179" name="Gruppieren 917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181" name="Gruppieren 918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183" name="Rechteck 918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84" name="Rechteck 918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85" name="Ellipse 918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86" name="Ellipse 918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87" name="Textfeld 918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188" name="Textfeld 918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189" name="Ellipse 918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90" name="Ellipse 918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91" name="Textfeld 919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92" name="Textfeld 919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93" name="Ellipse 919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94" name="Ellipse 919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95" name="Textfeld 9194"/>
                <p:cNvSpPr txBox="1"/>
                <p:nvPr/>
              </p:nvSpPr>
              <p:spPr>
                <a:xfrm>
                  <a:off x="1692643" y="2196885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96" name="Textfeld 919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97" name="Ellipse 919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98" name="Ellipse 919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99" name="Textfeld 919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200" name="Textfeld 919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201" name="Rechteck 920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2" name="Rechteck 920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3" name="Rechteck 920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4" name="Rechteck 920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5" name="Rechteck 920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6" name="Rechteck 920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7" name="Rechteck 920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8" name="Rechteck 920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182" name="Textfeld 918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9180" name="Textfeld 917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5" name="Gruppieren 8874"/>
          <p:cNvGrpSpPr/>
          <p:nvPr/>
        </p:nvGrpSpPr>
        <p:grpSpPr>
          <a:xfrm>
            <a:off x="7590190" y="920650"/>
            <a:ext cx="327049" cy="1652928"/>
            <a:chOff x="1692193" y="1141150"/>
            <a:chExt cx="327049" cy="1652928"/>
          </a:xfrm>
        </p:grpSpPr>
        <p:grpSp>
          <p:nvGrpSpPr>
            <p:cNvPr id="9149" name="Gruppieren 914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151" name="Gruppieren 915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153" name="Rechteck 915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54" name="Rechteck 915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55" name="Ellipse 915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56" name="Ellipse 915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57" name="Textfeld 915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158" name="Textfeld 915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159" name="Ellipse 915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0" name="Ellipse 915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1" name="Textfeld 916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62" name="Textfeld 916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63" name="Ellipse 916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4" name="Ellipse 916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5" name="Textfeld 916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66" name="Textfeld 916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9167" name="Ellipse 916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68" name="Ellipse 916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9" name="Textfeld 916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170" name="Textfeld 916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171" name="Rechteck 917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2" name="Rechteck 917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3" name="Rechteck 917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4" name="Rechteck 917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5" name="Rechteck 917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6" name="Rechteck 917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7" name="Rechteck 917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8" name="Rechteck 917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152" name="Textfeld 915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9150" name="Textfeld 914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6" name="Gruppieren 8875"/>
          <p:cNvGrpSpPr/>
          <p:nvPr/>
        </p:nvGrpSpPr>
        <p:grpSpPr>
          <a:xfrm>
            <a:off x="7912006" y="920251"/>
            <a:ext cx="420326" cy="1652928"/>
            <a:chOff x="1688847" y="1141150"/>
            <a:chExt cx="420326" cy="1652928"/>
          </a:xfrm>
        </p:grpSpPr>
        <p:grpSp>
          <p:nvGrpSpPr>
            <p:cNvPr id="9119" name="Gruppieren 9118"/>
            <p:cNvGrpSpPr/>
            <p:nvPr/>
          </p:nvGrpSpPr>
          <p:grpSpPr>
            <a:xfrm>
              <a:off x="1688847" y="1141150"/>
              <a:ext cx="420326" cy="1536639"/>
              <a:chOff x="1688847" y="1141150"/>
              <a:chExt cx="420326" cy="1536639"/>
            </a:xfrm>
          </p:grpSpPr>
          <p:grpSp>
            <p:nvGrpSpPr>
              <p:cNvPr id="9121" name="Gruppieren 912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123" name="Rechteck 912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24" name="Rechteck 912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25" name="Ellipse 912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26" name="Ellipse 912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27" name="Textfeld 912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128" name="Textfeld 912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129" name="Ellipse 912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0" name="Ellipse 912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1" name="Textfeld 913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132" name="Textfeld 913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133" name="Ellipse 913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4" name="Ellipse 913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5" name="Textfeld 913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136" name="Textfeld 913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137" name="Ellipse 913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8" name="Ellipse 913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9" name="Textfeld 913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140" name="Textfeld 913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141" name="Rechteck 914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2" name="Rechteck 914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3" name="Rechteck 914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4" name="Rechteck 914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5" name="Rechteck 914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6" name="Rechteck 914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7" name="Rechteck 914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8" name="Rechteck 914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122" name="Textfeld 9121"/>
              <p:cNvSpPr txBox="1"/>
              <p:nvPr/>
            </p:nvSpPr>
            <p:spPr>
              <a:xfrm>
                <a:off x="1688847" y="1141150"/>
                <a:ext cx="42032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10</a:t>
                </a:r>
              </a:p>
            </p:txBody>
          </p:sp>
        </p:grpSp>
        <p:sp>
          <p:nvSpPr>
            <p:cNvPr id="9120" name="Textfeld 911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78" name="Gruppieren 8877"/>
          <p:cNvGrpSpPr/>
          <p:nvPr/>
        </p:nvGrpSpPr>
        <p:grpSpPr>
          <a:xfrm>
            <a:off x="8244059" y="926925"/>
            <a:ext cx="358092" cy="1646254"/>
            <a:chOff x="1692193" y="1147824"/>
            <a:chExt cx="358092" cy="1646254"/>
          </a:xfrm>
        </p:grpSpPr>
        <p:grpSp>
          <p:nvGrpSpPr>
            <p:cNvPr id="9067" name="Gruppieren 9066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9069" name="Gruppieren 9068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071" name="Rechteck 907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72" name="Rechteck 9071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3" name="Ellipse 9072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74" name="Ellipse 9073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5" name="Textfeld 9074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076" name="Textfeld 9075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077" name="Ellipse 9076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8" name="Ellipse 9077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9" name="Textfeld 9078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80" name="Textfeld 9079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81" name="Ellipse 9080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2" name="Ellipse 9081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3" name="Textfeld 9082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84" name="Textfeld 9083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85" name="Ellipse 908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6" name="Ellipse 908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7" name="Textfeld 9086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088" name="Textfeld 9087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089" name="Rechteck 9088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0" name="Rechteck 9089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1" name="Rechteck 9090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2" name="Rechteck 9091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3" name="Rechteck 9092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4" name="Rechteck 9093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5" name="Rechteck 9094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6" name="Rechteck 9095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070" name="Textfeld 9069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11</a:t>
                </a:r>
              </a:p>
            </p:txBody>
          </p:sp>
        </p:grpSp>
        <p:sp>
          <p:nvSpPr>
            <p:cNvPr id="9068" name="Textfeld 9067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80" name="Gruppieren 8879"/>
          <p:cNvGrpSpPr/>
          <p:nvPr/>
        </p:nvGrpSpPr>
        <p:grpSpPr>
          <a:xfrm>
            <a:off x="8566730" y="926925"/>
            <a:ext cx="358092" cy="1646254"/>
            <a:chOff x="1692193" y="1147824"/>
            <a:chExt cx="358092" cy="1646254"/>
          </a:xfrm>
        </p:grpSpPr>
        <p:grpSp>
          <p:nvGrpSpPr>
            <p:cNvPr id="9034" name="Gruppieren 9033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9036" name="Gruppieren 9035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038" name="Rechteck 903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39" name="Rechteck 9038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0" name="Ellipse 9039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1" name="Ellipse 9040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2" name="Textfeld 9041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043" name="Textfeld 9042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044" name="Ellipse 904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5" name="Ellipse 904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6" name="Textfeld 9045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47" name="Textfeld 9046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48" name="Ellipse 9047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9" name="Ellipse 9048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0" name="Textfeld 9049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51" name="Textfeld 9050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52" name="Ellipse 9051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3" name="Ellipse 9052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4" name="Textfeld 9053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055" name="Textfeld 9054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056" name="Rechteck 905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7" name="Rechteck 905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8" name="Rechteck 905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9" name="Rechteck 905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0" name="Rechteck 905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1" name="Rechteck 906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2" name="Rechteck 906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3" name="Rechteck 906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037" name="Textfeld 9036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12</a:t>
                </a:r>
              </a:p>
            </p:txBody>
          </p:sp>
        </p:grpSp>
        <p:sp>
          <p:nvSpPr>
            <p:cNvPr id="9035" name="Textfeld 9034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81" name="Gruppieren 8880"/>
          <p:cNvGrpSpPr/>
          <p:nvPr/>
        </p:nvGrpSpPr>
        <p:grpSpPr>
          <a:xfrm>
            <a:off x="8889236" y="926925"/>
            <a:ext cx="358092" cy="1646254"/>
            <a:chOff x="1692193" y="1147824"/>
            <a:chExt cx="358092" cy="1646254"/>
          </a:xfrm>
        </p:grpSpPr>
        <p:grpSp>
          <p:nvGrpSpPr>
            <p:cNvPr id="9004" name="Gruppieren 9003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9006" name="Gruppieren 9005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008" name="Rechteck 900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09" name="Rechteck 9008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0" name="Ellipse 9009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1" name="Ellipse 9010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2" name="Textfeld 9011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013" name="Textfeld 9012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9014" name="Ellipse 901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5" name="Ellipse 901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6" name="Textfeld 9015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17" name="Textfeld 9016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18" name="Ellipse 9017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9" name="Ellipse 9018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0" name="Textfeld 9019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21" name="Textfeld 9020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9022" name="Ellipse 9021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3" name="Ellipse 9022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4" name="Textfeld 9023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9025" name="Textfeld 9024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9026" name="Rechteck 902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7" name="Rechteck 902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8" name="Rechteck 902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9" name="Rechteck 902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0" name="Rechteck 902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1" name="Rechteck 903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2" name="Rechteck 903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3" name="Rechteck 903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007" name="Textfeld 9006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13</a:t>
                </a:r>
              </a:p>
            </p:txBody>
          </p:sp>
        </p:grpSp>
        <p:sp>
          <p:nvSpPr>
            <p:cNvPr id="9005" name="Textfeld 9004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82" name="Gruppieren 8881"/>
          <p:cNvGrpSpPr/>
          <p:nvPr/>
        </p:nvGrpSpPr>
        <p:grpSpPr>
          <a:xfrm>
            <a:off x="9211742" y="926925"/>
            <a:ext cx="358092" cy="1646254"/>
            <a:chOff x="1692193" y="1147824"/>
            <a:chExt cx="358092" cy="1646254"/>
          </a:xfrm>
        </p:grpSpPr>
        <p:grpSp>
          <p:nvGrpSpPr>
            <p:cNvPr id="8974" name="Gruppieren 8973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8976" name="Gruppieren 8975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8978" name="Rechteck 897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979" name="Rechteck 8978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0" name="Ellipse 8979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1" name="Ellipse 8980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2" name="Textfeld 8981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983" name="Textfeld 8982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8984" name="Ellipse 898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5" name="Ellipse 898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6" name="Textfeld 8985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987" name="Textfeld 8986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988" name="Ellipse 8987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9" name="Ellipse 8988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0" name="Textfeld 8989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991" name="Textfeld 8990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992" name="Ellipse 8991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3" name="Ellipse 8992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4" name="Textfeld 8993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8995" name="Textfeld 8994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8996" name="Rechteck 899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7" name="Rechteck 899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8" name="Rechteck 899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9" name="Rechteck 899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0" name="Rechteck 899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1" name="Rechteck 900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2" name="Rechteck 900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3" name="Rechteck 900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977" name="Textfeld 8976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14</a:t>
                </a:r>
              </a:p>
            </p:txBody>
          </p:sp>
        </p:grpSp>
        <p:sp>
          <p:nvSpPr>
            <p:cNvPr id="8975" name="Textfeld 8974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83" name="Gruppieren 8882"/>
          <p:cNvGrpSpPr/>
          <p:nvPr/>
        </p:nvGrpSpPr>
        <p:grpSpPr>
          <a:xfrm>
            <a:off x="9529248" y="926925"/>
            <a:ext cx="358092" cy="1646254"/>
            <a:chOff x="1692193" y="1147824"/>
            <a:chExt cx="358092" cy="1646254"/>
          </a:xfrm>
        </p:grpSpPr>
        <p:grpSp>
          <p:nvGrpSpPr>
            <p:cNvPr id="8948" name="Gruppieren 8947"/>
            <p:cNvGrpSpPr/>
            <p:nvPr/>
          </p:nvGrpSpPr>
          <p:grpSpPr>
            <a:xfrm>
              <a:off x="1692193" y="1147824"/>
              <a:ext cx="358092" cy="1481389"/>
              <a:chOff x="1692193" y="1147824"/>
              <a:chExt cx="358092" cy="1481389"/>
            </a:xfrm>
          </p:grpSpPr>
          <p:grpSp>
            <p:nvGrpSpPr>
              <p:cNvPr id="8950" name="Gruppieren 8949"/>
              <p:cNvGrpSpPr/>
              <p:nvPr/>
            </p:nvGrpSpPr>
            <p:grpSpPr>
              <a:xfrm>
                <a:off x="1692193" y="1191341"/>
                <a:ext cx="327049" cy="1437872"/>
                <a:chOff x="1692193" y="1191341"/>
                <a:chExt cx="327049" cy="1437872"/>
              </a:xfrm>
            </p:grpSpPr>
            <p:sp>
              <p:nvSpPr>
                <p:cNvPr id="8952" name="Rechteck 89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953" name="Rechteck 8952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4" name="Ellipse 8953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5" name="Ellipse 8954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6" name="Ellipse 895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7" name="Ellipse 895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8" name="Textfeld 895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959" name="Textfeld 895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960" name="Ellipse 895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1" name="Ellipse 896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2" name="Textfeld 8961"/>
                <p:cNvSpPr txBox="1"/>
                <p:nvPr/>
              </p:nvSpPr>
              <p:spPr>
                <a:xfrm>
                  <a:off x="1708599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963" name="Textfeld 896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964" name="Ellipse 896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5" name="Ellipse 896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6" name="Rechteck 896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7" name="Rechteck 896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8" name="Rechteck 896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9" name="Rechteck 896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0" name="Rechteck 896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1" name="Rechteck 897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2" name="Rechteck 897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3" name="Rechteck 897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951" name="Textfeld 8950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8949" name="Textfeld 8948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EL9100</a:t>
              </a:r>
            </a:p>
          </p:txBody>
        </p:sp>
      </p:grpSp>
      <p:grpSp>
        <p:nvGrpSpPr>
          <p:cNvPr id="8884" name="Gruppieren 8883"/>
          <p:cNvGrpSpPr/>
          <p:nvPr/>
        </p:nvGrpSpPr>
        <p:grpSpPr>
          <a:xfrm>
            <a:off x="9854384" y="926925"/>
            <a:ext cx="357561" cy="1646254"/>
            <a:chOff x="1692724" y="1147824"/>
            <a:chExt cx="357561" cy="1646254"/>
          </a:xfrm>
        </p:grpSpPr>
        <p:grpSp>
          <p:nvGrpSpPr>
            <p:cNvPr id="8920" name="Gruppieren 8919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8922" name="Gruppieren 8921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8924" name="Rechteck 89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925" name="Rechteck 8924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6" name="Ellipse 8925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7" name="Ellipse 8926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8" name="Textfeld 8927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929" name="Textfeld 8928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8930" name="Ellipse 8929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1" name="Ellipse 8930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2" name="Ellipse 8931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3" name="Ellipse 8932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4" name="Textfeld 8933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8935" name="Textfeld 8934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8936" name="Ellipse 8935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7" name="Ellipse 8936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8" name="Textfeld 8937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8939" name="Textfeld 8938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8940" name="Rechteck 8939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1" name="Rechteck 8940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2" name="Rechteck 8941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3" name="Rechteck 8942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4" name="Rechteck 8943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5" name="Rechteck 8944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6" name="Rechteck 8945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7" name="Rechteck 8946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923" name="Textfeld 8922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16</a:t>
                </a:r>
              </a:p>
            </p:txBody>
          </p:sp>
        </p:grpSp>
        <p:sp>
          <p:nvSpPr>
            <p:cNvPr id="8921" name="Textfeld 8920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8885" name="Gruppieren 8884"/>
          <p:cNvGrpSpPr/>
          <p:nvPr/>
        </p:nvGrpSpPr>
        <p:grpSpPr>
          <a:xfrm>
            <a:off x="10178824" y="926925"/>
            <a:ext cx="357561" cy="1646254"/>
            <a:chOff x="1692724" y="1147824"/>
            <a:chExt cx="357561" cy="1646254"/>
          </a:xfrm>
        </p:grpSpPr>
        <p:grpSp>
          <p:nvGrpSpPr>
            <p:cNvPr id="8892" name="Gruppieren 8891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8894" name="Gruppieren 8893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8896" name="Rechteck 88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7" name="Rechteck 889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98" name="Ellipse 889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99" name="Ellipse 889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0" name="Textfeld 889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901" name="Textfeld 890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8902" name="Ellipse 890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3" name="Ellipse 890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4" name="Ellipse 8903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5" name="Ellipse 8904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6" name="Textfeld 8905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8907" name="Textfeld 8906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8908" name="Ellipse 8907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9" name="Ellipse 8908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0" name="Textfeld 8909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8911" name="Textfeld 8910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8912" name="Rechteck 8911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3" name="Rechteck 8912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4" name="Rechteck 8913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5" name="Rechteck 8914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6" name="Rechteck 8915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7" name="Rechteck 8916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8" name="Rechteck 8917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9" name="Rechteck 8918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895" name="Textfeld 8894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17</a:t>
                </a:r>
              </a:p>
            </p:txBody>
          </p:sp>
        </p:grpSp>
        <p:sp>
          <p:nvSpPr>
            <p:cNvPr id="8893" name="Textfeld 889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8886" name="Gruppieren 8885"/>
          <p:cNvGrpSpPr/>
          <p:nvPr/>
        </p:nvGrpSpPr>
        <p:grpSpPr>
          <a:xfrm>
            <a:off x="10504650" y="926925"/>
            <a:ext cx="355993" cy="1646254"/>
            <a:chOff x="1694292" y="1147824"/>
            <a:chExt cx="355993" cy="1646254"/>
          </a:xfrm>
        </p:grpSpPr>
        <p:grpSp>
          <p:nvGrpSpPr>
            <p:cNvPr id="8888" name="Gruppieren 8887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8890" name="Rechteck 8889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891" name="Textfeld 8890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18</a:t>
                </a:r>
              </a:p>
            </p:txBody>
          </p:sp>
        </p:grpSp>
        <p:sp>
          <p:nvSpPr>
            <p:cNvPr id="8889" name="Textfeld 8888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8887" name="Textfeld 8886"/>
          <p:cNvSpPr txBox="1"/>
          <p:nvPr/>
        </p:nvSpPr>
        <p:spPr>
          <a:xfrm>
            <a:off x="5396266" y="2403787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600" dirty="0">
                <a:latin typeface="Arial" panose="020B0604020202020204" pitchFamily="34" charset="0"/>
                <a:cs typeface="Arial" panose="020B0604020202020204" pitchFamily="34" charset="0"/>
              </a:rPr>
              <a:t>BC2&amp;3</a:t>
            </a:r>
            <a:endParaRPr lang="de-DE" sz="7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9203351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13</a:t>
            </a:r>
            <a:endParaRPr lang="de-DE" dirty="0"/>
          </a:p>
        </p:txBody>
      </p:sp>
      <p:grpSp>
        <p:nvGrpSpPr>
          <p:cNvPr id="3" name="Gruppieren 2"/>
          <p:cNvGrpSpPr/>
          <p:nvPr/>
        </p:nvGrpSpPr>
        <p:grpSpPr>
          <a:xfrm>
            <a:off x="395599" y="2872756"/>
            <a:ext cx="4492962" cy="1654550"/>
            <a:chOff x="395599" y="2872756"/>
            <a:chExt cx="4492962" cy="1654550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1939382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266307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2913173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237611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560282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3883319" y="2881052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205294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532568" y="2881052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590519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" name="Gruppieren 5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" name="Gruppieren 4"/>
          <p:cNvGrpSpPr/>
          <p:nvPr/>
        </p:nvGrpSpPr>
        <p:grpSpPr>
          <a:xfrm>
            <a:off x="391231" y="938772"/>
            <a:ext cx="3824832" cy="1652963"/>
            <a:chOff x="391231" y="938772"/>
            <a:chExt cx="3824832" cy="1652963"/>
          </a:xfrm>
        </p:grpSpPr>
        <p:grpSp>
          <p:nvGrpSpPr>
            <p:cNvPr id="1548" name="Gruppieren 1547"/>
            <p:cNvGrpSpPr/>
            <p:nvPr/>
          </p:nvGrpSpPr>
          <p:grpSpPr>
            <a:xfrm>
              <a:off x="636022" y="938772"/>
              <a:ext cx="324950" cy="1652928"/>
              <a:chOff x="1694292" y="1141150"/>
              <a:chExt cx="324950" cy="1652928"/>
            </a:xfrm>
          </p:grpSpPr>
          <p:grpSp>
            <p:nvGrpSpPr>
              <p:cNvPr id="1864" name="Gruppieren 186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866" name="Gruppieren 186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868" name="Rechteck 186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69" name="Rechteck 186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0" name="Ellipse 186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71" name="Ellipse 187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2" name="Ellipse 18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3" name="Ellipse 18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4" name="Ellipse 18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5" name="Ellipse 18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6" name="Ellipse 18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7" name="Ellipse 18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8" name="Rechteck 18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9" name="Rechteck 18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0" name="Rechteck 18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1" name="Rechteck 18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2" name="Rechteck 18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3" name="Rechteck 18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4" name="Rechteck 18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5" name="Rechteck 18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67" name="Textfeld 186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865" name="Textfeld 186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549" name="Rechteck 1548"/>
            <p:cNvSpPr/>
            <p:nvPr/>
          </p:nvSpPr>
          <p:spPr>
            <a:xfrm>
              <a:off x="396638" y="11014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550" name="Rechteck 1549"/>
            <p:cNvSpPr/>
            <p:nvPr/>
          </p:nvSpPr>
          <p:spPr>
            <a:xfrm>
              <a:off x="473414" y="12828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551" name="Rechteck 1550"/>
            <p:cNvSpPr/>
            <p:nvPr/>
          </p:nvSpPr>
          <p:spPr>
            <a:xfrm>
              <a:off x="429940" y="13255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552" name="Rechteck 1551"/>
            <p:cNvSpPr/>
            <p:nvPr/>
          </p:nvSpPr>
          <p:spPr>
            <a:xfrm>
              <a:off x="474084" y="18913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553" name="Rechteck 1552"/>
            <p:cNvSpPr/>
            <p:nvPr/>
          </p:nvSpPr>
          <p:spPr>
            <a:xfrm>
              <a:off x="430610" y="19340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554" name="Gruppieren 1553"/>
            <p:cNvGrpSpPr/>
            <p:nvPr/>
          </p:nvGrpSpPr>
          <p:grpSpPr>
            <a:xfrm>
              <a:off x="95951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1835" name="Gruppieren 18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837" name="Gruppieren 18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39" name="Rechteck 18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40" name="Rechteck 18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1" name="Ellipse 18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42" name="Ellipse 18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3" name="Textfeld 18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44" name="Ellipse 18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5" name="Ellipse 18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6" name="Textfeld 18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847" name="Textfeld 18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848" name="Ellipse 18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9" name="Ellipse 18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0" name="Textfeld 18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851" name="Textfeld 18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852" name="Ellipse 18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3" name="Ellipse 18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4" name="Textfeld 18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855" name="Textfeld 18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856" name="Rechteck 18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7" name="Rechteck 18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8" name="Rechteck 18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9" name="Rechteck 18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60" name="Rechteck 18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61" name="Rechteck 18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62" name="Rechteck 18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63" name="Rechteck 18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38" name="Textfeld 18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836" name="Textfeld 18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555" name="Gruppieren 1554"/>
            <p:cNvGrpSpPr/>
            <p:nvPr/>
          </p:nvGrpSpPr>
          <p:grpSpPr>
            <a:xfrm>
              <a:off x="1286437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1805" name="Gruppieren 18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807" name="Gruppieren 18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09" name="Rechteck 18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10" name="Rechteck 18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1" name="Ellipse 18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2" name="Ellipse 18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3" name="Textfeld 18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14" name="Textfeld 18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815" name="Ellipse 18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6" name="Ellipse 18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7" name="Textfeld 18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818" name="Textfeld 18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819" name="Ellipse 18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0" name="Ellipse 18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1" name="Textfeld 18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822" name="Textfeld 18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823" name="Ellipse 18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24" name="Ellipse 18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5" name="Textfeld 18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826" name="Textfeld 18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827" name="Rechteck 18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8" name="Rechteck 18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9" name="Rechteck 18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0" name="Rechteck 18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1" name="Rechteck 18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2" name="Rechteck 18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3" name="Rechteck 18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4" name="Rechteck 18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08" name="Textfeld 18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806" name="Textfeld 18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556" name="Gruppieren 1555"/>
            <p:cNvGrpSpPr/>
            <p:nvPr/>
          </p:nvGrpSpPr>
          <p:grpSpPr>
            <a:xfrm>
              <a:off x="1610416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1775" name="Gruppieren 17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777" name="Gruppieren 17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779" name="Rechteck 17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80" name="Rechteck 17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1" name="Ellipse 17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2" name="Ellipse 17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3" name="Textfeld 17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84" name="Textfeld 17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85" name="Ellipse 17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6" name="Ellipse 17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7" name="Textfeld 17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8" name="Textfeld 17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9" name="Ellipse 17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0" name="Ellipse 17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1" name="Textfeld 17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92" name="Textfeld 17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93" name="Ellipse 17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4" name="Ellipse 17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5" name="Textfeld 17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96" name="Textfeld 17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97" name="Rechteck 17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8" name="Rechteck 17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9" name="Rechteck 17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0" name="Rechteck 17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1" name="Rechteck 18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2" name="Rechteck 18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3" name="Rechteck 18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4" name="Rechteck 18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78" name="Textfeld 17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776" name="Textfeld 17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557" name="Gruppieren 1556"/>
            <p:cNvGrpSpPr/>
            <p:nvPr/>
          </p:nvGrpSpPr>
          <p:grpSpPr>
            <a:xfrm>
              <a:off x="1934395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1745" name="Gruppieren 174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747" name="Gruppieren 174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749" name="Rechteck 174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50" name="Rechteck 174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1" name="Ellipse 175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2" name="Ellipse 175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3" name="Textfeld 175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54" name="Textfeld 175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55" name="Ellipse 175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6" name="Ellipse 175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7" name="Textfeld 175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58" name="Textfeld 175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59" name="Ellipse 175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0" name="Ellipse 175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1" name="Textfeld 176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62" name="Textfeld 176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63" name="Ellipse 176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4" name="Ellipse 176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5" name="Textfeld 176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66" name="Textfeld 176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67" name="Rechteck 17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8" name="Rechteck 17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9" name="Rechteck 17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0" name="Rechteck 17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1" name="Rechteck 17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2" name="Rechteck 17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3" name="Rechteck 17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4" name="Rechteck 17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48" name="Textfeld 174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746" name="Textfeld 174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559" name="Gruppieren 1558"/>
            <p:cNvGrpSpPr/>
            <p:nvPr/>
          </p:nvGrpSpPr>
          <p:grpSpPr>
            <a:xfrm>
              <a:off x="2259149" y="938807"/>
              <a:ext cx="327049" cy="1652928"/>
              <a:chOff x="1692193" y="1141150"/>
              <a:chExt cx="327049" cy="1652928"/>
            </a:xfrm>
          </p:grpSpPr>
          <p:grpSp>
            <p:nvGrpSpPr>
              <p:cNvPr id="1693" name="Gruppieren 16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95" name="Gruppieren 16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97" name="Rechteck 16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98" name="Rechteck 16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9" name="Ellipse 16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Ellipse 16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1" name="Textfeld 17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02" name="Textfeld 17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03" name="Ellipse 17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4" name="Ellipse 17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Textfeld 17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706" name="Textfeld 17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707" name="Ellipse 17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8" name="Ellipse 17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9" name="Textfeld 17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710" name="Textfeld 17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711" name="Ellipse 17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2" name="Ellipse 17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3" name="Textfeld 17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14" name="Textfeld 17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15" name="Rechteck 17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6" name="Rechteck 17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7" name="Rechteck 17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8" name="Rechteck 17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9" name="Rechteck 17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0" name="Rechteck 17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1" name="Rechteck 17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2" name="Rechteck 17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96" name="Textfeld 16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1694" name="Textfeld 16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560" name="Gruppieren 1559"/>
            <p:cNvGrpSpPr/>
            <p:nvPr/>
          </p:nvGrpSpPr>
          <p:grpSpPr>
            <a:xfrm>
              <a:off x="2583128" y="938807"/>
              <a:ext cx="327049" cy="1652928"/>
              <a:chOff x="1692193" y="1141150"/>
              <a:chExt cx="327049" cy="1652928"/>
            </a:xfrm>
          </p:grpSpPr>
          <p:grpSp>
            <p:nvGrpSpPr>
              <p:cNvPr id="1663" name="Gruppieren 16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65" name="Gruppieren 16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67" name="Rechteck 16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8" name="Rechteck 16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9" name="Ellipse 16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Ellipse 16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1" name="Textfeld 16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72" name="Textfeld 16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73" name="Ellipse 16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Ellipse 16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5" name="Textfeld 16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76" name="Textfeld 16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77" name="Ellipse 16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8" name="Ellipse 16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9" name="Textfeld 16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80" name="Textfeld 16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81" name="Ellipse 16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2" name="Ellipse 16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3" name="Textfeld 16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84" name="Textfeld 16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85" name="Rechteck 16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6" name="Rechteck 16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7" name="Rechteck 16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8" name="Rechteck 16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9" name="Rechteck 16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0" name="Rechteck 16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1" name="Rechteck 16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2" name="Rechteck 16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66" name="Textfeld 16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664" name="Textfeld 16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561" name="Gruppieren 1560"/>
            <p:cNvGrpSpPr/>
            <p:nvPr/>
          </p:nvGrpSpPr>
          <p:grpSpPr>
            <a:xfrm>
              <a:off x="2907107" y="938807"/>
              <a:ext cx="371759" cy="1652928"/>
              <a:chOff x="1692193" y="1141150"/>
              <a:chExt cx="371759" cy="1652928"/>
            </a:xfrm>
          </p:grpSpPr>
          <p:grpSp>
            <p:nvGrpSpPr>
              <p:cNvPr id="1633" name="Gruppieren 163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635" name="Gruppieren 16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37" name="Rechteck 16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38" name="Rechteck 16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9" name="Ellipse 16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0" name="Ellipse 16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1" name="Textfeld 16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42" name="Textfeld 16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43" name="Ellipse 1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4" name="Ellipse 1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5" name="Textfeld 16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46" name="Textfeld 16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47" name="Ellipse 16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Ellipse 16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Textfeld 16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50" name="Textfeld 16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51" name="Ellipse 16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2" name="Ellipse 16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3" name="Textfeld 16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54" name="Textfeld 16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55" name="Rechteck 16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6" name="Rechteck 16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7" name="Rechteck 16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8" name="Rechteck 16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9" name="Rechteck 16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0" name="Rechteck 16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Rechteck 16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2" name="Rechteck 16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36" name="Textfeld 163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634" name="Textfeld 16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562" name="Gruppieren 1561"/>
            <p:cNvGrpSpPr/>
            <p:nvPr/>
          </p:nvGrpSpPr>
          <p:grpSpPr>
            <a:xfrm>
              <a:off x="3229943" y="945481"/>
              <a:ext cx="358092" cy="1646254"/>
              <a:chOff x="1692193" y="1147824"/>
              <a:chExt cx="358092" cy="1646254"/>
            </a:xfrm>
          </p:grpSpPr>
          <p:grpSp>
            <p:nvGrpSpPr>
              <p:cNvPr id="1603" name="Gruppieren 160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605" name="Gruppieren 16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07" name="Rechteck 16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08" name="Rechteck 16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9" name="Ellipse 16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0" name="Ellipse 16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1" name="Textfeld 16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12" name="Textfeld 16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13" name="Ellipse 16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4" name="Ellipse 16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5" name="Textfeld 16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16" name="Textfeld 16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17" name="Ellipse 16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8" name="Ellipse 16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9" name="Textfeld 16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20" name="Textfeld 16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21" name="Ellipse 16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2" name="Ellipse 16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3" name="Textfeld 16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24" name="Textfeld 16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25" name="Rechteck 16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6" name="Rechteck 16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7" name="Rechteck 16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8" name="Rechteck 16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9" name="Rechteck 16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0" name="Rechteck 16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1" name="Rechteck 16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2" name="Rechteck 16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06" name="Textfeld 160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604" name="Textfeld 16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566" name="Gruppieren 1565"/>
            <p:cNvGrpSpPr/>
            <p:nvPr/>
          </p:nvGrpSpPr>
          <p:grpSpPr>
            <a:xfrm>
              <a:off x="3552614" y="945481"/>
              <a:ext cx="358092" cy="1646254"/>
              <a:chOff x="1692193" y="1147824"/>
              <a:chExt cx="358092" cy="1646254"/>
            </a:xfrm>
          </p:grpSpPr>
          <p:grpSp>
            <p:nvGrpSpPr>
              <p:cNvPr id="1573" name="Gruppieren 157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75" name="Gruppieren 157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77" name="Rechteck 157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78" name="Rechteck 157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9" name="Ellipse 157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0" name="Ellipse 157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1" name="Textfeld 158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82" name="Textfeld 158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83" name="Ellipse 158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4" name="Ellipse 158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5" name="Textfeld 158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86" name="Textfeld 158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87" name="Ellipse 158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8" name="Ellipse 158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9" name="Textfeld 158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90" name="Textfeld 158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91" name="Ellipse 159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2" name="Ellipse 159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3" name="Textfeld 159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594" name="Textfeld 159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595" name="Rechteck 159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6" name="Rechteck 159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7" name="Rechteck 15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8" name="Rechteck 15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9" name="Rechteck 15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0" name="Rechteck 15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1" name="Rechteck 16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2" name="Rechteck 16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76" name="Textfeld 157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574" name="Textfeld 157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567" name="Gruppieren 1566"/>
            <p:cNvGrpSpPr/>
            <p:nvPr/>
          </p:nvGrpSpPr>
          <p:grpSpPr>
            <a:xfrm>
              <a:off x="3869626" y="953170"/>
              <a:ext cx="346437" cy="1638565"/>
              <a:chOff x="1686699" y="1155513"/>
              <a:chExt cx="346437" cy="1638565"/>
            </a:xfrm>
          </p:grpSpPr>
          <p:grpSp>
            <p:nvGrpSpPr>
              <p:cNvPr id="1569" name="Gruppieren 1568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571" name="Rechteck 1570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72" name="Textfeld 1571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570" name="Textfeld 15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568" name="Textfeld 1567"/>
            <p:cNvSpPr txBox="1"/>
            <p:nvPr/>
          </p:nvSpPr>
          <p:spPr>
            <a:xfrm>
              <a:off x="391231" y="24226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</p:grpSp>
      <p:sp>
        <p:nvSpPr>
          <p:cNvPr id="1547" name="Textfeld 1546"/>
          <p:cNvSpPr txBox="1"/>
          <p:nvPr/>
        </p:nvSpPr>
        <p:spPr>
          <a:xfrm>
            <a:off x="1087911" y="1533486"/>
            <a:ext cx="146400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50" dirty="0" smtClean="0"/>
              <a:t>2</a:t>
            </a: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02355534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14</a:t>
            </a:r>
            <a:endParaRPr lang="de-DE" dirty="0"/>
          </a:p>
        </p:txBody>
      </p:sp>
      <p:grpSp>
        <p:nvGrpSpPr>
          <p:cNvPr id="7687" name="Gruppieren 7686"/>
          <p:cNvGrpSpPr/>
          <p:nvPr/>
        </p:nvGrpSpPr>
        <p:grpSpPr>
          <a:xfrm>
            <a:off x="8553878" y="2850732"/>
            <a:ext cx="1551780" cy="1652928"/>
            <a:chOff x="2584649" y="1278375"/>
            <a:chExt cx="1551780" cy="1652928"/>
          </a:xfrm>
        </p:grpSpPr>
        <p:grpSp>
          <p:nvGrpSpPr>
            <p:cNvPr id="7688" name="Gruppieren 7687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68" name="Gruppieren 77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70" name="Gruppieren 77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72" name="Rechteck 77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3" name="Rechteck 77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4" name="Ellipse 77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5" name="Ellipse 77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6" name="Textfeld 77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77" name="Textfeld 77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778" name="Ellipse 7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9" name="Ellipse 7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0" name="Textfeld 777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81" name="Textfeld 77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782" name="Ellipse 77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3" name="Ellipse 77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4" name="Textfeld 77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85" name="Textfeld 77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86" name="Ellipse 77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7" name="Ellipse 77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8" name="Textfeld 77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89" name="Textfeld 77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90" name="Rechteck 77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1" name="Rechteck 77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2" name="Rechteck 77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3" name="Rechteck 77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4" name="Rechteck 77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5" name="Rechteck 77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6" name="Rechteck 77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7" name="Rechteck 77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71" name="Textfeld 77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769" name="Textfeld 77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689" name="Rechteck 768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0" name="Rechteck 768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1" name="Rechteck 769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2" name="Rechteck 769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3" name="Rechteck 769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694" name="Gruppieren 769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38" name="Gruppieren 77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40" name="Gruppieren 77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42" name="Rechteck 77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3" name="Rechteck 77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4" name="Ellipse 77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5" name="Ellipse 77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6" name="Textfeld 77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47" name="Textfeld 77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48" name="Ellipse 7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9" name="Ellipse 7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0" name="Textfeld 77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1" name="Textfeld 77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2" name="Ellipse 77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3" name="Ellipse 77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54" name="Textfeld 77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5" name="Textfeld 775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6" name="Ellipse 77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7" name="Ellipse 77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8" name="Textfeld 77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9" name="Textfeld 77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60" name="Rechteck 77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1" name="Rechteck 77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2" name="Rechteck 77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3" name="Rechteck 77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4" name="Rechteck 77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5" name="Rechteck 77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6" name="Rechteck 77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7" name="Rechteck 77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41" name="Textfeld 77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739" name="Textfeld 77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695" name="Gruppieren 7694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7736" name="Rechteck 7735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37" name="Textfeld 7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696" name="Textfeld 7695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7697" name="Gruppieren 7696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7699" name="Rechteck 769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0" name="Ellipse 769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1" name="Ellipse 770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2" name="Ellipse 770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3" name="Ellipse 770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4" name="Textfeld 770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7705" name="Textfeld 770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06" name="Ellipse 770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7" name="Ellipse 770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8" name="Ellipse 770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9" name="Ellipse 770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0" name="Ellipse 770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1" name="Ellipse 771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2" name="Ellipse 771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3" name="Ellipse 771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4" name="Ellipse 771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5" name="Ellipse 771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6" name="Ellipse 771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7" name="Ellipse 771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718" name="Gruppieren 771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719" name="Rechteck 771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0" name="Rechteck 771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1" name="Rechteck 772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2" name="Rechteck 772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23" name="Rechteck 772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4" name="Rechteck 772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5" name="Rechteck 772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6" name="Rechteck 772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7" name="Rechteck 772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8" name="Rechteck 772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9" name="Rechteck 772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0" name="Rechteck 772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1" name="Rechteck 773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2" name="Rechteck 773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3" name="Rechteck 773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4" name="Rechteck 773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5" name="Rechteck 773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7698" name="Textfeld 7697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661" name="Gruppieren 2660"/>
          <p:cNvGrpSpPr/>
          <p:nvPr/>
        </p:nvGrpSpPr>
        <p:grpSpPr>
          <a:xfrm>
            <a:off x="395599" y="2872756"/>
            <a:ext cx="4492962" cy="1654550"/>
            <a:chOff x="395599" y="2872756"/>
            <a:chExt cx="4492962" cy="1654550"/>
          </a:xfrm>
        </p:grpSpPr>
        <p:grpSp>
          <p:nvGrpSpPr>
            <p:cNvPr id="2662" name="Gruppieren 2661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3022" name="Gruppieren 30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024" name="Gruppieren 30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026" name="Rechteck 3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7" name="Rechteck 3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8" name="Ellipse 3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Ellipse 30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2" name="Ellipse 30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3" name="Ellipse 30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Ellipse 30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Ellipse 30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6" name="Rechteck 30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7" name="Rechteck 30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8" name="Rechteck 30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Rechteck 30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0" name="Rechteck 30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1" name="Rechteck 30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2" name="Rechteck 30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3" name="Rechteck 30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25" name="Textfeld 30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023" name="Textfeld 3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3" name="Rechteck 2662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7" name="Rechteck 2666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8" name="Gruppieren 2667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92" name="Gruppieren 29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94" name="Gruppieren 2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96" name="Rechteck 2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7" name="Rechteck 2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8" name="Ellipse 2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Textfeld 2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02" name="Ellipse 3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3" name="Ellipse 3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Textfeld 3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05" name="Textfeld 3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06" name="Ellipse 3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Ellipse 3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Textfeld 3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09" name="Textfeld 3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0" name="Ellipse 3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11" name="Ellipse 3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2" name="Textfeld 3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13" name="Textfeld 3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14" name="Rechteck 3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Rechteck 3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Rechteck 3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9" name="Rechteck 3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0" name="Rechteck 3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1" name="Rechteck 3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95" name="Textfeld 29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993" name="Textfeld 2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69" name="Gruppieren 2668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62" name="Gruppieren 29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64" name="Gruppieren 29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66" name="Rechteck 29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7" name="Rechteck 29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8" name="Ellipse 29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0" name="Textfeld 29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72" name="Ellipse 29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3" name="Ellipse 29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4" name="Textfeld 29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5" name="Textfeld 29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6" name="Ellipse 2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Ellipse 2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Textfeld 29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9" name="Textfeld 29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80" name="Ellipse 29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1" name="Ellipse 29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2" name="Textfeld 29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83" name="Textfeld 29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84" name="Rechteck 2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Rechteck 2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Rechteck 2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9" name="Rechteck 2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0" name="Rechteck 2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1" name="Rechteck 2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65" name="Textfeld 29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963" name="Textfeld 29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70" name="Gruppieren 2669"/>
            <p:cNvGrpSpPr/>
            <p:nvPr/>
          </p:nvGrpSpPr>
          <p:grpSpPr>
            <a:xfrm>
              <a:off x="1939382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32" name="Gruppieren 29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34" name="Gruppieren 29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36" name="Rechteck 29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37" name="Rechteck 29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8" name="Ellipse 29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9" name="Ellipse 29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Textfeld 29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41" name="Textfeld 29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42" name="Ellipse 29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3" name="Ellipse 29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4" name="Textfeld 29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45" name="Textfeld 29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46" name="Ellipse 29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7" name="Ellipse 29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8" name="Textfeld 2947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49" name="Textfeld 29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50" name="Ellipse 29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1" name="Ellipse 29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2" name="Textfeld 29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53" name="Textfeld 29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54" name="Rechteck 29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5" name="Rechteck 29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6" name="Rechteck 29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7" name="Rechteck 29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8" name="Rechteck 29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9" name="Rechteck 29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0" name="Rechteck 29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1" name="Rechteck 29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35" name="Textfeld 29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933" name="Textfeld 29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71" name="Gruppieren 2670"/>
            <p:cNvGrpSpPr/>
            <p:nvPr/>
          </p:nvGrpSpPr>
          <p:grpSpPr>
            <a:xfrm>
              <a:off x="2266307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02" name="Gruppieren 29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04" name="Gruppieren 29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06" name="Rechteck 29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07" name="Rechteck 29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8" name="Ellipse 29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9" name="Ellipse 29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0" name="Textfeld 29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11" name="Textfeld 29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12" name="Ellipse 29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3" name="Ellipse 29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4" name="Textfeld 29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15" name="Textfeld 29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16" name="Ellipse 29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7" name="Ellipse 29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8" name="Textfeld 29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19" name="Textfeld 29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20" name="Ellipse 29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21" name="Ellipse 29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2" name="Textfeld 29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23" name="Textfeld 29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24" name="Rechteck 29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5" name="Rechteck 29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6" name="Rechteck 29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8" name="Rechteck 29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9" name="Rechteck 29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0" name="Rechteck 29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1" name="Rechteck 29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05" name="Textfeld 29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903" name="Textfeld 29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72" name="Gruppieren 2671"/>
            <p:cNvGrpSpPr/>
            <p:nvPr/>
          </p:nvGrpSpPr>
          <p:grpSpPr>
            <a:xfrm>
              <a:off x="2913173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2872" name="Gruppieren 287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874" name="Gruppieren 28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76" name="Rechteck 28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77" name="Rechteck 28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8" name="Ellipse 28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9" name="Ellipse 28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Textfeld 28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81" name="Textfeld 28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82" name="Ellipse 28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3" name="Ellipse 28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4" name="Textfeld 28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85" name="Textfeld 288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86" name="Ellipse 28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7" name="Ellipse 28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8" name="Textfeld 28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89" name="Textfeld 28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90" name="Ellipse 28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1" name="Ellipse 28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2" name="Textfeld 28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93" name="Textfeld 28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94" name="Rechteck 28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5" name="Rechteck 28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6" name="Rechteck 28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7" name="Rechteck 28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8" name="Rechteck 28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9" name="Rechteck 28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0" name="Rechteck 28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1" name="Rechteck 29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75" name="Textfeld 287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873" name="Textfeld 28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2673" name="Gruppieren 2672"/>
            <p:cNvGrpSpPr/>
            <p:nvPr/>
          </p:nvGrpSpPr>
          <p:grpSpPr>
            <a:xfrm>
              <a:off x="3237611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2842" name="Gruppieren 284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844" name="Gruppieren 28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46" name="Rechteck 28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8" name="Ellipse 28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9" name="Ellipse 28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Textfeld 28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51" name="Textfeld 28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52" name="Ellipse 28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Ellipse 28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4" name="Textfeld 28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5" name="Textfeld 28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6" name="Ellipse 28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7" name="Ellipse 28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8" name="Textfeld 28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59" name="Textfeld 28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Ellipse 28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Textfeld 28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63" name="Textfeld 28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64" name="Rechteck 28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Rechteck 28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8" name="Rechteck 28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9" name="Rechteck 28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0" name="Rechteck 28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1" name="Rechteck 28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45" name="Textfeld 284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843" name="Textfeld 28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2674" name="Gruppieren 2673"/>
            <p:cNvGrpSpPr/>
            <p:nvPr/>
          </p:nvGrpSpPr>
          <p:grpSpPr>
            <a:xfrm>
              <a:off x="3560282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2812" name="Gruppieren 281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814" name="Gruppieren 28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16" name="Rechteck 28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17" name="Rechteck 28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8" name="Ellipse 28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19" name="Ellipse 28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0" name="Textfeld 28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21" name="Textfeld 28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22" name="Ellipse 28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3" name="Ellipse 28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4" name="Textfeld 28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25" name="Textfeld 28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26" name="Ellipse 28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7" name="Ellipse 28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Textfeld 28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29" name="Textfeld 28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30" name="Ellipse 2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1" name="Ellipse 2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Textfeld 28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33" name="Textfeld 28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34" name="Rechteck 28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5" name="Rechteck 28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Rechteck 28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Rechteck 28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8" name="Rechteck 28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9" name="Rechteck 28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0" name="Rechteck 28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1" name="Rechteck 28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15" name="Textfeld 281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813" name="Textfeld 28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2675" name="Gruppieren 2674"/>
            <p:cNvGrpSpPr/>
            <p:nvPr/>
          </p:nvGrpSpPr>
          <p:grpSpPr>
            <a:xfrm>
              <a:off x="3883319" y="2881052"/>
              <a:ext cx="357561" cy="1646254"/>
              <a:chOff x="1692724" y="1147824"/>
              <a:chExt cx="357561" cy="1646254"/>
            </a:xfrm>
          </p:grpSpPr>
          <p:grpSp>
            <p:nvGrpSpPr>
              <p:cNvPr id="2782" name="Gruppieren 278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784" name="Gruppieren 278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8" name="Ellipse 27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9" name="Ellipse 27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0" name="Textfeld 27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91" name="Textfeld 27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92" name="Ellipse 27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3" name="Ellipse 27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4" name="Textfeld 2793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95" name="Textfeld 2794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96" name="Ellipse 27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7" name="Ellipse 27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Textfeld 27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99" name="Textfeld 27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00" name="Ellipse 27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1" name="Ellipse 28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2" name="Textfeld 28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03" name="Textfeld 28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04" name="Rechteck 28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5" name="Rechteck 28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6" name="Rechteck 28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7" name="Rechteck 28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Rechteck 28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9" name="Rechteck 28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0" name="Rechteck 28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Rechteck 28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85" name="Textfeld 278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783" name="Textfeld 27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676" name="Gruppieren 2675"/>
            <p:cNvGrpSpPr/>
            <p:nvPr/>
          </p:nvGrpSpPr>
          <p:grpSpPr>
            <a:xfrm>
              <a:off x="4205294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2752" name="Gruppieren 275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754" name="Gruppieren 275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56" name="Rechteck 27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7" name="Rechteck 27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8" name="Ellipse 27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Ellipse 27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0" name="Textfeld 275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61" name="Textfeld 276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62" name="Ellipse 276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3" name="Ellipse 2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Textfeld 27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65" name="Textfeld 27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66" name="Ellipse 27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7" name="Ellipse 27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8" name="Textfeld 27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69" name="Textfeld 27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70" name="Ellipse 27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1" name="Ellipse 27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2" name="Textfeld 27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73" name="Textfeld 27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74" name="Rechteck 27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5" name="Rechteck 27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6" name="Rechteck 27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7" name="Rechteck 27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8" name="Rechteck 27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9" name="Rechteck 27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0" name="Rechteck 27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1" name="Rechteck 27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55" name="Textfeld 275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753" name="Textfeld 27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677" name="Gruppieren 2676"/>
            <p:cNvGrpSpPr/>
            <p:nvPr/>
          </p:nvGrpSpPr>
          <p:grpSpPr>
            <a:xfrm>
              <a:off x="4532568" y="2881052"/>
              <a:ext cx="355993" cy="1646254"/>
              <a:chOff x="1694292" y="1147824"/>
              <a:chExt cx="355993" cy="1646254"/>
            </a:xfrm>
          </p:grpSpPr>
          <p:grpSp>
            <p:nvGrpSpPr>
              <p:cNvPr id="2748" name="Gruppieren 274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2750" name="Rechteck 274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51" name="Textfeld 27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2749" name="Textfeld 27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2678" name="Gruppieren 2677"/>
            <p:cNvGrpSpPr/>
            <p:nvPr/>
          </p:nvGrpSpPr>
          <p:grpSpPr>
            <a:xfrm>
              <a:off x="2590519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2718" name="Gruppieren 2717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720" name="Gruppieren 271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22" name="Rechteck 27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3" name="Rechteck 27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4" name="Ellipse 27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5" name="Ellipse 27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Textfeld 272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27" name="Textfeld 272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28" name="Ellipse 272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9" name="Ellipse 272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Textfeld 272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31" name="Textfeld 2730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32" name="Ellipse 27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Ellipse 27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Textfeld 27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35" name="Textfeld 2734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36" name="Ellipse 27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Ellipse 27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Textfeld 27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39" name="Textfeld 27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40" name="Rechteck 27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1" name="Rechteck 27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2" name="Rechteck 27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3" name="Rechteck 27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4" name="Rechteck 27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5" name="Rechteck 27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6" name="Rechteck 27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7" name="Rechteck 27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21" name="Textfeld 2720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719" name="Textfeld 271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2679" name="Textfeld 2678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2680" name="Gruppieren 2679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2681" name="Rechteck 2680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2" name="Ellipse 2681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3" name="Ellipse 2682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4" name="Ellipse 2683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5" name="Ellipse 2684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6" name="Textfeld 2685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2687" name="Textfeld 2686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8" name="Ellipse 2687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9" name="Ellipse 2688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0" name="Ellipse 2689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1" name="Ellipse 2690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2" name="Ellipse 2691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93" name="Ellipse 2692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4" name="Ellipse 2693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5" name="Ellipse 2694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6" name="Ellipse 2695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97" name="Ellipse 2696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8" name="Ellipse 2697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9" name="Ellipse 2698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700" name="Gruppieren 2699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701" name="Rechteck 2700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2" name="Rechteck 2701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3" name="Rechteck 2702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4" name="Rechteck 2703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05" name="Rechteck 2704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6" name="Rechteck 2705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7" name="Rechteck 2706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8" name="Rechteck 2707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9" name="Rechteck 2708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0" name="Rechteck 2709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1" name="Rechteck 2710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2" name="Rechteck 2711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3" name="Rechteck 2712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4" name="Rechteck 2713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5" name="Rechteck 2714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6" name="Rechteck 2715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7" name="Rechteck 2716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1348" name="Gruppieren 1347"/>
          <p:cNvGrpSpPr/>
          <p:nvPr/>
        </p:nvGrpSpPr>
        <p:grpSpPr>
          <a:xfrm>
            <a:off x="391231" y="938772"/>
            <a:ext cx="3824832" cy="1652963"/>
            <a:chOff x="391231" y="938772"/>
            <a:chExt cx="3824832" cy="1652963"/>
          </a:xfrm>
        </p:grpSpPr>
        <p:grpSp>
          <p:nvGrpSpPr>
            <p:cNvPr id="1349" name="Gruppieren 1348"/>
            <p:cNvGrpSpPr/>
            <p:nvPr/>
          </p:nvGrpSpPr>
          <p:grpSpPr>
            <a:xfrm>
              <a:off x="636022" y="938772"/>
              <a:ext cx="324950" cy="1652928"/>
              <a:chOff x="1694292" y="1141150"/>
              <a:chExt cx="324950" cy="1652928"/>
            </a:xfrm>
          </p:grpSpPr>
          <p:grpSp>
            <p:nvGrpSpPr>
              <p:cNvPr id="1639" name="Gruppieren 163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641" name="Gruppieren 164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643" name="Rechteck 16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44" name="Rechteck 16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5" name="Ellipse 16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46" name="Ellipse 16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7" name="Ellipse 16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Ellipse 16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Ellipse 16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0" name="Ellipse 16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1" name="Ellipse 16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2" name="Ellipse 16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3" name="Rechteck 16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4" name="Rechteck 16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5" name="Rechteck 16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6" name="Rechteck 16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7" name="Rechteck 16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8" name="Rechteck 16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9" name="Rechteck 16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0" name="Rechteck 16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42" name="Textfeld 16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640" name="Textfeld 16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350" name="Rechteck 1349"/>
            <p:cNvSpPr/>
            <p:nvPr/>
          </p:nvSpPr>
          <p:spPr>
            <a:xfrm>
              <a:off x="396638" y="11014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351" name="Rechteck 1350"/>
            <p:cNvSpPr/>
            <p:nvPr/>
          </p:nvSpPr>
          <p:spPr>
            <a:xfrm>
              <a:off x="473414" y="12828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352" name="Rechteck 1351"/>
            <p:cNvSpPr/>
            <p:nvPr/>
          </p:nvSpPr>
          <p:spPr>
            <a:xfrm>
              <a:off x="429940" y="13255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353" name="Rechteck 1352"/>
            <p:cNvSpPr/>
            <p:nvPr/>
          </p:nvSpPr>
          <p:spPr>
            <a:xfrm>
              <a:off x="474084" y="18913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354" name="Rechteck 1353"/>
            <p:cNvSpPr/>
            <p:nvPr/>
          </p:nvSpPr>
          <p:spPr>
            <a:xfrm>
              <a:off x="430610" y="19340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355" name="Gruppieren 1354"/>
            <p:cNvGrpSpPr/>
            <p:nvPr/>
          </p:nvGrpSpPr>
          <p:grpSpPr>
            <a:xfrm>
              <a:off x="95951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1610" name="Gruppieren 16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12" name="Gruppieren 16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14" name="Rechteck 16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15" name="Rechteck 16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6" name="Ellipse 16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17" name="Ellipse 16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8" name="Textfeld 16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19" name="Ellipse 16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0" name="Ellipse 16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1" name="Textfeld 16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22" name="Textfeld 16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23" name="Ellipse 16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4" name="Ellipse 16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5" name="Textfeld 16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26" name="Textfeld 16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27" name="Ellipse 16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8" name="Ellipse 16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9" name="Textfeld 16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30" name="Textfeld 16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31" name="Rechteck 16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2" name="Rechteck 16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3" name="Rechteck 16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4" name="Rechteck 16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5" name="Rechteck 16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6" name="Rechteck 16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7" name="Rechteck 16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8" name="Rechteck 16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13" name="Textfeld 16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611" name="Textfeld 16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56" name="Gruppieren 1355"/>
            <p:cNvGrpSpPr/>
            <p:nvPr/>
          </p:nvGrpSpPr>
          <p:grpSpPr>
            <a:xfrm>
              <a:off x="1286437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1580" name="Gruppieren 157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82" name="Gruppieren 15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84" name="Rechteck 15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85" name="Rechteck 15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6" name="Ellipse 15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7" name="Ellipse 15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8" name="Textfeld 15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89" name="Textfeld 15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90" name="Ellipse 15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1" name="Ellipse 15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2" name="Textfeld 15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3" name="Textfeld 15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4" name="Ellipse 15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5" name="Ellipse 15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6" name="Textfeld 15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7" name="Textfeld 15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8" name="Ellipse 15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9" name="Ellipse 15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0" name="Textfeld 15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01" name="Textfeld 16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02" name="Rechteck 16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3" name="Rechteck 16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4" name="Rechteck 16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5" name="Rechteck 16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6" name="Rechteck 16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7" name="Rechteck 16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8" name="Rechteck 16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9" name="Rechteck 16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83" name="Textfeld 15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581" name="Textfeld 15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57" name="Gruppieren 1356"/>
            <p:cNvGrpSpPr/>
            <p:nvPr/>
          </p:nvGrpSpPr>
          <p:grpSpPr>
            <a:xfrm>
              <a:off x="1610416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1550" name="Gruppieren 15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52" name="Gruppieren 15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54" name="Rechteck 15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55" name="Rechteck 15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6" name="Ellipse 1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7" name="Ellipse 15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Textfeld 15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59" name="Textfeld 15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60" name="Ellipse 15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1" name="Ellipse 15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2" name="Textfeld 15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3" name="Textfeld 15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4" name="Ellipse 15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5" name="Ellipse 15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6" name="Textfeld 15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7" name="Textfeld 15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8" name="Ellipse 15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9" name="Ellipse 15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0" name="Textfeld 15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71" name="Textfeld 15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72" name="Rechteck 15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3" name="Rechteck 15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4" name="Rechteck 15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5" name="Rechteck 15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6" name="Rechteck 15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7" name="Rechteck 15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8" name="Rechteck 15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9" name="Rechteck 15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53" name="Textfeld 15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551" name="Textfeld 15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58" name="Gruppieren 1357"/>
            <p:cNvGrpSpPr/>
            <p:nvPr/>
          </p:nvGrpSpPr>
          <p:grpSpPr>
            <a:xfrm>
              <a:off x="1934395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1520" name="Gruppieren 15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22" name="Gruppieren 15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24" name="Rechteck 15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25" name="Rechteck 15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Ellipse 15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Ellipse 15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Textfeld 15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29" name="Textfeld 15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30" name="Ellipse 15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1" name="Ellipse 15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2" name="Textfeld 15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3" name="Textfeld 15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4" name="Ellipse 15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5" name="Ellipse 15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6" name="Textfeld 15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7" name="Textfeld 15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8" name="Ellipse 15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9" name="Ellipse 15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0" name="Textfeld 15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41" name="Textfeld 15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42" name="Rechteck 15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3" name="Rechteck 15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4" name="Rechteck 15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Rechteck 15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6" name="Rechteck 15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7" name="Rechteck 15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8" name="Rechteck 15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Rechteck 15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23" name="Textfeld 15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521" name="Textfeld 15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59" name="Gruppieren 1358"/>
            <p:cNvGrpSpPr/>
            <p:nvPr/>
          </p:nvGrpSpPr>
          <p:grpSpPr>
            <a:xfrm>
              <a:off x="2259149" y="938807"/>
              <a:ext cx="327049" cy="1652928"/>
              <a:chOff x="1692193" y="1141150"/>
              <a:chExt cx="327049" cy="1652928"/>
            </a:xfrm>
          </p:grpSpPr>
          <p:grpSp>
            <p:nvGrpSpPr>
              <p:cNvPr id="1490" name="Gruppieren 148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92" name="Gruppieren 14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94" name="Rechteck 14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95" name="Rechteck 14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6" name="Ellipse 14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Ellipse 14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Textfeld 14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99" name="Textfeld 14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00" name="Ellipse 14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1" name="Ellipse 15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2" name="Textfeld 15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03" name="Textfeld 15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04" name="Ellipse 15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5" name="Ellipse 15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6" name="Textfeld 15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07" name="Textfeld 15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08" name="Ellipse 15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9" name="Ellipse 15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Textfeld 15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11" name="Textfeld 15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12" name="Rechteck 15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3" name="Rechteck 15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4" name="Rechteck 15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5" name="Rechteck 15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6" name="Rechteck 15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7" name="Rechteck 15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8" name="Rechteck 15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9" name="Rechteck 15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93" name="Textfeld 149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1491" name="Textfeld 14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360" name="Gruppieren 1359"/>
            <p:cNvGrpSpPr/>
            <p:nvPr/>
          </p:nvGrpSpPr>
          <p:grpSpPr>
            <a:xfrm>
              <a:off x="2583128" y="938807"/>
              <a:ext cx="327049" cy="1652928"/>
              <a:chOff x="1692193" y="1141150"/>
              <a:chExt cx="327049" cy="1652928"/>
            </a:xfrm>
          </p:grpSpPr>
          <p:grpSp>
            <p:nvGrpSpPr>
              <p:cNvPr id="1460" name="Gruppieren 145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62" name="Gruppieren 14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64" name="Rechteck 14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65" name="Rechteck 14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Ellipse 14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7" name="Ellipse 14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8" name="Textfeld 14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69" name="Textfeld 14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70" name="Ellipse 14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Ellipse 14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2" name="Textfeld 14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73" name="Textfeld 14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74" name="Ellipse 14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Ellipse 14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6" name="Textfeld 14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77" name="Textfeld 14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78" name="Ellipse 14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9" name="Ellipse 14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0" name="Textfeld 14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81" name="Textfeld 14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82" name="Rechteck 14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Rechteck 14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4" name="Rechteck 14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5" name="Rechteck 14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6" name="Rechteck 14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Rechteck 14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Rechteck 14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Rechteck 14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63" name="Textfeld 146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461" name="Textfeld 14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361" name="Gruppieren 1360"/>
            <p:cNvGrpSpPr/>
            <p:nvPr/>
          </p:nvGrpSpPr>
          <p:grpSpPr>
            <a:xfrm>
              <a:off x="2907107" y="938807"/>
              <a:ext cx="371759" cy="1652928"/>
              <a:chOff x="1692193" y="1141150"/>
              <a:chExt cx="371759" cy="1652928"/>
            </a:xfrm>
          </p:grpSpPr>
          <p:grpSp>
            <p:nvGrpSpPr>
              <p:cNvPr id="1430" name="Gruppieren 1429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432" name="Gruppieren 14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34" name="Rechteck 14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35" name="Rechteck 14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6" name="Ellipse 14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7" name="Ellipse 14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8" name="Textfeld 14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39" name="Textfeld 14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40" name="Ellipse 14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1" name="Ellipse 14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2" name="Textfeld 14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43" name="Textfeld 14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44" name="Ellipse 14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5" name="Ellipse 14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6" name="Textfeld 14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47" name="Textfeld 14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48" name="Ellipse 14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9" name="Ellipse 14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0" name="Textfeld 14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51" name="Textfeld 14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3" name="Rechteck 14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4" name="Rechteck 14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Rechteck 14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6" name="Rechteck 14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7" name="Rechteck 14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8" name="Rechteck 14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Rechteck 14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33" name="Textfeld 143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431" name="Textfeld 14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362" name="Gruppieren 1361"/>
            <p:cNvGrpSpPr/>
            <p:nvPr/>
          </p:nvGrpSpPr>
          <p:grpSpPr>
            <a:xfrm>
              <a:off x="3229943" y="945481"/>
              <a:ext cx="358092" cy="1646254"/>
              <a:chOff x="1692193" y="1147824"/>
              <a:chExt cx="358092" cy="1646254"/>
            </a:xfrm>
          </p:grpSpPr>
          <p:grpSp>
            <p:nvGrpSpPr>
              <p:cNvPr id="1400" name="Gruppieren 139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402" name="Gruppieren 14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04" name="Rechteck 14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05" name="Rechteck 14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6" name="Ellipse 14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7" name="Ellipse 14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8" name="Textfeld 14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09" name="Textfeld 14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10" name="Ellipse 14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1" name="Ellipse 14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2" name="Textfeld 14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13" name="Textfeld 14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14" name="Ellipse 14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5" name="Ellipse 14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6" name="Textfeld 14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17" name="Textfeld 14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18" name="Ellipse 14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9" name="Ellipse 14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0" name="Textfeld 14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21" name="Textfeld 14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22" name="Rechteck 14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3" name="Rechteck 14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4" name="Rechteck 14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5" name="Rechteck 14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6" name="Rechteck 14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7" name="Rechteck 14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8" name="Rechteck 14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9" name="Rechteck 14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03" name="Textfeld 140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401" name="Textfeld 14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63" name="Gruppieren 1362"/>
            <p:cNvGrpSpPr/>
            <p:nvPr/>
          </p:nvGrpSpPr>
          <p:grpSpPr>
            <a:xfrm>
              <a:off x="3552614" y="945481"/>
              <a:ext cx="358092" cy="1646254"/>
              <a:chOff x="1692193" y="1147824"/>
              <a:chExt cx="358092" cy="1646254"/>
            </a:xfrm>
          </p:grpSpPr>
          <p:grpSp>
            <p:nvGrpSpPr>
              <p:cNvPr id="1370" name="Gruppieren 13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372" name="Gruppieren 13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74" name="Rechteck 13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75" name="Rechteck 13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Ellipse 13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Ellipse 13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8" name="Textfeld 13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9" name="Textfeld 13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80" name="Ellipse 13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1" name="Ellipse 13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2" name="Textfeld 13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83" name="Textfeld 13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84" name="Ellipse 13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5" name="Ellipse 13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6" name="Textfeld 13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87" name="Textfeld 13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88" name="Ellipse 13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9" name="Ellipse 13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0" name="Textfeld 13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391" name="Textfeld 13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392" name="Rechteck 13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3" name="Rechteck 13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4" name="Rechteck 13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5" name="Rechteck 13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6" name="Rechteck 13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7" name="Rechteck 13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8" name="Rechteck 13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9" name="Rechteck 13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73" name="Textfeld 13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371" name="Textfeld 13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364" name="Gruppieren 1363"/>
            <p:cNvGrpSpPr/>
            <p:nvPr/>
          </p:nvGrpSpPr>
          <p:grpSpPr>
            <a:xfrm>
              <a:off x="3869626" y="953170"/>
              <a:ext cx="346437" cy="1638565"/>
              <a:chOff x="1686699" y="1155513"/>
              <a:chExt cx="346437" cy="1638565"/>
            </a:xfrm>
          </p:grpSpPr>
          <p:grpSp>
            <p:nvGrpSpPr>
              <p:cNvPr id="1366" name="Gruppieren 1365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368" name="Rechteck 1367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69" name="Textfeld 1368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367" name="Textfeld 1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365" name="Textfeld 1364"/>
            <p:cNvSpPr txBox="1"/>
            <p:nvPr/>
          </p:nvSpPr>
          <p:spPr>
            <a:xfrm>
              <a:off x="391231" y="24226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</p:grpSp>
      <p:grpSp>
        <p:nvGrpSpPr>
          <p:cNvPr id="1661" name="Gruppieren 1660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1662" name="Gruppieren 1661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2100" name="Gruppieren 209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102" name="Gruppieren 210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104" name="Rechteck 21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05" name="Rechteck 21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6" name="Ellipse 21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07" name="Ellipse 21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8" name="Ellipse 21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9" name="Ellipse 21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0" name="Ellipse 21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1" name="Ellipse 21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2" name="Ellipse 211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3" name="Ellipse 211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4" name="Rechteck 2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5" name="Rechteck 2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6" name="Rechteck 2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7" name="Rechteck 2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8" name="Rechteck 2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9" name="Rechteck 2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0" name="Rechteck 2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1" name="Rechteck 2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03" name="Textfeld 21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101" name="Textfeld 21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1663" name="Rechteck 1662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4" name="Rechteck 1663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5" name="Rechteck 1664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6" name="Rechteck 1665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7" name="Rechteck 1666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668" name="Gruppieren 1667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070" name="Gruppieren 20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72" name="Gruppieren 20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74" name="Rechteck 20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75" name="Rechteck 20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6" name="Ellipse 20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77" name="Ellipse 20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8" name="Textfeld 20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79" name="Textfeld 20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80" name="Ellipse 20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1" name="Ellipse 20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2" name="Textfeld 20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3" name="Textfeld 20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4" name="Ellipse 20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5" name="Ellipse 20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6" name="Textfeld 20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7" name="Textfeld 20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8" name="Ellipse 20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9" name="Ellipse 20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0" name="Textfeld 20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91" name="Textfeld 20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92" name="Rechteck 20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3" name="Rechteck 20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4" name="Rechteck 20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5" name="Rechteck 20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6" name="Rechteck 20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7" name="Rechteck 20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8" name="Rechteck 20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9" name="Rechteck 20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73" name="Textfeld 20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071" name="Textfeld 20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69" name="Gruppieren 1668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040" name="Gruppieren 203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42" name="Gruppieren 20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44" name="Rechteck 20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45" name="Rechteck 20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6" name="Ellipse 20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7" name="Ellipse 20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8" name="Textfeld 20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49" name="Textfeld 20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50" name="Ellipse 20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1" name="Ellipse 20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2" name="Textfeld 20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3" name="Textfeld 20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4" name="Ellipse 20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5" name="Ellipse 20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6" name="Textfeld 20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7" name="Textfeld 20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8" name="Ellipse 20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59" name="Ellipse 20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0" name="Textfeld 20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61" name="Textfeld 20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62" name="Rechteck 20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3" name="Rechteck 20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4" name="Rechteck 20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5" name="Rechteck 20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6" name="Rechteck 20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7" name="Rechteck 20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8" name="Rechteck 20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9" name="Rechteck 20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43" name="Textfeld 20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041" name="Textfeld 20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0" name="Gruppieren 1669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010" name="Gruppieren 20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12" name="Gruppieren 20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14" name="Rechteck 20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15" name="Rechteck 20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16" name="Ellipse 20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17" name="Ellipse 20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18" name="Textfeld 20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19" name="Textfeld 20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20" name="Ellipse 20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1" name="Ellipse 20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2" name="Textfeld 20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3" name="Textfeld 20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4" name="Ellipse 20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5" name="Ellipse 20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6" name="Textfeld 20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7" name="Textfeld 20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8" name="Ellipse 20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9" name="Ellipse 20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0" name="Textfeld 20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31" name="Textfeld 20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32" name="Rechteck 20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3" name="Rechteck 20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4" name="Rechteck 20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5" name="Rechteck 20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6" name="Rechteck 20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7" name="Rechteck 20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8" name="Rechteck 20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9" name="Rechteck 20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13" name="Textfeld 20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011" name="Textfeld 20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1" name="Gruppieren 1670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980" name="Gruppieren 197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982" name="Gruppieren 19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84" name="Rechteck 19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85" name="Rechteck 19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86" name="Ellipse 19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87" name="Ellipse 19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88" name="Textfeld 19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89" name="Textfeld 19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90" name="Ellipse 19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1" name="Ellipse 19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2" name="Textfeld 19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3" name="Textfeld 19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4" name="Ellipse 19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5" name="Ellipse 19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6" name="Textfeld 19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7" name="Textfeld 19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8" name="Ellipse 19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9" name="Ellipse 19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0" name="Textfeld 19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01" name="Textfeld 20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02" name="Rechteck 20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3" name="Rechteck 20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4" name="Rechteck 20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5" name="Rechteck 20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6" name="Rechteck 20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7" name="Rechteck 20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8" name="Rechteck 20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9" name="Rechteck 20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983" name="Textfeld 19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981" name="Textfeld 19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2" name="Gruppieren 1671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950" name="Gruppieren 19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952" name="Gruppieren 19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54" name="Rechteck 19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55" name="Rechteck 19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56" name="Ellipse 19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57" name="Ellipse 19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58" name="Textfeld 19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59" name="Textfeld 19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60" name="Ellipse 19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61" name="Ellipse 19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62" name="Textfeld 19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3" name="Textfeld 19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4" name="Ellipse 19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65" name="Ellipse 19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66" name="Textfeld 1965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7" name="Textfeld 19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8" name="Ellipse 19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69" name="Ellipse 19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0" name="Textfeld 19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71" name="Textfeld 19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72" name="Rechteck 19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3" name="Rechteck 19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4" name="Rechteck 19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5" name="Rechteck 19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6" name="Rechteck 19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7" name="Rechteck 19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8" name="Rechteck 19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9" name="Rechteck 19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953" name="Textfeld 19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951" name="Textfeld 19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3" name="Gruppieren 1672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920" name="Gruppieren 19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922" name="Gruppieren 19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24" name="Rechteck 1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25" name="Rechteck 1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6" name="Ellipse 1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7" name="Ellipse 1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8" name="Textfeld 1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29" name="Textfeld 1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30" name="Ellipse 1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1" name="Ellipse 1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2" name="Textfeld 19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3" name="Textfeld 19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4" name="Ellipse 19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5" name="Ellipse 19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6" name="Textfeld 19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7" name="Textfeld 19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8" name="Ellipse 19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39" name="Ellipse 19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0" name="Textfeld 19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41" name="Textfeld 19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42" name="Rechteck 19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3" name="Rechteck 19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4" name="Rechteck 19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5" name="Rechteck 19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6" name="Rechteck 19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7" name="Rechteck 19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8" name="Rechteck 19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9" name="Rechteck 19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923" name="Textfeld 19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921" name="Textfeld 1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4" name="Gruppieren 1673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1890" name="Gruppieren 188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892" name="Gruppieren 18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94" name="Rechteck 18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95" name="Rechteck 18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96" name="Ellipse 18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97" name="Ellipse 18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98" name="Textfeld 18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99" name="Textfeld 18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00" name="Ellipse 18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1" name="Ellipse 19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2" name="Textfeld 19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3" name="Textfeld 19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4" name="Ellipse 1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5" name="Ellipse 1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6" name="Textfeld 1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7" name="Textfeld 1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8" name="Ellipse 1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9" name="Ellipse 1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0" name="Textfeld 1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11" name="Textfeld 1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12" name="Rechteck 1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3" name="Rechteck 1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4" name="Rechteck 1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5" name="Rechteck 1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6" name="Rechteck 1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7" name="Rechteck 1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8" name="Rechteck 1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9" name="Rechteck 1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93" name="Textfeld 189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891" name="Textfeld 18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5" name="Gruppieren 1674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860" name="Gruppieren 185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862" name="Gruppieren 18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64" name="Rechteck 18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65" name="Rechteck 18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66" name="Ellipse 18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67" name="Ellipse 18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68" name="Textfeld 18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69" name="Textfeld 18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870" name="Ellipse 18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1" name="Ellipse 18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2" name="Textfeld 18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3" name="Textfeld 18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4" name="Ellipse 18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5" name="Ellipse 18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6" name="Textfeld 18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7" name="Textfeld 18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8" name="Ellipse 18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9" name="Ellipse 18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0" name="Textfeld 18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881" name="Textfeld 18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882" name="Rechteck 18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3" name="Rechteck 18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4" name="Rechteck 18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5" name="Rechteck 18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6" name="Rechteck 18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7" name="Rechteck 18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8" name="Rechteck 18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9" name="Rechteck 18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63" name="Textfeld 186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861" name="Textfeld 18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6" name="Gruppieren 1675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830" name="Gruppieren 18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832" name="Gruppieren 18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34" name="Rechteck 18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35" name="Rechteck 18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6" name="Ellipse 18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7" name="Ellipse 18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8" name="Textfeld 18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39" name="Textfeld 18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840" name="Ellipse 18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1" name="Ellipse 18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2" name="Textfeld 18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3" name="Textfeld 18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4" name="Ellipse 18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5" name="Ellipse 18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6" name="Textfeld 18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7" name="Textfeld 18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8" name="Ellipse 18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9" name="Ellipse 18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0" name="Textfeld 18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851" name="Textfeld 18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852" name="Rechteck 18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3" name="Rechteck 18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4" name="Rechteck 18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5" name="Rechteck 18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6" name="Rechteck 18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7" name="Rechteck 18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8" name="Rechteck 18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9" name="Rechteck 18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33" name="Textfeld 18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831" name="Textfeld 18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7" name="Gruppieren 1676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800" name="Gruppieren 179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802" name="Gruppieren 18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04" name="Rechteck 18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05" name="Rechteck 18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6" name="Ellipse 18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7" name="Ellipse 18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8" name="Textfeld 18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09" name="Textfeld 18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810" name="Ellipse 18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1" name="Ellipse 18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2" name="Textfeld 18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3" name="Textfeld 18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4" name="Ellipse 18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5" name="Ellipse 18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6" name="Textfeld 18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7" name="Textfeld 18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8" name="Ellipse 18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9" name="Ellipse 18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0" name="Textfeld 18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821" name="Textfeld 18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822" name="Rechteck 18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3" name="Rechteck 18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4" name="Rechteck 18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5" name="Rechteck 18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6" name="Rechteck 18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7" name="Rechteck 18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8" name="Rechteck 18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9" name="Rechteck 18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03" name="Textfeld 180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801" name="Textfeld 18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8" name="Gruppieren 1677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770" name="Gruppieren 17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772" name="Gruppieren 17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774" name="Rechteck 17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75" name="Rechteck 17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6" name="Ellipse 17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7" name="Ellipse 17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8" name="Textfeld 17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79" name="Textfeld 17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80" name="Ellipse 17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1" name="Ellipse 17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2" name="Textfeld 17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3" name="Textfeld 17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4" name="Ellipse 17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5" name="Ellipse 17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6" name="Textfeld 17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7" name="Textfeld 17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8" name="Ellipse 17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9" name="Ellipse 17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0" name="Textfeld 17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91" name="Textfeld 17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92" name="Rechteck 17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3" name="Rechteck 17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4" name="Rechteck 17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5" name="Rechteck 17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6" name="Rechteck 17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7" name="Rechteck 17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8" name="Rechteck 17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9" name="Rechteck 17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73" name="Textfeld 17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771" name="Textfeld 17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9" name="Gruppieren 1678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744" name="Gruppieren 1743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746" name="Gruppieren 1745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748" name="Rechteck 174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9" name="Rechteck 174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0" name="Ellipse 174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1" name="Ellipse 175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2" name="Ellipse 17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3" name="Ellipse 17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4" name="Textfeld 17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55" name="Textfeld 17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56" name="Ellipse 17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7" name="Ellipse 17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8" name="Textfeld 1757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759" name="Textfeld 17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760" name="Ellipse 17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1" name="Ellipse 17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2" name="Rechteck 17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3" name="Rechteck 17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4" name="Rechteck 17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5" name="Rechteck 17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6" name="Rechteck 17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7" name="Rechteck 17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8" name="Rechteck 17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9" name="Rechteck 17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47" name="Textfeld 174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745" name="Textfeld 174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680" name="Gruppieren 1679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1716" name="Gruppieren 171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718" name="Gruppieren 171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720" name="Rechteck 17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21" name="Rechteck 17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2" name="Ellipse 17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3" name="Ellipse 17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4" name="Textfeld 17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25" name="Textfeld 17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26" name="Ellipse 17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7" name="Ellipse 17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8" name="Ellipse 172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9" name="Ellipse 172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0" name="Textfeld 172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31" name="Textfeld 173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32" name="Ellipse 173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3" name="Ellipse 173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4" name="Textfeld 173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35" name="Textfeld 173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36" name="Rechteck 17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7" name="Rechteck 17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8" name="Rechteck 17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9" name="Rechteck 17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0" name="Rechteck 17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1" name="Rechteck 17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2" name="Rechteck 17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3" name="Rechteck 17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19" name="Textfeld 17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717" name="Textfeld 17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681" name="Gruppieren 1680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1688" name="Gruppieren 168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690" name="Gruppieren 168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692" name="Rechteck 16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93" name="Rechteck 16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98" name="Ellipse 16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9" name="Ellipse 16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Ellipse 16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1" name="Ellipse 17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2" name="Textfeld 17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03" name="Textfeld 17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04" name="Ellipse 17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Ellipse 17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Textfeld 17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07" name="Textfeld 17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08" name="Rechteck 17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9" name="Rechteck 17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0" name="Rechteck 17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1" name="Rechteck 17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2" name="Rechteck 17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3" name="Rechteck 17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4" name="Rechteck 17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5" name="Rechteck 17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91" name="Textfeld 16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689" name="Textfeld 16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682" name="Gruppieren 1681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1684" name="Gruppieren 1683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686" name="Rechteck 168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687" name="Textfeld 168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685" name="Textfeld 16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683" name="Textfeld 1682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8694177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15</a:t>
            </a:r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7687" name="Gruppieren 7686"/>
          <p:cNvGrpSpPr/>
          <p:nvPr/>
        </p:nvGrpSpPr>
        <p:grpSpPr>
          <a:xfrm>
            <a:off x="8553878" y="2850732"/>
            <a:ext cx="1551780" cy="1652928"/>
            <a:chOff x="2584649" y="1278375"/>
            <a:chExt cx="1551780" cy="1652928"/>
          </a:xfrm>
        </p:grpSpPr>
        <p:grpSp>
          <p:nvGrpSpPr>
            <p:cNvPr id="7688" name="Gruppieren 7687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68" name="Gruppieren 77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70" name="Gruppieren 77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72" name="Rechteck 77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3" name="Rechteck 77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4" name="Ellipse 77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5" name="Ellipse 77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6" name="Textfeld 77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77" name="Textfeld 77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778" name="Ellipse 7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9" name="Ellipse 7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0" name="Textfeld 777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81" name="Textfeld 77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782" name="Ellipse 77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3" name="Ellipse 77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4" name="Textfeld 77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85" name="Textfeld 77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86" name="Ellipse 77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7" name="Ellipse 77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8" name="Textfeld 77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89" name="Textfeld 77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90" name="Rechteck 77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1" name="Rechteck 77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2" name="Rechteck 77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3" name="Rechteck 77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4" name="Rechteck 77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5" name="Rechteck 77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6" name="Rechteck 77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7" name="Rechteck 77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71" name="Textfeld 77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769" name="Textfeld 77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689" name="Rechteck 768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0" name="Rechteck 768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1" name="Rechteck 769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2" name="Rechteck 769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3" name="Rechteck 769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694" name="Gruppieren 769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38" name="Gruppieren 77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40" name="Gruppieren 77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42" name="Rechteck 77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3" name="Rechteck 77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4" name="Ellipse 77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5" name="Ellipse 77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6" name="Textfeld 77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47" name="Textfeld 77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48" name="Ellipse 7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9" name="Ellipse 7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0" name="Textfeld 77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1" name="Textfeld 77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2" name="Ellipse 77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3" name="Ellipse 77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54" name="Textfeld 77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5" name="Textfeld 775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6" name="Ellipse 77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7" name="Ellipse 77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8" name="Textfeld 77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9" name="Textfeld 77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60" name="Rechteck 77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1" name="Rechteck 77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2" name="Rechteck 77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3" name="Rechteck 77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4" name="Rechteck 77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5" name="Rechteck 77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6" name="Rechteck 77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7" name="Rechteck 77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41" name="Textfeld 77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739" name="Textfeld 77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695" name="Gruppieren 7694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7736" name="Rechteck 7735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37" name="Textfeld 7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696" name="Textfeld 7695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7697" name="Gruppieren 7696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7699" name="Rechteck 769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0" name="Ellipse 769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1" name="Ellipse 770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2" name="Ellipse 770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3" name="Ellipse 770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4" name="Textfeld 770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7705" name="Textfeld 770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06" name="Ellipse 770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7" name="Ellipse 770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8" name="Ellipse 770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9" name="Ellipse 770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0" name="Ellipse 770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1" name="Ellipse 771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2" name="Ellipse 771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3" name="Ellipse 771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4" name="Ellipse 771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5" name="Ellipse 771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6" name="Ellipse 771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7" name="Ellipse 771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718" name="Gruppieren 771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719" name="Rechteck 771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0" name="Rechteck 771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1" name="Rechteck 772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2" name="Rechteck 772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23" name="Rechteck 772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4" name="Rechteck 772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5" name="Rechteck 772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6" name="Rechteck 772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7" name="Rechteck 772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8" name="Rechteck 772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9" name="Rechteck 772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0" name="Rechteck 772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1" name="Rechteck 773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2" name="Rechteck 773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3" name="Rechteck 773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4" name="Rechteck 773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5" name="Rechteck 773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7698" name="Textfeld 7697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  <p:grpSp>
        <p:nvGrpSpPr>
          <p:cNvPr id="4" name="Gruppieren 3"/>
          <p:cNvGrpSpPr/>
          <p:nvPr/>
        </p:nvGrpSpPr>
        <p:grpSpPr>
          <a:xfrm>
            <a:off x="10244840" y="2835348"/>
            <a:ext cx="1865598" cy="1654004"/>
            <a:chOff x="10244840" y="2835348"/>
            <a:chExt cx="1865598" cy="1654004"/>
          </a:xfrm>
        </p:grpSpPr>
        <p:grpSp>
          <p:nvGrpSpPr>
            <p:cNvPr id="7799" name="Gruppieren 7798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966" name="Gruppieren 79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968" name="Gruppieren 79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970" name="Rechteck 7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1" name="Rechteck 7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2" name="Ellipse 7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3" name="Ellipse 7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4" name="Ellipse 7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5" name="Ellipse 7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6" name="Ellipse 7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7" name="Ellipse 7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8" name="Ellipse 7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9" name="Ellipse 7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0" name="Rechteck 7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1" name="Rechteck 7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2" name="Rechteck 7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3" name="Rechteck 7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4" name="Rechteck 7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5" name="Rechteck 7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6" name="Rechteck 7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7" name="Rechteck 7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69" name="Textfeld 79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967" name="Textfeld 7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800" name="Rechteck 7799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1" name="Rechteck 7800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2" name="Rechteck 7801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3" name="Rechteck 7802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4" name="Rechteck 7803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805" name="Gruppieren 7804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936" name="Gruppieren 79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38" name="Gruppieren 79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40" name="Rechteck 79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1" name="Rechteck 79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2" name="Ellipse 79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3" name="Ellipse 79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4" name="Textfeld 79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45" name="Textfeld 79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6" name="Ellipse 79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7" name="Ellipse 79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8" name="Textfeld 79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49" name="Textfeld 79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0" name="Ellipse 7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1" name="Ellipse 7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2" name="Textfeld 7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3" name="Textfeld 7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4" name="Ellipse 7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5" name="Ellipse 7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6" name="Textfeld 7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57" name="Textfeld 7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58" name="Rechteck 7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9" name="Rechteck 7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0" name="Rechteck 7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1" name="Rechteck 7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2" name="Rechteck 7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3" name="Rechteck 7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4" name="Rechteck 7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5" name="Rechteck 7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39" name="Textfeld 79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937" name="Textfeld 79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8" name="Gruppieren 7807"/>
            <p:cNvGrpSpPr/>
            <p:nvPr/>
          </p:nvGrpSpPr>
          <p:grpSpPr>
            <a:xfrm>
              <a:off x="11134065" y="2835348"/>
              <a:ext cx="327049" cy="1652928"/>
              <a:chOff x="1692193" y="1141150"/>
              <a:chExt cx="327049" cy="1652928"/>
            </a:xfrm>
          </p:grpSpPr>
          <p:grpSp>
            <p:nvGrpSpPr>
              <p:cNvPr id="7854" name="Gruppieren 7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56" name="Gruppieren 7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58" name="Rechteck 7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9" name="Rechteck 7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0" name="Ellipse 7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1" name="Ellipse 7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2" name="Textfeld 7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63" name="Textfeld 7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64" name="Ellipse 7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5" name="Ellipse 7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6" name="Textfeld 7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7" name="Textfeld 7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8" name="Ellipse 7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9" name="Ellipse 7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70" name="Textfeld 7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1" name="Textfeld 7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2" name="Ellipse 7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3" name="Ellipse 7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4" name="Textfeld 7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5" name="Textfeld 7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76" name="Rechteck 7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7" name="Rechteck 7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8" name="Rechteck 7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9" name="Rechteck 7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0" name="Rechteck 7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1" name="Rechteck 7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2" name="Rechteck 7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3" name="Rechteck 7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57" name="Textfeld 7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5" name="Textfeld 7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10" name="Gruppieren 7809"/>
            <p:cNvGrpSpPr/>
            <p:nvPr/>
          </p:nvGrpSpPr>
          <p:grpSpPr>
            <a:xfrm>
              <a:off x="11785488" y="2835348"/>
              <a:ext cx="324950" cy="1652928"/>
              <a:chOff x="1694292" y="1141150"/>
              <a:chExt cx="324950" cy="1652928"/>
            </a:xfrm>
          </p:grpSpPr>
          <p:grpSp>
            <p:nvGrpSpPr>
              <p:cNvPr id="7850" name="Gruppieren 78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7852" name="Rechteck 78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53" name="Textfeld 78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851" name="Textfeld 78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11" name="Textfeld 7810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  <p:grpSp>
          <p:nvGrpSpPr>
            <p:cNvPr id="7812" name="Gruppieren 7811"/>
            <p:cNvGrpSpPr/>
            <p:nvPr/>
          </p:nvGrpSpPr>
          <p:grpSpPr>
            <a:xfrm>
              <a:off x="11460934" y="2886615"/>
              <a:ext cx="324950" cy="1602737"/>
              <a:chOff x="2526020" y="269422"/>
              <a:chExt cx="324950" cy="1602737"/>
            </a:xfrm>
          </p:grpSpPr>
          <p:sp>
            <p:nvSpPr>
              <p:cNvPr id="7813" name="Rechteck 7812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4" name="Ellipse 7813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5" name="Ellipse 7814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6" name="Ellipse 7815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7" name="Ellipse 7816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8" name="Textfeld 7817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19" name="Textfeld 7818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20" name="Ellipse 7819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1" name="Ellipse 7820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2" name="Ellipse 7821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3" name="Ellipse 7822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4" name="Ellipse 7823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5" name="Ellipse 7824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6" name="Ellipse 7825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7" name="Ellipse 7826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8" name="Ellipse 7827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9" name="Ellipse 7828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0" name="Ellipse 7829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1" name="Ellipse 7830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832" name="Gruppieren 7831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833" name="Rechteck 7832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4" name="Rechteck 7833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5" name="Rechteck 7834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6" name="Rechteck 7835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37" name="Rechteck 7836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8" name="Rechteck 7837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9" name="Rechteck 7838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0" name="Rechteck 7839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1" name="Rechteck 7840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2" name="Rechteck 7841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3" name="Rechteck 7842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4" name="Rechteck 7843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5" name="Rechteck 7844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6" name="Rechteck 7845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7" name="Rechteck 7846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8" name="Rechteck 7847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9" name="Rechteck 7848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5" name="Gruppieren 4"/>
          <p:cNvGrpSpPr/>
          <p:nvPr/>
        </p:nvGrpSpPr>
        <p:grpSpPr>
          <a:xfrm>
            <a:off x="3751538" y="4875367"/>
            <a:ext cx="2241024" cy="1654859"/>
            <a:chOff x="3751538" y="4875367"/>
            <a:chExt cx="2241024" cy="1654859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3995939" y="4876820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3756555" y="503952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3842855" y="522092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3799381" y="526359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3843525" y="582941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3800051" y="587208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4320402" y="4876820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969666" y="4875367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5297122" y="4875367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622902" y="4875367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247" name="Gruppieren 8246"/>
            <p:cNvGrpSpPr/>
            <p:nvPr/>
          </p:nvGrpSpPr>
          <p:grpSpPr>
            <a:xfrm>
              <a:off x="4644982" y="4877298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3751538" y="636159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4674472" y="549991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4797592" y="550029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4677671" y="618833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4800791" y="618871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446" name="Gruppieren 8445"/>
          <p:cNvGrpSpPr/>
          <p:nvPr/>
        </p:nvGrpSpPr>
        <p:grpSpPr>
          <a:xfrm>
            <a:off x="7002811" y="4869102"/>
            <a:ext cx="324950" cy="1652928"/>
            <a:chOff x="1694292" y="1141150"/>
            <a:chExt cx="324950" cy="1652928"/>
          </a:xfrm>
        </p:grpSpPr>
        <p:grpSp>
          <p:nvGrpSpPr>
            <p:cNvPr id="8635" name="Gruppieren 8634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8637" name="Gruppieren 8636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8639" name="Rechteck 863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640" name="Rechteck 863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1" name="Ellipse 864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642" name="Ellipse 864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3" name="Ellipse 8642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4" name="Ellipse 8643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5" name="Ellipse 8644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6" name="Ellipse 8645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7" name="Ellipse 864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8" name="Ellipse 864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49" name="Rechteck 8648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0" name="Rechteck 8649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1" name="Rechteck 8650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2" name="Rechteck 8651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3" name="Rechteck 8652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4" name="Rechteck 8653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5" name="Rechteck 8654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56" name="Rechteck 8655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638" name="Textfeld 8637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8636" name="Textfeld 863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8447" name="Rechteck 8446"/>
          <p:cNvSpPr/>
          <p:nvPr/>
        </p:nvSpPr>
        <p:spPr>
          <a:xfrm>
            <a:off x="6763427" y="5031803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448" name="Rechteck 8447"/>
          <p:cNvSpPr/>
          <p:nvPr/>
        </p:nvSpPr>
        <p:spPr>
          <a:xfrm>
            <a:off x="6840203" y="5213203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449" name="Rechteck 8448"/>
          <p:cNvSpPr/>
          <p:nvPr/>
        </p:nvSpPr>
        <p:spPr>
          <a:xfrm>
            <a:off x="6796729" y="5255879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450" name="Rechteck 8449"/>
          <p:cNvSpPr/>
          <p:nvPr/>
        </p:nvSpPr>
        <p:spPr>
          <a:xfrm>
            <a:off x="6840873" y="5821694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451" name="Rechteck 8450"/>
          <p:cNvSpPr/>
          <p:nvPr/>
        </p:nvSpPr>
        <p:spPr>
          <a:xfrm>
            <a:off x="6797399" y="5864370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8452" name="Gruppieren 8451"/>
          <p:cNvGrpSpPr/>
          <p:nvPr/>
        </p:nvGrpSpPr>
        <p:grpSpPr>
          <a:xfrm>
            <a:off x="7317750" y="4869102"/>
            <a:ext cx="327049" cy="1652928"/>
            <a:chOff x="1692193" y="1141150"/>
            <a:chExt cx="327049" cy="1652928"/>
          </a:xfrm>
        </p:grpSpPr>
        <p:grpSp>
          <p:nvGrpSpPr>
            <p:cNvPr id="8605" name="Gruppieren 8604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8607" name="Gruppieren 860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8609" name="Rechteck 860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610" name="Rechteck 860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11" name="Ellipse 861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12" name="Ellipse 861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13" name="Textfeld 861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614" name="Textfeld 861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8615" name="Ellipse 861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16" name="Ellipse 861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17" name="Textfeld 861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618" name="Textfeld 861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619" name="Ellipse 861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20" name="Ellipse 861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21" name="Textfeld 862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622" name="Textfeld 862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623" name="Ellipse 862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624" name="Ellipse 862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25" name="Textfeld 862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8626" name="Textfeld 862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8627" name="Rechteck 862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28" name="Rechteck 862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29" name="Rechteck 862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30" name="Rechteck 862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31" name="Rechteck 863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32" name="Rechteck 863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33" name="Rechteck 863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634" name="Rechteck 863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608" name="Textfeld 8607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</p:grpSp>
        <p:sp>
          <p:nvSpPr>
            <p:cNvPr id="8606" name="Textfeld 860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455" name="Gruppieren 8454"/>
          <p:cNvGrpSpPr/>
          <p:nvPr/>
        </p:nvGrpSpPr>
        <p:grpSpPr>
          <a:xfrm>
            <a:off x="7966930" y="4869580"/>
            <a:ext cx="327049" cy="1652928"/>
            <a:chOff x="1692193" y="1141150"/>
            <a:chExt cx="327049" cy="1652928"/>
          </a:xfrm>
        </p:grpSpPr>
        <p:grpSp>
          <p:nvGrpSpPr>
            <p:cNvPr id="8523" name="Gruppieren 8522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8525" name="Gruppieren 8524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8527" name="Rechteck 852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28" name="Rechteck 852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29" name="Ellipse 852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30" name="Ellipse 852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31" name="Textfeld 8530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532" name="Textfeld 8531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8533" name="Ellipse 8532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34" name="Ellipse 8533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35" name="Textfeld 8534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536" name="Textfeld 8535"/>
                <p:cNvSpPr txBox="1"/>
                <p:nvPr/>
              </p:nvSpPr>
              <p:spPr>
                <a:xfrm>
                  <a:off x="1831603" y="1962794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537" name="Ellipse 8536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38" name="Ellipse 8537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39" name="Textfeld 8538"/>
                <p:cNvSpPr txBox="1"/>
                <p:nvPr/>
              </p:nvSpPr>
              <p:spPr>
                <a:xfrm>
                  <a:off x="1702168" y="219371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540" name="Textfeld 8539"/>
                <p:cNvSpPr txBox="1"/>
                <p:nvPr/>
              </p:nvSpPr>
              <p:spPr>
                <a:xfrm>
                  <a:off x="1830521" y="2192784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541" name="Ellipse 8540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42" name="Ellipse 8541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43" name="Textfeld 8542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3</a:t>
                  </a:r>
                  <a:endParaRPr lang="de-DE" dirty="0"/>
                </a:p>
              </p:txBody>
            </p:sp>
            <p:sp>
              <p:nvSpPr>
                <p:cNvPr id="8544" name="Textfeld 8543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4</a:t>
                  </a:r>
                  <a:endParaRPr lang="de-DE" dirty="0"/>
                </a:p>
              </p:txBody>
            </p:sp>
            <p:sp>
              <p:nvSpPr>
                <p:cNvPr id="8545" name="Rechteck 8544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46" name="Rechteck 8545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47" name="Rechteck 8546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48" name="Rechteck 8547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49" name="Rechteck 8548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50" name="Rechteck 8549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51" name="Rechteck 8550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52" name="Rechteck 8551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526" name="Textfeld 852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8524" name="Textfeld 852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456" name="Gruppieren 8455"/>
          <p:cNvGrpSpPr/>
          <p:nvPr/>
        </p:nvGrpSpPr>
        <p:grpSpPr>
          <a:xfrm>
            <a:off x="8294386" y="4869580"/>
            <a:ext cx="326518" cy="1652928"/>
            <a:chOff x="1692724" y="1141150"/>
            <a:chExt cx="326518" cy="1652928"/>
          </a:xfrm>
        </p:grpSpPr>
        <p:grpSp>
          <p:nvGrpSpPr>
            <p:cNvPr id="8495" name="Gruppieren 8494"/>
            <p:cNvGrpSpPr/>
            <p:nvPr/>
          </p:nvGrpSpPr>
          <p:grpSpPr>
            <a:xfrm>
              <a:off x="1692724" y="1141150"/>
              <a:ext cx="326518" cy="1536639"/>
              <a:chOff x="1692724" y="1141150"/>
              <a:chExt cx="326518" cy="1536639"/>
            </a:xfrm>
          </p:grpSpPr>
          <p:grpSp>
            <p:nvGrpSpPr>
              <p:cNvPr id="8497" name="Gruppieren 8496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8499" name="Rechteck 849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00" name="Rechteck 849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01" name="Ellipse 850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6">
                    <a:lumMod val="75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02" name="Ellipse 850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03" name="Textfeld 850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504" name="Textfeld 850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2</a:t>
                  </a:r>
                  <a:endParaRPr lang="de-DE" dirty="0"/>
                </a:p>
              </p:txBody>
            </p:sp>
            <p:sp>
              <p:nvSpPr>
                <p:cNvPr id="8505" name="Ellipse 850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06" name="Ellipse 850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07" name="Ellipse 8506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08" name="Ellipse 8507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09" name="Textfeld 8508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8510" name="Textfeld 8509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G</a:t>
                  </a:r>
                  <a:endParaRPr lang="de-DE" dirty="0"/>
                </a:p>
              </p:txBody>
            </p:sp>
            <p:sp>
              <p:nvSpPr>
                <p:cNvPr id="8511" name="Ellipse 8510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512" name="Ellipse 8511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13" name="Textfeld 8512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8514" name="Textfeld 8513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S</a:t>
                  </a:r>
                  <a:endParaRPr lang="de-DE" dirty="0"/>
                </a:p>
              </p:txBody>
            </p:sp>
            <p:sp>
              <p:nvSpPr>
                <p:cNvPr id="8515" name="Rechteck 8514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16" name="Rechteck 8515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17" name="Rechteck 8516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18" name="Rechteck 8517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19" name="Rechteck 8518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20" name="Rechteck 8519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21" name="Rechteck 8520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522" name="Rechteck 8521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498" name="Textfeld 8497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8496" name="Textfeld 849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8457" name="Gruppieren 8456"/>
          <p:cNvGrpSpPr/>
          <p:nvPr/>
        </p:nvGrpSpPr>
        <p:grpSpPr>
          <a:xfrm>
            <a:off x="8620166" y="4869580"/>
            <a:ext cx="369660" cy="1652928"/>
            <a:chOff x="1694292" y="1141150"/>
            <a:chExt cx="369660" cy="1652928"/>
          </a:xfrm>
        </p:grpSpPr>
        <p:grpSp>
          <p:nvGrpSpPr>
            <p:cNvPr id="8491" name="Gruppieren 8490"/>
            <p:cNvGrpSpPr/>
            <p:nvPr/>
          </p:nvGrpSpPr>
          <p:grpSpPr>
            <a:xfrm>
              <a:off x="1701466" y="1141150"/>
              <a:ext cx="362486" cy="1488063"/>
              <a:chOff x="1701466" y="1141150"/>
              <a:chExt cx="362486" cy="1488063"/>
            </a:xfrm>
          </p:grpSpPr>
          <p:sp>
            <p:nvSpPr>
              <p:cNvPr id="8493" name="Rechteck 8492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494" name="Textfeld 8493"/>
              <p:cNvSpPr txBox="1"/>
              <p:nvPr/>
            </p:nvSpPr>
            <p:spPr>
              <a:xfrm>
                <a:off x="1701466" y="1141150"/>
                <a:ext cx="36248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8</a:t>
                </a:r>
              </a:p>
            </p:txBody>
          </p:sp>
        </p:grpSp>
        <p:sp>
          <p:nvSpPr>
            <p:cNvPr id="8492" name="Textfeld 8491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grpSp>
        <p:nvGrpSpPr>
          <p:cNvPr id="8459" name="Gruppieren 8458"/>
          <p:cNvGrpSpPr/>
          <p:nvPr/>
        </p:nvGrpSpPr>
        <p:grpSpPr>
          <a:xfrm>
            <a:off x="7642330" y="4869580"/>
            <a:ext cx="327049" cy="1652928"/>
            <a:chOff x="1692193" y="1141150"/>
            <a:chExt cx="327049" cy="1652928"/>
          </a:xfrm>
        </p:grpSpPr>
        <p:grpSp>
          <p:nvGrpSpPr>
            <p:cNvPr id="8465" name="Gruppieren 8464"/>
            <p:cNvGrpSpPr/>
            <p:nvPr/>
          </p:nvGrpSpPr>
          <p:grpSpPr>
            <a:xfrm>
              <a:off x="1692193" y="1141150"/>
              <a:ext cx="327049" cy="1488063"/>
              <a:chOff x="1692193" y="1141150"/>
              <a:chExt cx="327049" cy="1488063"/>
            </a:xfrm>
          </p:grpSpPr>
          <p:grpSp>
            <p:nvGrpSpPr>
              <p:cNvPr id="8467" name="Gruppieren 8466"/>
              <p:cNvGrpSpPr/>
              <p:nvPr/>
            </p:nvGrpSpPr>
            <p:grpSpPr>
              <a:xfrm>
                <a:off x="1692193" y="1191341"/>
                <a:ext cx="327049" cy="1437872"/>
                <a:chOff x="1692193" y="1191341"/>
                <a:chExt cx="327049" cy="1437872"/>
              </a:xfrm>
            </p:grpSpPr>
            <p:sp>
              <p:nvSpPr>
                <p:cNvPr id="8469" name="Rechteck 846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70" name="Rechteck 846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1" name="Ellipse 847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2" name="Ellipse 847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3" name="Ellipse 8472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4" name="Ellipse 8473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5" name="Textfeld 8474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476" name="Textfeld 8475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+</a:t>
                  </a:r>
                  <a:endParaRPr lang="de-DE" dirty="0"/>
                </a:p>
              </p:txBody>
            </p:sp>
            <p:sp>
              <p:nvSpPr>
                <p:cNvPr id="8477" name="Ellipse 8476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8" name="Ellipse 8477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79" name="Textfeld 8478"/>
                <p:cNvSpPr txBox="1"/>
                <p:nvPr/>
              </p:nvSpPr>
              <p:spPr>
                <a:xfrm>
                  <a:off x="1708599" y="21834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480" name="Textfeld 8479"/>
                <p:cNvSpPr txBox="1"/>
                <p:nvPr/>
              </p:nvSpPr>
              <p:spPr>
                <a:xfrm>
                  <a:off x="1835127" y="2182504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 smtClean="0"/>
                    <a:t>-</a:t>
                  </a:r>
                  <a:endParaRPr lang="de-DE" dirty="0"/>
                </a:p>
              </p:txBody>
            </p:sp>
            <p:sp>
              <p:nvSpPr>
                <p:cNvPr id="8481" name="Ellipse 8480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2" name="Ellipse 8481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3" name="Rechteck 8482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4" name="Rechteck 8483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5" name="Rechteck 8484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6" name="Rechteck 8485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7" name="Rechteck 8486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8" name="Rechteck 8487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89" name="Rechteck 8488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490" name="Rechteck 8489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468" name="Textfeld 8467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8466" name="Textfeld 846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EL5152</a:t>
              </a:r>
            </a:p>
          </p:txBody>
        </p:sp>
      </p:grpSp>
      <p:sp>
        <p:nvSpPr>
          <p:cNvPr id="8460" name="Textfeld 8459"/>
          <p:cNvSpPr txBox="1"/>
          <p:nvPr/>
        </p:nvSpPr>
        <p:spPr>
          <a:xfrm>
            <a:off x="6758410" y="6353875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 smtClean="0">
                <a:latin typeface="Arial" panose="020B0604020202020204" pitchFamily="34" charset="0"/>
                <a:cs typeface="Arial" panose="020B0604020202020204" pitchFamily="34" charset="0"/>
              </a:rPr>
              <a:t>BC10</a:t>
            </a:r>
            <a:endParaRPr lang="de-DE" sz="7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461" name="Textfeld 8460"/>
          <p:cNvSpPr txBox="1"/>
          <p:nvPr/>
        </p:nvSpPr>
        <p:spPr>
          <a:xfrm>
            <a:off x="7671820" y="5492200"/>
            <a:ext cx="166687" cy="177312"/>
          </a:xfrm>
          <a:prstGeom prst="rect">
            <a:avLst/>
          </a:prstGeom>
          <a:noFill/>
        </p:spPr>
        <p:txBody>
          <a:bodyPr wrap="square" lIns="0" tIns="0" rIns="0" bIns="0" rtlCol="0" anchor="ctr" anchorCtr="1">
            <a:noAutofit/>
          </a:bodyPr>
          <a:lstStyle/>
          <a:p>
            <a:r>
              <a:rPr lang="de-DE" sz="900" dirty="0" smtClean="0"/>
              <a:t>A1</a:t>
            </a:r>
            <a:endParaRPr lang="de-DE" sz="1400" dirty="0"/>
          </a:p>
        </p:txBody>
      </p:sp>
      <p:sp>
        <p:nvSpPr>
          <p:cNvPr id="8462" name="Textfeld 8461"/>
          <p:cNvSpPr txBox="1"/>
          <p:nvPr/>
        </p:nvSpPr>
        <p:spPr>
          <a:xfrm>
            <a:off x="7794940" y="5492578"/>
            <a:ext cx="166687" cy="177312"/>
          </a:xfrm>
          <a:prstGeom prst="rect">
            <a:avLst/>
          </a:prstGeom>
          <a:noFill/>
        </p:spPr>
        <p:txBody>
          <a:bodyPr wrap="square" lIns="0" tIns="0" rIns="0" bIns="0" rtlCol="0" anchor="ctr" anchorCtr="1">
            <a:noAutofit/>
          </a:bodyPr>
          <a:lstStyle/>
          <a:p>
            <a:r>
              <a:rPr lang="de-DE" sz="900" dirty="0"/>
              <a:t>B</a:t>
            </a:r>
            <a:r>
              <a:rPr lang="de-DE" sz="900" dirty="0" smtClean="0"/>
              <a:t>1</a:t>
            </a:r>
            <a:endParaRPr lang="de-DE" sz="1400" dirty="0"/>
          </a:p>
        </p:txBody>
      </p:sp>
      <p:sp>
        <p:nvSpPr>
          <p:cNvPr id="8463" name="Textfeld 8462"/>
          <p:cNvSpPr txBox="1"/>
          <p:nvPr/>
        </p:nvSpPr>
        <p:spPr>
          <a:xfrm>
            <a:off x="7675019" y="6180616"/>
            <a:ext cx="166687" cy="177312"/>
          </a:xfrm>
          <a:prstGeom prst="rect">
            <a:avLst/>
          </a:prstGeom>
          <a:noFill/>
        </p:spPr>
        <p:txBody>
          <a:bodyPr wrap="square" lIns="0" tIns="0" rIns="0" bIns="0" rtlCol="0" anchor="ctr" anchorCtr="1">
            <a:noAutofit/>
          </a:bodyPr>
          <a:lstStyle/>
          <a:p>
            <a:r>
              <a:rPr lang="de-DE" sz="900" dirty="0" smtClean="0"/>
              <a:t>A2</a:t>
            </a:r>
            <a:endParaRPr lang="de-DE" sz="1400" dirty="0"/>
          </a:p>
        </p:txBody>
      </p:sp>
      <p:sp>
        <p:nvSpPr>
          <p:cNvPr id="8464" name="Textfeld 8463"/>
          <p:cNvSpPr txBox="1"/>
          <p:nvPr/>
        </p:nvSpPr>
        <p:spPr>
          <a:xfrm>
            <a:off x="7798139" y="6180994"/>
            <a:ext cx="166687" cy="177312"/>
          </a:xfrm>
          <a:prstGeom prst="rect">
            <a:avLst/>
          </a:prstGeom>
          <a:noFill/>
        </p:spPr>
        <p:txBody>
          <a:bodyPr wrap="square" lIns="0" tIns="0" rIns="0" bIns="0" rtlCol="0" anchor="ctr" anchorCtr="1">
            <a:noAutofit/>
          </a:bodyPr>
          <a:lstStyle/>
          <a:p>
            <a:r>
              <a:rPr lang="de-DE" sz="900" dirty="0" smtClean="0"/>
              <a:t>B2</a:t>
            </a:r>
            <a:endParaRPr lang="de-DE" sz="1400" dirty="0"/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202" name="Gruppieren 2201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2203" name="Gruppieren 2202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2641" name="Gruppieren 26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43" name="Gruppieren 26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45" name="Rechteck 26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6" name="Rechteck 26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Ellipse 26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0" name="Ellipse 26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Ellipse 26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Ellipse 26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Ellipse 26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0" name="Rechteck 26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1" name="Rechteck 26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2" name="Rechteck 26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44" name="Textfeld 26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42" name="Textfeld 26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204" name="Rechteck 2203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5" name="Rechteck 2204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6" name="Rechteck 2205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7" name="Rechteck 2206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8" name="Rechteck 2207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209" name="Gruppieren 2208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611" name="Gruppieren 26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13" name="Gruppieren 26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15" name="Rechteck 26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6" name="Rechteck 26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7" name="Ellipse 26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8" name="Ellipse 26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9" name="Textfeld 26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20" name="Textfeld 26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21" name="Ellipse 26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2" name="Ellipse 26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3" name="Textfeld 26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4" name="Textfeld 26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5" name="Ellipse 26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6" name="Ellipse 26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7" name="Textfeld 26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8" name="Textfeld 26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9" name="Ellipse 26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0" name="Ellipse 26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1" name="Textfeld 26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32" name="Textfeld 26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Rechteck 26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Rechteck 26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8" name="Rechteck 26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9" name="Rechteck 26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0" name="Rechteck 26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14" name="Textfeld 26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12" name="Textfeld 26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0" name="Gruppieren 2209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581" name="Gruppieren 258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3" name="Gruppieren 25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5" name="Rechteck 25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6" name="Rechteck 25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7" name="Ellipse 25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Textfeld 25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Ellipse 25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Textfeld 25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5" name="Ellipse 25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Textfeld 25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9" name="Ellipse 25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00" name="Ellipse 25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Textfeld 26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02" name="Textfeld 26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8" name="Rechteck 26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9" name="Rechteck 26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0" name="Rechteck 26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4" name="Textfeld 25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582" name="Textfeld 25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1" name="Gruppieren 2210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551" name="Gruppieren 255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53" name="Gruppieren 255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55" name="Rechteck 255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56" name="Rechteck 255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7" name="Ellipse 255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8" name="Ellipse 255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9" name="Textfeld 255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60" name="Textfeld 255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61" name="Ellipse 2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2" name="Ellipse 2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3" name="Textfeld 25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4" name="Textfeld 25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5" name="Ellipse 25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6" name="Ellipse 25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7" name="Textfeld 25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8" name="Textfeld 25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9" name="Ellipse 25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0" name="Ellipse 25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1" name="Textfeld 25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72" name="Textfeld 25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73" name="Rechteck 25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4" name="Rechteck 25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8" name="Rechteck 25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9" name="Rechteck 25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0" name="Rechteck 25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4" name="Textfeld 255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552" name="Textfeld 25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2" name="Gruppieren 2211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521" name="Gruppieren 252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3" name="Gruppieren 252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25" name="Rechteck 25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26" name="Rechteck 25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7" name="Ellipse 25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8" name="Ellipse 25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9" name="Textfeld 25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0" name="Textfeld 25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1" name="Ellipse 25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Ellipse 25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Textfeld 25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4" name="Textfeld 25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5" name="Ellipse 25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6" name="Ellipse 25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7" name="Textfeld 253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8" name="Textfeld 253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9" name="Ellipse 25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0" name="Ellipse 25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1" name="Textfeld 254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42" name="Textfeld 254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43" name="Rechteck 25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4" name="Rechteck 25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Rechteck 25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Rechteck 25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7" name="Rechteck 25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4" name="Textfeld 252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22" name="Textfeld 25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3" name="Gruppieren 2212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491" name="Gruppieren 249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93" name="Gruppieren 249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95" name="Rechteck 24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96" name="Rechteck 24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7" name="Ellipse 24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8" name="Ellipse 24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9" name="Textfeld 249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00" name="Textfeld 249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01" name="Ellipse 250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2" name="Ellipse 250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3" name="Textfeld 250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4" name="Textfeld 250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5" name="Ellipse 250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Ellipse 250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7" name="Textfeld 2506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8" name="Textfeld 250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9" name="Ellipse 25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1" name="Textfeld 251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12" name="Textfeld 251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13" name="Rechteck 251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4" name="Rechteck 251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5" name="Rechteck 251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Rechteck 251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7" name="Rechteck 251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8" name="Rechteck 251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Rechteck 251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Rechteck 251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94" name="Textfeld 24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492" name="Textfeld 2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4" name="Gruppieren 2213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461" name="Gruppieren 24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63" name="Gruppieren 24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65" name="Rechteck 24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66" name="Rechteck 24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7" name="Ellipse 24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8" name="Ellipse 24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9" name="Textfeld 24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71" name="Ellipse 24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2" name="Ellipse 24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3" name="Textfeld 247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4" name="Textfeld 247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5" name="Ellipse 24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6" name="Ellipse 24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7" name="Textfeld 247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8" name="Textfeld 247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9" name="Ellipse 247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80" name="Ellipse 247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1" name="Textfeld 248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82" name="Textfeld 248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83" name="Rechteck 2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4" name="Rechteck 2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5" name="Rechteck 2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6" name="Rechteck 2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7" name="Rechteck 2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8" name="Rechteck 2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9" name="Rechteck 2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0" name="Rechteck 2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64" name="Textfeld 24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62" name="Textfeld 24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5" name="Gruppieren 2214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2431" name="Gruppieren 2430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2433" name="Gruppieren 24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35" name="Rechteck 24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36" name="Rechteck 24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7" name="Ellipse 24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8" name="Ellipse 24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9" name="Textfeld 24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40" name="Textfeld 24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41" name="Ellipse 24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2" name="Ellipse 24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3" name="Textfeld 24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4" name="Textfeld 24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5" name="Ellipse 24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6" name="Ellipse 24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7" name="Textfeld 24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8" name="Textfeld 24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9" name="Ellipse 24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0" name="Ellipse 24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1" name="Textfeld 24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52" name="Textfeld 24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53" name="Rechteck 24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4" name="Rechteck 24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5" name="Rechteck 24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6" name="Rechteck 24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7" name="Rechteck 24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8" name="Rechteck 24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9" name="Rechteck 24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0" name="Rechteck 24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34" name="Textfeld 2433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432" name="Textfeld 24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6" name="Gruppieren 2215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401" name="Gruppieren 240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403" name="Gruppieren 24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05" name="Rechteck 24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6" name="Rechteck 24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7" name="Ellipse 24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8" name="Ellipse 24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Textfeld 24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10" name="Textfeld 24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11" name="Ellipse 24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2" name="Ellipse 24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3" name="Textfeld 24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4" name="Textfeld 24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5" name="Ellipse 24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6" name="Ellipse 24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7" name="Textfeld 24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8" name="Textfeld 24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9" name="Ellipse 24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0" name="Ellipse 24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1" name="Textfeld 24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22" name="Textfeld 24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23" name="Rechteck 24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4" name="Rechteck 24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5" name="Rechteck 24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6" name="Rechteck 24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7" name="Rechteck 24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8" name="Rechteck 24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9" name="Rechteck 24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0" name="Rechteck 24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04" name="Textfeld 240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402" name="Textfeld 24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7" name="Gruppieren 2216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371" name="Gruppieren 237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373" name="Gruppieren 23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75" name="Rechteck 23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76" name="Rechteck 23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7" name="Ellipse 23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8" name="Ellipse 23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9" name="Textfeld 23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80" name="Textfeld 23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81" name="Ellipse 23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2" name="Ellipse 23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Textfeld 23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4" name="Textfeld 23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5" name="Ellipse 23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6" name="Ellipse 23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7" name="Textfeld 23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8" name="Textfeld 23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9" name="Ellipse 23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0" name="Ellipse 23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1" name="Textfeld 23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92" name="Textfeld 23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93" name="Rechteck 23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4" name="Rechteck 23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5" name="Rechteck 23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Rechteck 23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7" name="Rechteck 23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8" name="Rechteck 23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9" name="Rechteck 23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0" name="Rechteck 23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74" name="Textfeld 237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372" name="Textfeld 23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8" name="Gruppieren 2217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341" name="Gruppieren 234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343" name="Gruppieren 234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45" name="Rechteck 2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46" name="Rechteck 2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7" name="Ellipse 2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8" name="Ellipse 2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9" name="Textfeld 23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50" name="Textfeld 23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51" name="Ellipse 23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2" name="Ellipse 23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3" name="Textfeld 23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4" name="Textfeld 23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5" name="Ellipse 23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6" name="Ellipse 23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7" name="Textfeld 235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8" name="Textfeld 23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9" name="Ellipse 23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0" name="Ellipse 23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1" name="Textfeld 23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62" name="Textfeld 23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63" name="Rechteck 23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4" name="Rechteck 23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5" name="Rechteck 23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Rechteck 23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7" name="Rechteck 23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8" name="Rechteck 23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9" name="Rechteck 23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0" name="Rechteck 23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44" name="Textfeld 23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342" name="Textfeld 2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9" name="Gruppieren 2218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311" name="Gruppieren 231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313" name="Gruppieren 2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15" name="Rechteck 2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16" name="Rechteck 2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7" name="Ellipse 2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8" name="Ellipse 2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9" name="Textfeld 2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20" name="Textfeld 2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21" name="Ellipse 2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2" name="Ellipse 2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Textfeld 2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4" name="Textfeld 23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5" name="Ellipse 2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6" name="Ellipse 2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Textfeld 23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8" name="Textfeld 23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9" name="Ellipse 2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0" name="Ellipse 2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1" name="Textfeld 2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32" name="Textfeld 2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33" name="Rechteck 2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4" name="Rechteck 2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5" name="Rechteck 2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6" name="Rechteck 2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7" name="Rechteck 2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8" name="Rechteck 2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9" name="Rechteck 2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0" name="Rechteck 2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14" name="Textfeld 231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312" name="Textfeld 2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20" name="Gruppieren 2219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285" name="Gruppieren 2284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2287" name="Gruppieren 228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2289" name="Rechteck 22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90" name="Rechteck 22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1" name="Ellipse 22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2" name="Ellipse 22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Ellipse 2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4" name="Ellipse 2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5" name="Textfeld 229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96" name="Textfeld 229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97" name="Ellipse 22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8" name="Ellipse 22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9" name="Textfeld 2298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0" name="Textfeld 229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1" name="Ellipse 230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2" name="Ellipse 230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3" name="Rechteck 2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4" name="Rechteck 2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5" name="Rechteck 2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6" name="Rechteck 2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7" name="Rechteck 2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8" name="Rechteck 2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9" name="Rechteck 2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0" name="Rechteck 2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88" name="Textfeld 228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2286" name="Textfeld 22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221" name="Gruppieren 2220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257" name="Gruppieren 2256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259" name="Gruppieren 225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261" name="Rechteck 226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62" name="Rechteck 226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3" name="Ellipse 226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4" name="Ellipse 226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5" name="Textfeld 226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66" name="Textfeld 226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67" name="Ellipse 22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8" name="Ellipse 22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9" name="Ellipse 226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0" name="Ellipse 226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1" name="Textfeld 227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72" name="Textfeld 227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73" name="Ellipse 227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4" name="Ellipse 227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5" name="Textfeld 227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76" name="Textfeld 227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77" name="Rechteck 227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8" name="Rechteck 227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9" name="Rechteck 227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0" name="Rechteck 227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1" name="Rechteck 228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2" name="Rechteck 228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3" name="Rechteck 22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4" name="Rechteck 22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60" name="Textfeld 225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2258" name="Textfeld 225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222" name="Gruppieren 2221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229" name="Gruppieren 222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231" name="Gruppieren 223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233" name="Rechteck 22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34" name="Rechteck 22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5" name="Ellipse 22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6" name="Ellipse 22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Textfeld 22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38" name="Textfeld 22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39" name="Ellipse 22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0" name="Ellipse 22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1" name="Ellipse 224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2" name="Ellipse 224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3" name="Textfeld 224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44" name="Textfeld 22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45" name="Ellipse 22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6" name="Ellipse 22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7" name="Textfeld 224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48" name="Textfeld 224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49" name="Rechteck 22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0" name="Rechteck 22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1" name="Rechteck 22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2" name="Rechteck 22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3" name="Rechteck 22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4" name="Rechteck 22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5" name="Rechteck 22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6" name="Rechteck 22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32" name="Textfeld 223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2230" name="Textfeld 22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223" name="Gruppieren 2222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2225" name="Gruppieren 2224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2227" name="Rechteck 222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228" name="Textfeld 222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2226" name="Textfeld 22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224" name="Textfeld 2223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976" name="Gruppieren 2975"/>
          <p:cNvGrpSpPr/>
          <p:nvPr/>
        </p:nvGrpSpPr>
        <p:grpSpPr>
          <a:xfrm>
            <a:off x="391231" y="938772"/>
            <a:ext cx="3824832" cy="1652963"/>
            <a:chOff x="391231" y="938772"/>
            <a:chExt cx="3824832" cy="1652963"/>
          </a:xfrm>
        </p:grpSpPr>
        <p:grpSp>
          <p:nvGrpSpPr>
            <p:cNvPr id="2977" name="Gruppieren 2976"/>
            <p:cNvGrpSpPr/>
            <p:nvPr/>
          </p:nvGrpSpPr>
          <p:grpSpPr>
            <a:xfrm>
              <a:off x="636022" y="938772"/>
              <a:ext cx="324950" cy="1652928"/>
              <a:chOff x="1694292" y="1141150"/>
              <a:chExt cx="324950" cy="1652928"/>
            </a:xfrm>
          </p:grpSpPr>
          <p:grpSp>
            <p:nvGrpSpPr>
              <p:cNvPr id="3427" name="Gruppieren 342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429" name="Gruppieren 342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431" name="Rechteck 343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32" name="Rechteck 343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3" name="Ellipse 343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34" name="Ellipse 343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5" name="Ellipse 34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6" name="Ellipse 34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7" name="Ellipse 34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8" name="Ellipse 34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9" name="Ellipse 34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0" name="Ellipse 34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1" name="Rechteck 34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2" name="Rechteck 34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3" name="Rechteck 34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4" name="Rechteck 34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5" name="Rechteck 34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6" name="Rechteck 34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7" name="Rechteck 34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8" name="Rechteck 34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30" name="Textfeld 342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428" name="Textfeld 342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2978" name="Rechteck 2977"/>
            <p:cNvSpPr/>
            <p:nvPr/>
          </p:nvSpPr>
          <p:spPr>
            <a:xfrm>
              <a:off x="396638" y="11014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79" name="Rechteck 2978"/>
            <p:cNvSpPr/>
            <p:nvPr/>
          </p:nvSpPr>
          <p:spPr>
            <a:xfrm>
              <a:off x="473414" y="12828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80" name="Rechteck 2979"/>
            <p:cNvSpPr/>
            <p:nvPr/>
          </p:nvSpPr>
          <p:spPr>
            <a:xfrm>
              <a:off x="429940" y="13255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81" name="Rechteck 2980"/>
            <p:cNvSpPr/>
            <p:nvPr/>
          </p:nvSpPr>
          <p:spPr>
            <a:xfrm>
              <a:off x="474084" y="18913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82" name="Rechteck 2981"/>
            <p:cNvSpPr/>
            <p:nvPr/>
          </p:nvSpPr>
          <p:spPr>
            <a:xfrm>
              <a:off x="430610" y="19340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983" name="Gruppieren 2982"/>
            <p:cNvGrpSpPr/>
            <p:nvPr/>
          </p:nvGrpSpPr>
          <p:grpSpPr>
            <a:xfrm>
              <a:off x="95951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398" name="Gruppieren 339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00" name="Gruppieren 339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02" name="Rechteck 34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03" name="Rechteck 34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4" name="Ellipse 34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05" name="Ellipse 34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6" name="Textfeld 34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07" name="Ellipse 340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8" name="Ellipse 340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9" name="Textfeld 340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10" name="Textfeld 340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11" name="Ellipse 341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2" name="Ellipse 341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3" name="Textfeld 341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14" name="Textfeld 341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15" name="Ellipse 341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6" name="Ellipse 341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7" name="Textfeld 341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18" name="Textfeld 341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19" name="Rechteck 341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0" name="Rechteck 341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1" name="Rechteck 342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2" name="Rechteck 342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3" name="Rechteck 342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4" name="Rechteck 342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5" name="Rechteck 342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6" name="Rechteck 342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01" name="Textfeld 34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399" name="Textfeld 33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984" name="Gruppieren 2983"/>
            <p:cNvGrpSpPr/>
            <p:nvPr/>
          </p:nvGrpSpPr>
          <p:grpSpPr>
            <a:xfrm>
              <a:off x="1286437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368" name="Gruppieren 33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70" name="Gruppieren 33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72" name="Rechteck 33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73" name="Rechteck 33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4" name="Ellipse 33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5" name="Ellipse 33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6" name="Textfeld 33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77" name="Textfeld 33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78" name="Ellipse 33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9" name="Ellipse 33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0" name="Textfeld 337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81" name="Textfeld 33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82" name="Ellipse 33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3" name="Ellipse 33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4" name="Textfeld 33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85" name="Textfeld 33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86" name="Ellipse 33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87" name="Ellipse 33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8" name="Textfeld 33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89" name="Textfeld 33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90" name="Rechteck 33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1" name="Rechteck 33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2" name="Rechteck 33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3" name="Rechteck 33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4" name="Rechteck 33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5" name="Rechteck 33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6" name="Rechteck 33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7" name="Rechteck 33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71" name="Textfeld 33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369" name="Textfeld 33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985" name="Gruppieren 2984"/>
            <p:cNvGrpSpPr/>
            <p:nvPr/>
          </p:nvGrpSpPr>
          <p:grpSpPr>
            <a:xfrm>
              <a:off x="1610416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338" name="Gruppieren 33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40" name="Gruppieren 33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42" name="Rechteck 33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43" name="Rechteck 33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4" name="Ellipse 33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5" name="Ellipse 33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6" name="Textfeld 33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47" name="Textfeld 33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48" name="Ellipse 33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9" name="Ellipse 33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0" name="Textfeld 33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51" name="Textfeld 33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52" name="Ellipse 33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3" name="Ellipse 33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Textfeld 33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55" name="Textfeld 335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56" name="Ellipse 33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7" name="Ellipse 33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8" name="Textfeld 33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59" name="Textfeld 33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60" name="Rechteck 33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1" name="Rechteck 33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2" name="Rechteck 33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3" name="Rechteck 33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4" name="Rechteck 33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5" name="Rechteck 33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6" name="Rechteck 33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Rechteck 33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41" name="Textfeld 33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339" name="Textfeld 33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986" name="Gruppieren 2985"/>
            <p:cNvGrpSpPr/>
            <p:nvPr/>
          </p:nvGrpSpPr>
          <p:grpSpPr>
            <a:xfrm>
              <a:off x="1934395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308" name="Gruppieren 33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10" name="Gruppieren 33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12" name="Rechteck 33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3" name="Rechteck 33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4" name="Ellipse 33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5" name="Ellipse 33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6" name="Textfeld 33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17" name="Textfeld 33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18" name="Ellipse 33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9" name="Ellipse 33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0" name="Textfeld 33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21" name="Textfeld 33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22" name="Ellipse 33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3" name="Ellipse 33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Textfeld 33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25" name="Textfeld 33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26" name="Ellipse 33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7" name="Ellipse 33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8" name="Textfeld 33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29" name="Textfeld 33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30" name="Rechteck 33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1" name="Rechteck 33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2" name="Rechteck 33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3" name="Rechteck 33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4" name="Rechteck 33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5" name="Rechteck 33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6" name="Rechteck 33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Rechteck 33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11" name="Textfeld 33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309" name="Textfeld 33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987" name="Gruppieren 2986"/>
            <p:cNvGrpSpPr/>
            <p:nvPr/>
          </p:nvGrpSpPr>
          <p:grpSpPr>
            <a:xfrm>
              <a:off x="2259149" y="938807"/>
              <a:ext cx="327049" cy="1652928"/>
              <a:chOff x="1692193" y="1141150"/>
              <a:chExt cx="327049" cy="1652928"/>
            </a:xfrm>
          </p:grpSpPr>
          <p:grpSp>
            <p:nvGrpSpPr>
              <p:cNvPr id="3278" name="Gruppieren 32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80" name="Gruppieren 32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82" name="Rechteck 32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3" name="Rechteck 32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4" name="Ellipse 32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5" name="Ellipse 32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6" name="Textfeld 32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87" name="Textfeld 32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88" name="Ellipse 32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9" name="Ellipse 32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0" name="Textfeld 32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91" name="Textfeld 32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92" name="Ellipse 32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Ellipse 32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Textfeld 32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95" name="Textfeld 32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96" name="Ellipse 32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97" name="Ellipse 32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Textfeld 32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99" name="Textfeld 32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00" name="Rechteck 32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1" name="Rechteck 33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2" name="Rechteck 33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3" name="Rechteck 33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4" name="Rechteck 33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5" name="Rechteck 33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6" name="Rechteck 33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7" name="Rechteck 33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81" name="Textfeld 32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279" name="Textfeld 32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988" name="Gruppieren 2987"/>
            <p:cNvGrpSpPr/>
            <p:nvPr/>
          </p:nvGrpSpPr>
          <p:grpSpPr>
            <a:xfrm>
              <a:off x="2583128" y="938807"/>
              <a:ext cx="327049" cy="1652928"/>
              <a:chOff x="1692193" y="1141150"/>
              <a:chExt cx="327049" cy="1652928"/>
            </a:xfrm>
          </p:grpSpPr>
          <p:grpSp>
            <p:nvGrpSpPr>
              <p:cNvPr id="3088" name="Gruppieren 308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90" name="Gruppieren 30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92" name="Rechteck 30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93" name="Rechteck 30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4" name="Ellipse 30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5" name="Ellipse 30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6" name="Textfeld 30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97" name="Textfeld 30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98" name="Ellipse 30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9" name="Ellipse 30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0" name="Textfeld 309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1" name="Textfeld 31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2" name="Ellipse 31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3" name="Ellipse 31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4" name="Textfeld 31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5" name="Textfeld 31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6" name="Ellipse 31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7" name="Ellipse 31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8" name="Textfeld 31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09" name="Textfeld 31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10" name="Rechteck 31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1" name="Rechteck 31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2" name="Rechteck 31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3" name="Rechteck 32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4" name="Rechteck 32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5" name="Rechteck 32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6" name="Rechteck 32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7" name="Rechteck 32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91" name="Textfeld 309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089" name="Textfeld 30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989" name="Gruppieren 2988"/>
            <p:cNvGrpSpPr/>
            <p:nvPr/>
          </p:nvGrpSpPr>
          <p:grpSpPr>
            <a:xfrm>
              <a:off x="2907107" y="938807"/>
              <a:ext cx="371759" cy="1652928"/>
              <a:chOff x="1692193" y="1141150"/>
              <a:chExt cx="371759" cy="1652928"/>
            </a:xfrm>
          </p:grpSpPr>
          <p:grpSp>
            <p:nvGrpSpPr>
              <p:cNvPr id="3058" name="Gruppieren 3057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060" name="Gruppieren 30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62" name="Rechteck 30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3" name="Rechteck 30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4" name="Ellipse 30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5" name="Ellipse 30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6" name="Textfeld 30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67" name="Textfeld 30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68" name="Ellipse 30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9" name="Ellipse 30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0" name="Textfeld 30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1" name="Textfeld 30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2" name="Ellipse 30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3" name="Ellipse 30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4" name="Textfeld 30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5" name="Textfeld 307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6" name="Ellipse 30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7" name="Ellipse 30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8" name="Textfeld 30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79" name="Textfeld 30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80" name="Rechteck 30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1" name="Rechteck 30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2" name="Rechteck 30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3" name="Rechteck 30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4" name="Rechteck 30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5" name="Rechteck 30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Rechteck 30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Rechteck 30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61" name="Textfeld 3060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3059" name="Textfeld 30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990" name="Gruppieren 2989"/>
            <p:cNvGrpSpPr/>
            <p:nvPr/>
          </p:nvGrpSpPr>
          <p:grpSpPr>
            <a:xfrm>
              <a:off x="3229943" y="945481"/>
              <a:ext cx="358092" cy="1646254"/>
              <a:chOff x="1692193" y="1147824"/>
              <a:chExt cx="358092" cy="1646254"/>
            </a:xfrm>
          </p:grpSpPr>
          <p:grpSp>
            <p:nvGrpSpPr>
              <p:cNvPr id="3028" name="Gruppieren 302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030" name="Gruppieren 30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32" name="Rechteck 30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33" name="Rechteck 30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Ellipse 30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Ellipse 30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6" name="Textfeld 30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37" name="Textfeld 30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38" name="Ellipse 30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Ellipse 30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0" name="Textfeld 30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41" name="Textfeld 30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42" name="Ellipse 30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3" name="Ellipse 30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4" name="Textfeld 304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45" name="Textfeld 304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46" name="Ellipse 30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7" name="Ellipse 30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8" name="Textfeld 30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49" name="Textfeld 30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50" name="Rechteck 30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1" name="Rechteck 30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2" name="Rechteck 30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3" name="Rechteck 30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4" name="Rechteck 30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5" name="Rechteck 30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6" name="Rechteck 30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7" name="Rechteck 30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31" name="Textfeld 303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3029" name="Textfeld 30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991" name="Gruppieren 2990"/>
            <p:cNvGrpSpPr/>
            <p:nvPr/>
          </p:nvGrpSpPr>
          <p:grpSpPr>
            <a:xfrm>
              <a:off x="3552614" y="945481"/>
              <a:ext cx="358092" cy="1646254"/>
              <a:chOff x="1692193" y="1147824"/>
              <a:chExt cx="358092" cy="1646254"/>
            </a:xfrm>
          </p:grpSpPr>
          <p:grpSp>
            <p:nvGrpSpPr>
              <p:cNvPr id="2998" name="Gruppieren 299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000" name="Gruppieren 299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02" name="Rechteck 30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03" name="Rechteck 30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Ellipse 30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5" name="Ellipse 30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6" name="Textfeld 30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07" name="Textfeld 30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08" name="Ellipse 30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9" name="Ellipse 30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0" name="Textfeld 300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1" name="Textfeld 301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2" name="Ellipse 30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3" name="Ellipse 30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4" name="Textfeld 301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15" name="Textfeld 301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16" name="Ellipse 30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Ellipse 30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Textfeld 30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019" name="Textfeld 30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020" name="Rechteck 30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1" name="Rechteck 30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2" name="Rechteck 30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3" name="Rechteck 30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4" name="Rechteck 30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5" name="Rechteck 30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Rechteck 30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Rechteck 30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01" name="Textfeld 300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999" name="Textfeld 29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2992" name="Gruppieren 2991"/>
            <p:cNvGrpSpPr/>
            <p:nvPr/>
          </p:nvGrpSpPr>
          <p:grpSpPr>
            <a:xfrm>
              <a:off x="3869626" y="953170"/>
              <a:ext cx="346437" cy="1638565"/>
              <a:chOff x="1686699" y="1155513"/>
              <a:chExt cx="346437" cy="1638565"/>
            </a:xfrm>
          </p:grpSpPr>
          <p:grpSp>
            <p:nvGrpSpPr>
              <p:cNvPr id="2994" name="Gruppieren 2993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996" name="Rechteck 2995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997" name="Textfeld 2996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995" name="Textfeld 29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993" name="Textfeld 2992"/>
            <p:cNvSpPr txBox="1"/>
            <p:nvPr/>
          </p:nvSpPr>
          <p:spPr>
            <a:xfrm>
              <a:off x="391231" y="24226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</p:grpSp>
      <p:grpSp>
        <p:nvGrpSpPr>
          <p:cNvPr id="6" name="Gruppieren 5"/>
          <p:cNvGrpSpPr/>
          <p:nvPr/>
        </p:nvGrpSpPr>
        <p:grpSpPr>
          <a:xfrm>
            <a:off x="5600322" y="2852983"/>
            <a:ext cx="2194864" cy="1655156"/>
            <a:chOff x="5600322" y="2852983"/>
            <a:chExt cx="2194864" cy="1655156"/>
          </a:xfrm>
        </p:grpSpPr>
        <p:grpSp>
          <p:nvGrpSpPr>
            <p:cNvPr id="3450" name="Gruppieren 3449"/>
            <p:cNvGrpSpPr/>
            <p:nvPr/>
          </p:nvGrpSpPr>
          <p:grpSpPr>
            <a:xfrm>
              <a:off x="5844088" y="2854124"/>
              <a:ext cx="324950" cy="1652928"/>
              <a:chOff x="1694292" y="1141150"/>
              <a:chExt cx="324950" cy="1652928"/>
            </a:xfrm>
          </p:grpSpPr>
          <p:grpSp>
            <p:nvGrpSpPr>
              <p:cNvPr id="3640" name="Gruppieren 363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642" name="Gruppieren 364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644" name="Rechteck 36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5" name="Rechteck 36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6" name="Ellipse 36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7" name="Ellipse 36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Ellipse 36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9" name="Ellipse 36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0" name="Ellipse 36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1" name="Ellipse 36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2" name="Ellipse 36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3" name="Ellipse 36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4" name="Rechteck 36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5" name="Rechteck 36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6" name="Rechteck 36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7" name="Rechteck 36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8" name="Rechteck 36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9" name="Rechteck 36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0" name="Rechteck 36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1" name="Rechteck 36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43" name="Textfeld 36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641" name="Textfeld 36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451" name="Rechteck 3450"/>
            <p:cNvSpPr/>
            <p:nvPr/>
          </p:nvSpPr>
          <p:spPr>
            <a:xfrm>
              <a:off x="5604704" y="3016825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2" name="Rechteck 3451"/>
            <p:cNvSpPr/>
            <p:nvPr/>
          </p:nvSpPr>
          <p:spPr>
            <a:xfrm>
              <a:off x="5681480" y="3198225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3" name="Rechteck 3452"/>
            <p:cNvSpPr/>
            <p:nvPr/>
          </p:nvSpPr>
          <p:spPr>
            <a:xfrm>
              <a:off x="5638006" y="3240901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4" name="Rechteck 3453"/>
            <p:cNvSpPr/>
            <p:nvPr/>
          </p:nvSpPr>
          <p:spPr>
            <a:xfrm>
              <a:off x="5682150" y="380671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5" name="Rechteck 3454"/>
            <p:cNvSpPr/>
            <p:nvPr/>
          </p:nvSpPr>
          <p:spPr>
            <a:xfrm>
              <a:off x="5638676" y="384939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456" name="Gruppieren 3455"/>
            <p:cNvGrpSpPr/>
            <p:nvPr/>
          </p:nvGrpSpPr>
          <p:grpSpPr>
            <a:xfrm>
              <a:off x="6167578" y="2854124"/>
              <a:ext cx="327049" cy="1652928"/>
              <a:chOff x="1692193" y="1141150"/>
              <a:chExt cx="327049" cy="1652928"/>
            </a:xfrm>
          </p:grpSpPr>
          <p:grpSp>
            <p:nvGrpSpPr>
              <p:cNvPr id="3610" name="Gruppieren 36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12" name="Gruppieren 36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14" name="Rechteck 36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5" name="Rechteck 36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6" name="Ellipse 36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7" name="Ellipse 36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8" name="Textfeld 36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19" name="Textfeld 36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20" name="Ellipse 36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1" name="Ellipse 36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2" name="Textfeld 36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23" name="Textfeld 36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24" name="Ellipse 36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5" name="Ellipse 36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6" name="Textfeld 36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627" name="Textfeld 36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628" name="Ellipse 36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9" name="Ellipse 36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0" name="Textfeld 36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631" name="Textfeld 36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632" name="Rechteck 36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3" name="Rechteck 36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4" name="Rechteck 36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5" name="Rechteck 36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6" name="Rechteck 36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7" name="Rechteck 36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8" name="Rechteck 36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9" name="Rechteck 36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13" name="Textfeld 36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611" name="Textfeld 36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3459" name="Gruppieren 3458"/>
            <p:cNvGrpSpPr/>
            <p:nvPr/>
          </p:nvGrpSpPr>
          <p:grpSpPr>
            <a:xfrm>
              <a:off x="6817000" y="2855211"/>
              <a:ext cx="327049" cy="1652928"/>
              <a:chOff x="1692193" y="1141150"/>
              <a:chExt cx="327049" cy="1652928"/>
            </a:xfrm>
          </p:grpSpPr>
          <p:grpSp>
            <p:nvGrpSpPr>
              <p:cNvPr id="3528" name="Gruppieren 352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30" name="Gruppieren 35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32" name="Rechteck 35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3" name="Rechteck 35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4" name="Ellipse 35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5" name="Ellipse 35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6" name="Textfeld 35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37" name="Textfeld 35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38" name="Ellipse 35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9" name="Ellipse 35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40" name="Textfeld 35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41" name="Textfeld 35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42" name="Ellipse 35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43" name="Ellipse 35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44" name="Textfeld 3543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545" name="Textfeld 3544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546" name="Ellipse 35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7" name="Ellipse 35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8" name="Textfeld 35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549" name="Textfeld 35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550" name="Rechteck 35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1" name="Rechteck 35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2" name="Rechteck 35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3" name="Rechteck 35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4" name="Rechteck 35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5" name="Rechteck 35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6" name="Rechteck 35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7" name="Rechteck 35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31" name="Textfeld 353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529" name="Textfeld 35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3460" name="Gruppieren 3459"/>
            <p:cNvGrpSpPr/>
            <p:nvPr/>
          </p:nvGrpSpPr>
          <p:grpSpPr>
            <a:xfrm>
              <a:off x="7144456" y="2855211"/>
              <a:ext cx="326518" cy="1652928"/>
              <a:chOff x="1692724" y="1141150"/>
              <a:chExt cx="326518" cy="1652928"/>
            </a:xfrm>
          </p:grpSpPr>
          <p:grpSp>
            <p:nvGrpSpPr>
              <p:cNvPr id="3500" name="Gruppieren 3499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3502" name="Gruppieren 350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504" name="Rechteck 35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05" name="Rechteck 35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6" name="Ellipse 35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7" name="Ellipse 35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8" name="Textfeld 35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09" name="Textfeld 35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10" name="Ellipse 35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1" name="Ellipse 35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2" name="Ellipse 35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3" name="Ellipse 35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4" name="Textfeld 351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515" name="Textfeld 351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516" name="Ellipse 35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17" name="Ellipse 35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8" name="Textfeld 35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519" name="Textfeld 35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520" name="Rechteck 35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1" name="Rechteck 35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2" name="Rechteck 35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3" name="Rechteck 35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4" name="Rechteck 35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5" name="Rechteck 35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6" name="Rechteck 35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7" name="Rechteck 35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03" name="Textfeld 35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501" name="Textfeld 35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461" name="Gruppieren 3460"/>
            <p:cNvGrpSpPr/>
            <p:nvPr/>
          </p:nvGrpSpPr>
          <p:grpSpPr>
            <a:xfrm>
              <a:off x="7470236" y="2852983"/>
              <a:ext cx="324950" cy="1655156"/>
              <a:chOff x="1694292" y="1138922"/>
              <a:chExt cx="324950" cy="1655156"/>
            </a:xfrm>
          </p:grpSpPr>
          <p:grpSp>
            <p:nvGrpSpPr>
              <p:cNvPr id="3496" name="Gruppieren 3495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3498" name="Rechteck 349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499" name="Textfeld 3498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497" name="Textfeld 34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463" name="Textfeld 3462"/>
            <p:cNvSpPr txBox="1"/>
            <p:nvPr/>
          </p:nvSpPr>
          <p:spPr>
            <a:xfrm>
              <a:off x="5600322" y="4338898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3464" name="Gruppieren 3463"/>
            <p:cNvGrpSpPr/>
            <p:nvPr/>
          </p:nvGrpSpPr>
          <p:grpSpPr>
            <a:xfrm>
              <a:off x="6492122" y="2854124"/>
              <a:ext cx="327049" cy="1652928"/>
              <a:chOff x="3479230" y="1278375"/>
              <a:chExt cx="327049" cy="1652928"/>
            </a:xfrm>
          </p:grpSpPr>
          <p:grpSp>
            <p:nvGrpSpPr>
              <p:cNvPr id="3465" name="Gruppieren 3464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469" name="Gruppieren 3468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3471" name="Gruppieren 3470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3473" name="Rechteck 347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74" name="Rechteck 347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5" name="Ellipse 347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6" name="Ellipse 347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7" name="Textfeld 3476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3478" name="Ellipse 347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9" name="Ellipse 347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0" name="Textfeld 347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81" name="Textfeld 348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82" name="Ellipse 348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3" name="Ellipse 348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4" name="Textfeld 348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485" name="Textfeld 348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486" name="Ellipse 348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87" name="Ellipse 348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8" name="Rechteck 348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9" name="Rechteck 348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0" name="Rechteck 348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1" name="Rechteck 349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2" name="Rechteck 349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3" name="Rechteck 349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4" name="Rechteck 349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5" name="Rechteck 349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472" name="Textfeld 347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3470" name="Textfeld 346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3466" name="Textfeld 3465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3467" name="Textfeld 3466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3468" name="Textfeld 3467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8393345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16</a:t>
            </a:r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7687" name="Gruppieren 7686"/>
          <p:cNvGrpSpPr/>
          <p:nvPr/>
        </p:nvGrpSpPr>
        <p:grpSpPr>
          <a:xfrm>
            <a:off x="8553878" y="2850732"/>
            <a:ext cx="1551780" cy="1652928"/>
            <a:chOff x="2584649" y="1278375"/>
            <a:chExt cx="1551780" cy="1652928"/>
          </a:xfrm>
        </p:grpSpPr>
        <p:grpSp>
          <p:nvGrpSpPr>
            <p:cNvPr id="7688" name="Gruppieren 7687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68" name="Gruppieren 77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70" name="Gruppieren 77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72" name="Rechteck 77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3" name="Rechteck 77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4" name="Ellipse 77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5" name="Ellipse 77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6" name="Textfeld 77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77" name="Textfeld 77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778" name="Ellipse 7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9" name="Ellipse 7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0" name="Textfeld 777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81" name="Textfeld 77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782" name="Ellipse 77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3" name="Ellipse 77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4" name="Textfeld 77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85" name="Textfeld 77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86" name="Ellipse 77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7" name="Ellipse 77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8" name="Textfeld 77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89" name="Textfeld 77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90" name="Rechteck 77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1" name="Rechteck 77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2" name="Rechteck 77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3" name="Rechteck 77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4" name="Rechteck 77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5" name="Rechteck 77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6" name="Rechteck 77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7" name="Rechteck 77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71" name="Textfeld 77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769" name="Textfeld 77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689" name="Rechteck 768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0" name="Rechteck 768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1" name="Rechteck 769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2" name="Rechteck 769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3" name="Rechteck 769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694" name="Gruppieren 769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38" name="Gruppieren 77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40" name="Gruppieren 77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42" name="Rechteck 77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3" name="Rechteck 77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4" name="Ellipse 77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5" name="Ellipse 77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6" name="Textfeld 77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47" name="Textfeld 77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48" name="Ellipse 7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9" name="Ellipse 7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0" name="Textfeld 77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1" name="Textfeld 77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2" name="Ellipse 77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3" name="Ellipse 77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54" name="Textfeld 77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5" name="Textfeld 775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6" name="Ellipse 77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7" name="Ellipse 77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8" name="Textfeld 77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9" name="Textfeld 77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60" name="Rechteck 77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1" name="Rechteck 77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2" name="Rechteck 77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3" name="Rechteck 77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4" name="Rechteck 77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5" name="Rechteck 77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6" name="Rechteck 77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7" name="Rechteck 77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41" name="Textfeld 77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739" name="Textfeld 77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695" name="Gruppieren 7694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7736" name="Rechteck 7735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37" name="Textfeld 7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696" name="Textfeld 7695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7697" name="Gruppieren 7696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7699" name="Rechteck 769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0" name="Ellipse 769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1" name="Ellipse 770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2" name="Ellipse 770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3" name="Ellipse 770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4" name="Textfeld 770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7705" name="Textfeld 770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06" name="Ellipse 770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7" name="Ellipse 770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8" name="Ellipse 770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9" name="Ellipse 770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0" name="Ellipse 770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1" name="Ellipse 771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2" name="Ellipse 771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3" name="Ellipse 771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4" name="Ellipse 771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5" name="Ellipse 771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6" name="Ellipse 771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7" name="Ellipse 771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718" name="Gruppieren 771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719" name="Rechteck 771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0" name="Rechteck 771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1" name="Rechteck 772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2" name="Rechteck 772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23" name="Rechteck 772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4" name="Rechteck 772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5" name="Rechteck 772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6" name="Rechteck 772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7" name="Rechteck 772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8" name="Rechteck 772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9" name="Rechteck 772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0" name="Rechteck 772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1" name="Rechteck 773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2" name="Rechteck 773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3" name="Rechteck 773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4" name="Rechteck 773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5" name="Rechteck 773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7698" name="Textfeld 7697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  <p:grpSp>
        <p:nvGrpSpPr>
          <p:cNvPr id="3" name="Gruppieren 2"/>
          <p:cNvGrpSpPr/>
          <p:nvPr/>
        </p:nvGrpSpPr>
        <p:grpSpPr>
          <a:xfrm>
            <a:off x="10244840" y="2835616"/>
            <a:ext cx="1866389" cy="1654004"/>
            <a:chOff x="10244840" y="2835616"/>
            <a:chExt cx="1866389" cy="1654004"/>
          </a:xfrm>
        </p:grpSpPr>
        <p:grpSp>
          <p:nvGrpSpPr>
            <p:cNvPr id="7799" name="Gruppieren 7798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966" name="Gruppieren 79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968" name="Gruppieren 79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970" name="Rechteck 7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1" name="Rechteck 7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2" name="Ellipse 7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3" name="Ellipse 7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4" name="Ellipse 7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5" name="Ellipse 7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6" name="Ellipse 7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7" name="Ellipse 7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8" name="Ellipse 7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9" name="Ellipse 7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0" name="Rechteck 7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1" name="Rechteck 7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2" name="Rechteck 7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3" name="Rechteck 7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4" name="Rechteck 7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5" name="Rechteck 7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6" name="Rechteck 7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7" name="Rechteck 7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69" name="Textfeld 79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967" name="Textfeld 7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800" name="Rechteck 7799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1" name="Rechteck 7800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2" name="Rechteck 7801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3" name="Rechteck 7802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4" name="Rechteck 7803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805" name="Gruppieren 7804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936" name="Gruppieren 79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38" name="Gruppieren 79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40" name="Rechteck 79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1" name="Rechteck 79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2" name="Ellipse 79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3" name="Ellipse 79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4" name="Textfeld 79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45" name="Textfeld 79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6" name="Ellipse 79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7" name="Ellipse 79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8" name="Textfeld 79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49" name="Textfeld 79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0" name="Ellipse 7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1" name="Ellipse 7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2" name="Textfeld 7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3" name="Textfeld 7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4" name="Ellipse 7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5" name="Ellipse 7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6" name="Textfeld 7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57" name="Textfeld 7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58" name="Rechteck 7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9" name="Rechteck 7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0" name="Rechteck 7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1" name="Rechteck 7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2" name="Rechteck 7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3" name="Rechteck 7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4" name="Rechteck 7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5" name="Rechteck 7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39" name="Textfeld 79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937" name="Textfeld 79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8" name="Gruppieren 7807"/>
            <p:cNvGrpSpPr/>
            <p:nvPr/>
          </p:nvGrpSpPr>
          <p:grpSpPr>
            <a:xfrm>
              <a:off x="11134856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854" name="Gruppieren 7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56" name="Gruppieren 7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58" name="Rechteck 7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9" name="Rechteck 7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0" name="Ellipse 7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1" name="Ellipse 7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2" name="Textfeld 7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63" name="Textfeld 7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64" name="Ellipse 7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5" name="Ellipse 7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6" name="Textfeld 7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7" name="Textfeld 7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8" name="Ellipse 7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9" name="Ellipse 7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70" name="Textfeld 7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1" name="Textfeld 7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2" name="Ellipse 7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3" name="Ellipse 7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4" name="Textfeld 7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5" name="Textfeld 7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76" name="Rechteck 7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7" name="Rechteck 7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8" name="Rechteck 7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9" name="Rechteck 7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0" name="Rechteck 7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1" name="Rechteck 7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2" name="Rechteck 7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3" name="Rechteck 7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57" name="Textfeld 7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5" name="Textfeld 7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10" name="Gruppieren 7809"/>
            <p:cNvGrpSpPr/>
            <p:nvPr/>
          </p:nvGrpSpPr>
          <p:grpSpPr>
            <a:xfrm>
              <a:off x="11786279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850" name="Gruppieren 78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7852" name="Rechteck 78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53" name="Textfeld 78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851" name="Textfeld 78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11" name="Textfeld 7810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  <p:grpSp>
          <p:nvGrpSpPr>
            <p:cNvPr id="7812" name="Gruppieren 7811"/>
            <p:cNvGrpSpPr/>
            <p:nvPr/>
          </p:nvGrpSpPr>
          <p:grpSpPr>
            <a:xfrm>
              <a:off x="11461725" y="2886883"/>
              <a:ext cx="324950" cy="1602737"/>
              <a:chOff x="2526020" y="269422"/>
              <a:chExt cx="324950" cy="1602737"/>
            </a:xfrm>
          </p:grpSpPr>
          <p:sp>
            <p:nvSpPr>
              <p:cNvPr id="7813" name="Rechteck 7812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4" name="Ellipse 7813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5" name="Ellipse 7814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6" name="Ellipse 7815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7" name="Ellipse 7816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8" name="Textfeld 7817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19" name="Textfeld 7818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20" name="Ellipse 7819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1" name="Ellipse 7820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2" name="Ellipse 7821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3" name="Ellipse 7822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4" name="Ellipse 7823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5" name="Ellipse 7824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6" name="Ellipse 7825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7" name="Ellipse 7826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8" name="Ellipse 7827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9" name="Ellipse 7828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0" name="Ellipse 7829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1" name="Ellipse 7830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832" name="Gruppieren 7831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833" name="Rechteck 7832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4" name="Rechteck 7833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5" name="Rechteck 7834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6" name="Rechteck 7835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37" name="Rechteck 7836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8" name="Rechteck 7837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9" name="Rechteck 7838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0" name="Rechteck 7839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1" name="Rechteck 7840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2" name="Rechteck 7841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3" name="Rechteck 7842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4" name="Rechteck 7843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5" name="Rechteck 7844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6" name="Rechteck 7845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7" name="Rechteck 7846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8" name="Rechteck 7847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9" name="Rechteck 7848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5" name="Gruppieren 4"/>
          <p:cNvGrpSpPr/>
          <p:nvPr/>
        </p:nvGrpSpPr>
        <p:grpSpPr>
          <a:xfrm>
            <a:off x="3761062" y="4876820"/>
            <a:ext cx="2230445" cy="1654493"/>
            <a:chOff x="3761062" y="4876820"/>
            <a:chExt cx="2230445" cy="1654493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4005463" y="4876820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3766079" y="503952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3842855" y="522092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3799381" y="526359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3843525" y="582941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3800051" y="587208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4320402" y="4876820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968611" y="4878385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5296067" y="4878385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621847" y="4878385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247" name="Gruppieren 8246"/>
            <p:cNvGrpSpPr/>
            <p:nvPr/>
          </p:nvGrpSpPr>
          <p:grpSpPr>
            <a:xfrm>
              <a:off x="4644982" y="4878092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3761062" y="636159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4674472" y="549991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4797592" y="550029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4677671" y="618833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4800791" y="618871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6" name="Gruppieren 5"/>
          <p:cNvGrpSpPr/>
          <p:nvPr/>
        </p:nvGrpSpPr>
        <p:grpSpPr>
          <a:xfrm>
            <a:off x="6758410" y="4867199"/>
            <a:ext cx="2232646" cy="1654831"/>
            <a:chOff x="6758410" y="4867199"/>
            <a:chExt cx="2232646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7002811" y="4869102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6763427" y="503180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6840203" y="521320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6796729" y="525587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6840873" y="582169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6797399" y="586437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7317750" y="4869102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7968160" y="486788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8295616" y="486788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8621396" y="486788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459" name="Gruppieren 8458"/>
            <p:cNvGrpSpPr/>
            <p:nvPr/>
          </p:nvGrpSpPr>
          <p:grpSpPr>
            <a:xfrm>
              <a:off x="7642330" y="4867199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6758410" y="635387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7671820" y="549220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7794940" y="549257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7675019" y="618061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7798139" y="618099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7" name="Gruppieren 6"/>
          <p:cNvGrpSpPr/>
          <p:nvPr/>
        </p:nvGrpSpPr>
        <p:grpSpPr>
          <a:xfrm>
            <a:off x="391231" y="4873212"/>
            <a:ext cx="1866985" cy="1656756"/>
            <a:chOff x="391231" y="4873212"/>
            <a:chExt cx="1866985" cy="1656756"/>
          </a:xfrm>
        </p:grpSpPr>
        <p:grpSp>
          <p:nvGrpSpPr>
            <p:cNvPr id="2203" name="Gruppieren 2202"/>
            <p:cNvGrpSpPr/>
            <p:nvPr/>
          </p:nvGrpSpPr>
          <p:grpSpPr>
            <a:xfrm>
              <a:off x="635039" y="4873212"/>
              <a:ext cx="324950" cy="1652928"/>
              <a:chOff x="1694292" y="1141150"/>
              <a:chExt cx="324950" cy="1652928"/>
            </a:xfrm>
          </p:grpSpPr>
          <p:grpSp>
            <p:nvGrpSpPr>
              <p:cNvPr id="2425" name="Gruppieren 242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427" name="Gruppieren 242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429" name="Rechteck 242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30" name="Rechteck 242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1" name="Ellipse 243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32" name="Ellipse 243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3" name="Ellipse 24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4" name="Ellipse 24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5" name="Ellipse 24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6" name="Ellipse 24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7" name="Ellipse 24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8" name="Ellipse 24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9" name="Rechteck 243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0" name="Rechteck 243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1" name="Rechteck 244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2" name="Rechteck 244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3" name="Rechteck 244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4" name="Rechteck 244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5" name="Rechteck 24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6" name="Rechteck 24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28" name="Textfeld 242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426" name="Textfeld 24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204" name="Rechteck 2203"/>
            <p:cNvSpPr/>
            <p:nvPr/>
          </p:nvSpPr>
          <p:spPr>
            <a:xfrm>
              <a:off x="395655" y="503591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5" name="Rechteck 2204"/>
            <p:cNvSpPr/>
            <p:nvPr/>
          </p:nvSpPr>
          <p:spPr>
            <a:xfrm>
              <a:off x="472431" y="521731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6" name="Rechteck 2205"/>
            <p:cNvSpPr/>
            <p:nvPr/>
          </p:nvSpPr>
          <p:spPr>
            <a:xfrm>
              <a:off x="428957" y="525998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7" name="Rechteck 2206"/>
            <p:cNvSpPr/>
            <p:nvPr/>
          </p:nvSpPr>
          <p:spPr>
            <a:xfrm>
              <a:off x="473101" y="582580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8" name="Rechteck 2207"/>
            <p:cNvSpPr/>
            <p:nvPr/>
          </p:nvSpPr>
          <p:spPr>
            <a:xfrm>
              <a:off x="429627" y="586848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209" name="Gruppieren 2208"/>
            <p:cNvGrpSpPr/>
            <p:nvPr/>
          </p:nvGrpSpPr>
          <p:grpSpPr>
            <a:xfrm>
              <a:off x="958529" y="4873212"/>
              <a:ext cx="327049" cy="1652928"/>
              <a:chOff x="1692193" y="1141150"/>
              <a:chExt cx="327049" cy="1652928"/>
            </a:xfrm>
          </p:grpSpPr>
          <p:grpSp>
            <p:nvGrpSpPr>
              <p:cNvPr id="2395" name="Gruppieren 239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97" name="Gruppieren 239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99" name="Rechteck 23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0" name="Rechteck 23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1" name="Ellipse 24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2" name="Ellipse 24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3" name="Textfeld 24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04" name="Textfeld 24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05" name="Ellipse 24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6" name="Ellipse 24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7" name="Textfeld 240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08" name="Textfeld 240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09" name="Ellipse 240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0" name="Ellipse 240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1" name="Textfeld 241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412" name="Textfeld 241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413" name="Ellipse 241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4" name="Ellipse 241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5" name="Textfeld 241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416" name="Textfeld 241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417" name="Rechteck 241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8" name="Rechteck 241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9" name="Rechteck 241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0" name="Rechteck 241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1" name="Rechteck 242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2" name="Rechteck 242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3" name="Rechteck 242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4" name="Rechteck 242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98" name="Textfeld 23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396" name="Textfeld 23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211" name="Gruppieren 2210"/>
            <p:cNvGrpSpPr/>
            <p:nvPr/>
          </p:nvGrpSpPr>
          <p:grpSpPr>
            <a:xfrm>
              <a:off x="1283861" y="4875030"/>
              <a:ext cx="327049" cy="1652928"/>
              <a:chOff x="1692193" y="1141150"/>
              <a:chExt cx="327049" cy="1652928"/>
            </a:xfrm>
          </p:grpSpPr>
          <p:grpSp>
            <p:nvGrpSpPr>
              <p:cNvPr id="2335" name="Gruppieren 23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37" name="Gruppieren 23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39" name="Rechteck 23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40" name="Rechteck 23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1" name="Ellipse 23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2" name="Ellipse 23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3" name="Textfeld 23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44" name="Textfeld 23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45" name="Ellipse 23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6" name="Ellipse 23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7" name="Textfeld 23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48" name="Textfeld 23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9" name="Ellipse 23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0" name="Ellipse 23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1" name="Textfeld 23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352" name="Textfeld 23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353" name="Ellipse 2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4" name="Ellipse 2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5" name="Textfeld 23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356" name="Textfeld 23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357" name="Rechteck 23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8" name="Rechteck 23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9" name="Rechteck 23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0" name="Rechteck 23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1" name="Rechteck 23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2" name="Rechteck 23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3" name="Rechteck 23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4" name="Rechteck 23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38" name="Textfeld 23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336" name="Textfeld 23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2214" name="Gruppieren 2213"/>
            <p:cNvGrpSpPr/>
            <p:nvPr/>
          </p:nvGrpSpPr>
          <p:grpSpPr>
            <a:xfrm>
              <a:off x="1607540" y="4875740"/>
              <a:ext cx="327049" cy="1652928"/>
              <a:chOff x="1692193" y="1141150"/>
              <a:chExt cx="327049" cy="1652928"/>
            </a:xfrm>
          </p:grpSpPr>
          <p:grpSp>
            <p:nvGrpSpPr>
              <p:cNvPr id="2253" name="Gruppieren 225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255" name="Gruppieren 225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57" name="Rechteck 2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58" name="Rechteck 2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9" name="Ellipse 2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0" name="Ellipse 2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1" name="Textfeld 226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62" name="Textfeld 226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63" name="Ellipse 22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4" name="Ellipse 22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5" name="Textfeld 22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66" name="Textfeld 22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67" name="Ellipse 22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8" name="Ellipse 22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9" name="Textfeld 22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270" name="Textfeld 22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271" name="Ellipse 22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72" name="Ellipse 22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3" name="Textfeld 22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274" name="Textfeld 22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275" name="Rechteck 22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6" name="Rechteck 22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7" name="Rechteck 22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8" name="Rechteck 22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9" name="Rechteck 22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0" name="Rechteck 22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1" name="Rechteck 22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2" name="Rechteck 22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56" name="Textfeld 2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254" name="Textfeld 2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217" name="Gruppieren 2216"/>
            <p:cNvGrpSpPr/>
            <p:nvPr/>
          </p:nvGrpSpPr>
          <p:grpSpPr>
            <a:xfrm>
              <a:off x="1933266" y="4877040"/>
              <a:ext cx="324950" cy="1652928"/>
              <a:chOff x="1694292" y="1141150"/>
              <a:chExt cx="324950" cy="1652928"/>
            </a:xfrm>
          </p:grpSpPr>
          <p:grpSp>
            <p:nvGrpSpPr>
              <p:cNvPr id="2219" name="Gruppieren 221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221" name="Rechteck 222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222" name="Textfeld 222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220" name="Textfeld 22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218" name="Textfeld 2217"/>
            <p:cNvSpPr txBox="1"/>
            <p:nvPr/>
          </p:nvSpPr>
          <p:spPr>
            <a:xfrm>
              <a:off x="391231" y="635625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</p:grpSp>
      <p:grpSp>
        <p:nvGrpSpPr>
          <p:cNvPr id="2447" name="Gruppieren 2446"/>
          <p:cNvGrpSpPr/>
          <p:nvPr/>
        </p:nvGrpSpPr>
        <p:grpSpPr>
          <a:xfrm>
            <a:off x="391231" y="938772"/>
            <a:ext cx="3824832" cy="1652963"/>
            <a:chOff x="391231" y="938772"/>
            <a:chExt cx="3824832" cy="1652963"/>
          </a:xfrm>
        </p:grpSpPr>
        <p:grpSp>
          <p:nvGrpSpPr>
            <p:cNvPr id="2448" name="Gruppieren 2447"/>
            <p:cNvGrpSpPr/>
            <p:nvPr/>
          </p:nvGrpSpPr>
          <p:grpSpPr>
            <a:xfrm>
              <a:off x="636022" y="938772"/>
              <a:ext cx="324950" cy="1652928"/>
              <a:chOff x="1694292" y="1141150"/>
              <a:chExt cx="324950" cy="1652928"/>
            </a:xfrm>
          </p:grpSpPr>
          <p:grpSp>
            <p:nvGrpSpPr>
              <p:cNvPr id="2738" name="Gruppieren 273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740" name="Gruppieren 273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742" name="Rechteck 27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3" name="Rechteck 27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4" name="Ellipse 27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5" name="Ellipse 27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6" name="Ellipse 27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7" name="Ellipse 27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8" name="Ellipse 27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9" name="Ellipse 27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0" name="Ellipse 27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1" name="Ellipse 27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2" name="Rechteck 27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3" name="Rechteck 27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4" name="Rechteck 27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5" name="Rechteck 27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6" name="Rechteck 27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7" name="Rechteck 27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8" name="Rechteck 27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Rechteck 27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41" name="Textfeld 27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739" name="Textfeld 27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2449" name="Rechteck 2448"/>
            <p:cNvSpPr/>
            <p:nvPr/>
          </p:nvSpPr>
          <p:spPr>
            <a:xfrm>
              <a:off x="396638" y="11014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0" name="Rechteck 2449"/>
            <p:cNvSpPr/>
            <p:nvPr/>
          </p:nvSpPr>
          <p:spPr>
            <a:xfrm>
              <a:off x="473414" y="12828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1" name="Rechteck 2450"/>
            <p:cNvSpPr/>
            <p:nvPr/>
          </p:nvSpPr>
          <p:spPr>
            <a:xfrm>
              <a:off x="429940" y="13255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2" name="Rechteck 2451"/>
            <p:cNvSpPr/>
            <p:nvPr/>
          </p:nvSpPr>
          <p:spPr>
            <a:xfrm>
              <a:off x="474084" y="18913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3" name="Rechteck 2452"/>
            <p:cNvSpPr/>
            <p:nvPr/>
          </p:nvSpPr>
          <p:spPr>
            <a:xfrm>
              <a:off x="430610" y="19340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454" name="Gruppieren 2453"/>
            <p:cNvGrpSpPr/>
            <p:nvPr/>
          </p:nvGrpSpPr>
          <p:grpSpPr>
            <a:xfrm>
              <a:off x="95951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2709" name="Gruppieren 27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11" name="Gruppieren 27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13" name="Rechteck 27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4" name="Rechteck 27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5" name="Ellipse 27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6" name="Ellipse 27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7" name="Textfeld 27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18" name="Ellipse 27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9" name="Ellipse 27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0" name="Textfeld 27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21" name="Textfeld 27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22" name="Ellipse 27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3" name="Ellipse 27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4" name="Textfeld 27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25" name="Textfeld 27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26" name="Ellipse 27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7" name="Ellipse 27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8" name="Textfeld 27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29" name="Textfeld 27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30" name="Rechteck 27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1" name="Rechteck 27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2" name="Rechteck 27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Rechteck 27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Rechteck 27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6" name="Rechteck 27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Rechteck 27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12" name="Textfeld 27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710" name="Textfeld 27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455" name="Gruppieren 2454"/>
            <p:cNvGrpSpPr/>
            <p:nvPr/>
          </p:nvGrpSpPr>
          <p:grpSpPr>
            <a:xfrm>
              <a:off x="1286437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2679" name="Gruppieren 26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81" name="Gruppieren 26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83" name="Rechteck 26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84" name="Rechteck 26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5" name="Ellipse 26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6" name="Ellipse 26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7" name="Textfeld 26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88" name="Textfeld 26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89" name="Ellipse 26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0" name="Ellipse 26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1" name="Textfeld 26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92" name="Textfeld 26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93" name="Ellipse 26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4" name="Ellipse 26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5" name="Textfeld 269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96" name="Textfeld 26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97" name="Ellipse 26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98" name="Ellipse 26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9" name="Textfeld 26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00" name="Textfeld 26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01" name="Rechteck 27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2" name="Rechteck 27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3" name="Rechteck 27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4" name="Rechteck 27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5" name="Rechteck 27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6" name="Rechteck 27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7" name="Rechteck 27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8" name="Rechteck 27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82" name="Textfeld 26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680" name="Textfeld 26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456" name="Gruppieren 2455"/>
            <p:cNvGrpSpPr/>
            <p:nvPr/>
          </p:nvGrpSpPr>
          <p:grpSpPr>
            <a:xfrm>
              <a:off x="1610416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2649" name="Gruppieren 26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51" name="Gruppieren 26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53" name="Rechteck 26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54" name="Rechteck 26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Ellipse 26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Ellipse 26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Textfeld 26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58" name="Textfeld 26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59" name="Ellipse 26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0" name="Ellipse 26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1" name="Textfeld 26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62" name="Textfeld 26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63" name="Ellipse 26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4" name="Ellipse 26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5" name="Textfeld 26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66" name="Textfeld 26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67" name="Ellipse 26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8" name="Ellipse 26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9" name="Textfeld 26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70" name="Textfeld 26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71" name="Rechteck 26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2" name="Rechteck 26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3" name="Rechteck 26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4" name="Rechteck 26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5" name="Rechteck 26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6" name="Rechteck 26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7" name="Rechteck 26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8" name="Rechteck 26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52" name="Textfeld 26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650" name="Textfeld 26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457" name="Gruppieren 2456"/>
            <p:cNvGrpSpPr/>
            <p:nvPr/>
          </p:nvGrpSpPr>
          <p:grpSpPr>
            <a:xfrm>
              <a:off x="1934395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2619" name="Gruppieren 261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21" name="Gruppieren 26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23" name="Rechteck 26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24" name="Rechteck 26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5" name="Ellipse 26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6" name="Ellipse 26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7" name="Textfeld 26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28" name="Textfeld 26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29" name="Ellipse 26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0" name="Ellipse 26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1" name="Textfeld 26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32" name="Textfeld 26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33" name="Ellipse 26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4" name="Ellipse 26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Textfeld 26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36" name="Textfeld 26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37" name="Ellipse 26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8" name="Ellipse 26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9" name="Textfeld 26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40" name="Textfeld 26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41" name="Rechteck 26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2" name="Rechteck 26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3" name="Rechteck 26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4" name="Rechteck 26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5" name="Rechteck 26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6" name="Rechteck 26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7" name="Rechteck 26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8" name="Rechteck 26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22" name="Textfeld 262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620" name="Textfeld 26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458" name="Gruppieren 2457"/>
            <p:cNvGrpSpPr/>
            <p:nvPr/>
          </p:nvGrpSpPr>
          <p:grpSpPr>
            <a:xfrm>
              <a:off x="2259149" y="938807"/>
              <a:ext cx="327049" cy="1652928"/>
              <a:chOff x="1692193" y="1141150"/>
              <a:chExt cx="327049" cy="1652928"/>
            </a:xfrm>
          </p:grpSpPr>
          <p:grpSp>
            <p:nvGrpSpPr>
              <p:cNvPr id="2589" name="Gruppieren 258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91" name="Gruppieren 25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93" name="Rechteck 25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94" name="Rechteck 25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5" name="Ellipse 25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Textfeld 25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9" name="Ellipse 25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0" name="Ellipse 25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Textfeld 26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02" name="Textfeld 26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03" name="Ellipse 26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Ellipse 26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Textfeld 26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06" name="Textfeld 26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07" name="Ellipse 26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08" name="Ellipse 26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9" name="Textfeld 26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10" name="Textfeld 26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11" name="Rechteck 26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2" name="Rechteck 26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3" name="Rechteck 26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4" name="Rechteck 26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5" name="Rechteck 26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6" name="Rechteck 26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7" name="Rechteck 26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8" name="Rechteck 26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92" name="Textfeld 259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590" name="Textfeld 25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459" name="Gruppieren 2458"/>
            <p:cNvGrpSpPr/>
            <p:nvPr/>
          </p:nvGrpSpPr>
          <p:grpSpPr>
            <a:xfrm>
              <a:off x="2583128" y="938807"/>
              <a:ext cx="327049" cy="1652928"/>
              <a:chOff x="1692193" y="1141150"/>
              <a:chExt cx="327049" cy="1652928"/>
            </a:xfrm>
          </p:grpSpPr>
          <p:grpSp>
            <p:nvGrpSpPr>
              <p:cNvPr id="2559" name="Gruppieren 255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61" name="Gruppieren 256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63" name="Rechteck 25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64" name="Rechteck 25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5" name="Ellipse 25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6" name="Ellipse 25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7" name="Textfeld 256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68" name="Textfeld 256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69" name="Ellipse 25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0" name="Ellipse 25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1" name="Textfeld 257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572" name="Textfeld 257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573" name="Ellipse 257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4" name="Ellipse 257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5" name="Textfeld 257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576" name="Textfeld 257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577" name="Ellipse 25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8" name="Ellipse 25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9" name="Textfeld 257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80" name="Textfeld 257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81" name="Rechteck 258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2" name="Rechteck 258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3" name="Rechteck 258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4" name="Rechteck 258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5" name="Rechteck 258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6" name="Rechteck 258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7" name="Rechteck 258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8" name="Rechteck 258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62" name="Textfeld 256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560" name="Textfeld 25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460" name="Gruppieren 2459"/>
            <p:cNvGrpSpPr/>
            <p:nvPr/>
          </p:nvGrpSpPr>
          <p:grpSpPr>
            <a:xfrm>
              <a:off x="2907107" y="938807"/>
              <a:ext cx="371759" cy="1652928"/>
              <a:chOff x="1692193" y="1141150"/>
              <a:chExt cx="371759" cy="1652928"/>
            </a:xfrm>
          </p:grpSpPr>
          <p:grpSp>
            <p:nvGrpSpPr>
              <p:cNvPr id="2529" name="Gruppieren 252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531" name="Gruppieren 25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33" name="Rechteck 25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4" name="Rechteck 25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5" name="Ellipse 25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6" name="Ellipse 25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7" name="Textfeld 25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8" name="Textfeld 25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9" name="Ellipse 25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0" name="Ellipse 25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1" name="Textfeld 25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542" name="Textfeld 25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543" name="Ellipse 25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4" name="Ellipse 25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Textfeld 25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546" name="Textfeld 25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547" name="Ellipse 25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8" name="Ellipse 25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Textfeld 25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50" name="Textfeld 25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51" name="Rechteck 25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2" name="Rechteck 25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3" name="Rechteck 25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4" name="Rechteck 25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5" name="Rechteck 25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6" name="Rechteck 25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7" name="Rechteck 25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8" name="Rechteck 25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32" name="Textfeld 253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530" name="Textfeld 25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461" name="Gruppieren 2460"/>
            <p:cNvGrpSpPr/>
            <p:nvPr/>
          </p:nvGrpSpPr>
          <p:grpSpPr>
            <a:xfrm>
              <a:off x="3229943" y="945481"/>
              <a:ext cx="358092" cy="1646254"/>
              <a:chOff x="1692193" y="1147824"/>
              <a:chExt cx="358092" cy="1646254"/>
            </a:xfrm>
          </p:grpSpPr>
          <p:grpSp>
            <p:nvGrpSpPr>
              <p:cNvPr id="2499" name="Gruppieren 249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501" name="Gruppieren 25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03" name="Rechteck 25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4" name="Rechteck 25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5" name="Ellipse 25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Ellipse 25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7" name="Textfeld 25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08" name="Textfeld 25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09" name="Ellipse 25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1" name="Textfeld 25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12" name="Textfeld 25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13" name="Ellipse 25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4" name="Ellipse 25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5" name="Textfeld 25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16" name="Textfeld 25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17" name="Ellipse 25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8" name="Ellipse 25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Textfeld 25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20" name="Textfeld 25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21" name="Rechteck 25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2" name="Rechteck 25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3" name="Rechteck 25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4" name="Rechteck 25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5" name="Rechteck 25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6" name="Rechteck 25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7" name="Rechteck 25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8" name="Rechteck 25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02" name="Textfeld 250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500" name="Textfeld 24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462" name="Gruppieren 2461"/>
            <p:cNvGrpSpPr/>
            <p:nvPr/>
          </p:nvGrpSpPr>
          <p:grpSpPr>
            <a:xfrm>
              <a:off x="3552614" y="945481"/>
              <a:ext cx="358092" cy="1646254"/>
              <a:chOff x="1692193" y="1147824"/>
              <a:chExt cx="358092" cy="1646254"/>
            </a:xfrm>
          </p:grpSpPr>
          <p:grpSp>
            <p:nvGrpSpPr>
              <p:cNvPr id="2469" name="Gruppieren 246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471" name="Gruppieren 24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73" name="Rechteck 24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74" name="Rechteck 24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5" name="Ellipse 24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6" name="Ellipse 24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7" name="Textfeld 24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78" name="Textfeld 24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79" name="Ellipse 24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0" name="Ellipse 24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1" name="Textfeld 24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82" name="Textfeld 24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83" name="Ellipse 24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4" name="Ellipse 24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5" name="Textfeld 24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86" name="Textfeld 24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87" name="Ellipse 24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8" name="Ellipse 24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9" name="Textfeld 24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490" name="Textfeld 24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491" name="Rechteck 24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2" name="Rechteck 24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3" name="Rechteck 24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4" name="Rechteck 24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5" name="Rechteck 24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6" name="Rechteck 24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7" name="Rechteck 24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8" name="Rechteck 24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72" name="Textfeld 247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470" name="Textfeld 24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2463" name="Gruppieren 2462"/>
            <p:cNvGrpSpPr/>
            <p:nvPr/>
          </p:nvGrpSpPr>
          <p:grpSpPr>
            <a:xfrm>
              <a:off x="3869626" y="953170"/>
              <a:ext cx="346437" cy="1638565"/>
              <a:chOff x="1686699" y="1155513"/>
              <a:chExt cx="346437" cy="1638565"/>
            </a:xfrm>
          </p:grpSpPr>
          <p:grpSp>
            <p:nvGrpSpPr>
              <p:cNvPr id="2465" name="Gruppieren 2464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467" name="Rechteck 2466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468" name="Textfeld 2467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466" name="Textfeld 2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464" name="Textfeld 2463"/>
            <p:cNvSpPr txBox="1"/>
            <p:nvPr/>
          </p:nvSpPr>
          <p:spPr>
            <a:xfrm>
              <a:off x="391231" y="24226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</p:grpSp>
      <p:grpSp>
        <p:nvGrpSpPr>
          <p:cNvPr id="2760" name="Gruppieren 2759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2761" name="Gruppieren 2760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3359" name="Gruppieren 335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61" name="Gruppieren 336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63" name="Rechteck 33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4" name="Rechteck 33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5" name="Ellipse 33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6" name="Ellipse 33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Ellipse 33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Ellipse 33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Ellipse 336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0" name="Ellipse 336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1" name="Ellipse 33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Ellipse 33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3" name="Rechteck 33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4" name="Rechteck 33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5" name="Rechteck 33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6" name="Rechteck 33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7" name="Rechteck 33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8" name="Rechteck 33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9" name="Rechteck 33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0" name="Rechteck 33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62" name="Textfeld 336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60" name="Textfeld 33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762" name="Rechteck 2761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3" name="Rechteck 2762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4" name="Rechteck 2763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5" name="Rechteck 2764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6" name="Rechteck 2765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767" name="Gruppieren 2766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329" name="Gruppieren 332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31" name="Gruppieren 33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33" name="Rechteck 3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4" name="Rechteck 3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5" name="Ellipse 3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6" name="Ellipse 3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Textfeld 33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38" name="Textfeld 33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39" name="Ellipse 33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0" name="Ellipse 33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1" name="Textfeld 33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2" name="Textfeld 33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3" name="Ellipse 33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4" name="Ellipse 33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5" name="Textfeld 33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6" name="Textfeld 33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7" name="Ellipse 33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8" name="Ellipse 33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9" name="Textfeld 33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50" name="Textfeld 33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51" name="Rechteck 33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2" name="Rechteck 33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3" name="Rechteck 33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Rechteck 33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Rechteck 33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6" name="Rechteck 33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7" name="Rechteck 33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8" name="Rechteck 33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32" name="Textfeld 3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330" name="Textfeld 3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68" name="Gruppieren 2767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299" name="Gruppieren 3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01" name="Gruppieren 3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03" name="Rechteck 3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4" name="Rechteck 3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5" name="Ellipse 3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6" name="Ellipse 3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7" name="Textfeld 3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08" name="Textfeld 3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09" name="Ellipse 3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0" name="Ellipse 3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1" name="Textfeld 3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2" name="Textfeld 3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3" name="Ellipse 3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4" name="Ellipse 3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5" name="Textfeld 3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6" name="Textfeld 3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7" name="Ellipse 3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8" name="Ellipse 3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9" name="Textfeld 3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20" name="Textfeld 3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21" name="Rechteck 3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2" name="Rechteck 3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3" name="Rechteck 3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Rechteck 3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Rechteck 3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6" name="Rechteck 3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7" name="Rechteck 3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8" name="Rechteck 3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02" name="Textfeld 3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300" name="Textfeld 3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69" name="Gruppieren 2768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109" name="Gruppieren 31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11" name="Gruppieren 31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73" name="Rechteck 3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4" name="Rechteck 3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5" name="Ellipse 3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6" name="Ellipse 3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7" name="Textfeld 3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8" name="Textfeld 3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79" name="Ellipse 3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0" name="Ellipse 3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1" name="Textfeld 3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2" name="Textfeld 3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3" name="Ellipse 3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4" name="Ellipse 3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5" name="Textfeld 3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6" name="Textfeld 3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7" name="Ellipse 3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Ellipse 3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9" name="Textfeld 3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90" name="Textfeld 3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91" name="Rechteck 3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Rechteck 3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Rechteck 3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Rechteck 3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Rechteck 3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Rechteck 3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12" name="Textfeld 31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110" name="Textfeld 31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0" name="Gruppieren 2769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079" name="Gruppieren 30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81" name="Gruppieren 30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83" name="Rechteck 30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84" name="Rechteck 30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5" name="Ellipse 30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Ellipse 30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Textfeld 30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88" name="Textfeld 30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89" name="Ellipse 30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0" name="Ellipse 30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1" name="Textfeld 30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2" name="Textfeld 30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3" name="Ellipse 30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4" name="Ellipse 30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5" name="Textfeld 309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6" name="Textfeld 30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7" name="Ellipse 30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8" name="Ellipse 30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9" name="Textfeld 30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00" name="Textfeld 30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01" name="Rechteck 31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2" name="Rechteck 31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3" name="Rechteck 31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4" name="Rechteck 31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5" name="Rechteck 31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6" name="Rechteck 31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7" name="Rechteck 31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8" name="Rechteck 31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82" name="Textfeld 30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080" name="Textfeld 30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1" name="Gruppieren 2770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049" name="Gruppieren 30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51" name="Gruppieren 30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53" name="Rechteck 30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54" name="Rechteck 30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5" name="Ellipse 30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6" name="Ellipse 30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7" name="Textfeld 30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58" name="Textfeld 30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59" name="Ellipse 30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0" name="Ellipse 30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1" name="Textfeld 30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2" name="Textfeld 30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3" name="Ellipse 30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4" name="Ellipse 30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5" name="Textfeld 306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6" name="Textfeld 30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7" name="Ellipse 30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8" name="Ellipse 30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9" name="Textfeld 30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70" name="Textfeld 30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71" name="Rechteck 30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2" name="Rechteck 30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3" name="Rechteck 30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4" name="Rechteck 30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5" name="Rechteck 30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6" name="Rechteck 30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7" name="Rechteck 30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8" name="Rechteck 30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52" name="Textfeld 30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050" name="Textfeld 30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2" name="Gruppieren 2771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019" name="Gruppieren 301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21" name="Gruppieren 30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23" name="Rechteck 30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4" name="Rechteck 30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5" name="Ellipse 30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Ellipse 30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Textfeld 30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28" name="Textfeld 30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Textfeld 30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2" name="Textfeld 30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3" name="Ellipse 30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Ellipse 30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Textfeld 30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6" name="Textfeld 30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7" name="Ellipse 30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38" name="Ellipse 30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Textfeld 30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40" name="Textfeld 30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41" name="Rechteck 30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2" name="Rechteck 30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3" name="Rechteck 30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4" name="Rechteck 30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5" name="Rechteck 30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6" name="Rechteck 30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7" name="Rechteck 30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8" name="Rechteck 30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22" name="Textfeld 302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020" name="Textfeld 30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3" name="Gruppieren 2772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2989" name="Gruppieren 298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2991" name="Gruppieren 29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93" name="Rechteck 29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4" name="Rechteck 29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5" name="Ellipse 29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6" name="Ellipse 29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7" name="Textfeld 29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98" name="Textfeld 29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Ellipse 29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2" name="Textfeld 30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3" name="Ellipse 30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Ellipse 30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5" name="Textfeld 30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6" name="Textfeld 30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7" name="Ellipse 30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Ellipse 30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9" name="Textfeld 30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10" name="Textfeld 30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11" name="Rechteck 30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2" name="Rechteck 30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3" name="Rechteck 30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4" name="Rechteck 30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Rechteck 30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Rechteck 30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92" name="Textfeld 299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990" name="Textfeld 29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4" name="Gruppieren 2773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959" name="Gruppieren 295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61" name="Gruppieren 296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63" name="Rechteck 29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4" name="Rechteck 29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5" name="Ellipse 29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6" name="Ellipse 29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7" name="Textfeld 296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68" name="Textfeld 296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0" name="Ellipse 29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2" name="Textfeld 297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3" name="Ellipse 297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4" name="Ellipse 297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5" name="Textfeld 297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6" name="Textfeld 297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7" name="Ellipse 29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Ellipse 29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9" name="Textfeld 297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80" name="Textfeld 297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81" name="Rechteck 298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2" name="Rechteck 298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3" name="Rechteck 298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4" name="Rechteck 298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Rechteck 298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Rechteck 298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62" name="Textfeld 296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960" name="Textfeld 29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5" name="Gruppieren 2774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929" name="Gruppieren 292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31" name="Gruppieren 29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33" name="Rechteck 29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34" name="Rechteck 29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5" name="Ellipse 29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6" name="Ellipse 29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7" name="Textfeld 29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38" name="Textfeld 29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39" name="Ellipse 29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Ellipse 29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1" name="Textfeld 29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2" name="Textfeld 29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3" name="Ellipse 29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4" name="Ellipse 29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5" name="Textfeld 29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6" name="Textfeld 29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7" name="Ellipse 29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8" name="Ellipse 29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9" name="Textfeld 29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50" name="Textfeld 29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51" name="Rechteck 29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2" name="Rechteck 29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3" name="Rechteck 29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4" name="Rechteck 29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5" name="Rechteck 29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6" name="Rechteck 29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7" name="Rechteck 29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8" name="Rechteck 29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32" name="Textfeld 293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930" name="Textfeld 29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6" name="Gruppieren 2775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899" name="Gruppieren 289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01" name="Gruppieren 29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03" name="Rechteck 29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04" name="Rechteck 29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5" name="Ellipse 29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6" name="Ellipse 29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7" name="Textfeld 29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08" name="Textfeld 29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09" name="Ellipse 29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0" name="Ellipse 29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1" name="Textfeld 29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2" name="Textfeld 29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3" name="Ellipse 29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4" name="Ellipse 29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5" name="Textfeld 29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6" name="Textfeld 29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7" name="Ellipse 29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8" name="Ellipse 29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9" name="Textfeld 29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20" name="Textfeld 29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21" name="Rechteck 29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2" name="Rechteck 29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3" name="Rechteck 29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4" name="Rechteck 29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5" name="Rechteck 29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6" name="Rechteck 29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8" name="Rechteck 29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02" name="Textfeld 290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900" name="Textfeld 28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7" name="Gruppieren 2776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869" name="Gruppieren 286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871" name="Gruppieren 28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73" name="Rechteck 28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74" name="Rechteck 28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5" name="Ellipse 28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6" name="Ellipse 28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7" name="Textfeld 28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78" name="Textfeld 28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79" name="Ellipse 28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Ellipse 28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1" name="Textfeld 28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2" name="Textfeld 28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3" name="Ellipse 28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4" name="Ellipse 28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5" name="Textfeld 28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6" name="Textfeld 28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7" name="Ellipse 28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8" name="Ellipse 28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9" name="Textfeld 28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90" name="Textfeld 28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91" name="Rechteck 28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2" name="Rechteck 28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3" name="Rechteck 28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4" name="Rechteck 28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5" name="Rechteck 28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6" name="Rechteck 28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7" name="Rechteck 28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8" name="Rechteck 28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72" name="Textfeld 287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870" name="Textfeld 28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8" name="Gruppieren 2777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843" name="Gruppieren 2842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2845" name="Gruppieren 284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8" name="Rechteck 284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Ellipse 284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Ellipse 284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1" name="Ellipse 28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2" name="Ellipse 28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Textfeld 28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4" name="Textfeld 28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5" name="Ellipse 28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6" name="Ellipse 28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7" name="Textfeld 2856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58" name="Textfeld 28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59" name="Ellipse 28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Rechteck 28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Rechteck 28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3" name="Rechteck 28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4" name="Rechteck 28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Rechteck 28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8" name="Rechteck 28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46" name="Textfeld 284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2844" name="Textfeld 284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779" name="Gruppieren 2778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815" name="Gruppieren 2814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817" name="Gruppieren 281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819" name="Rechteck 28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0" name="Rechteck 28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1" name="Ellipse 28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2" name="Ellipse 28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3" name="Textfeld 28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24" name="Textfeld 28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25" name="Ellipse 28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6" name="Ellipse 28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7" name="Ellipse 282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Ellipse 282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9" name="Textfeld 282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30" name="Textfeld 282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31" name="Ellipse 283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Ellipse 283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3" name="Textfeld 283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34" name="Textfeld 283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35" name="Rechteck 283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Rechteck 283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Rechteck 283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8" name="Rechteck 283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9" name="Rechteck 283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0" name="Rechteck 283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1" name="Rechteck 284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2" name="Rechteck 284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18" name="Textfeld 281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2816" name="Textfeld 28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780" name="Gruppieren 2779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787" name="Gruppieren 2786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789" name="Gruppieren 278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791" name="Rechteck 279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2" name="Rechteck 279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3" name="Ellipse 279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4" name="Ellipse 279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5" name="Textfeld 279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96" name="Textfeld 279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97" name="Ellipse 279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Ellipse 279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9" name="Ellipse 27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0" name="Ellipse 27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1" name="Textfeld 28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02" name="Textfeld 28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03" name="Ellipse 28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Ellipse 28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5" name="Textfeld 28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06" name="Textfeld 28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07" name="Rechteck 28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Rechteck 28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9" name="Rechteck 28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0" name="Rechteck 28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Rechteck 28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2" name="Rechteck 28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3" name="Rechteck 28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4" name="Rechteck 28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90" name="Textfeld 278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2788" name="Textfeld 278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781" name="Gruppieren 2780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2783" name="Gruppieren 2782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2785" name="Rechteck 278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86" name="Textfeld 278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2784" name="Textfeld 27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782" name="Textfeld 2781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594" name="Gruppieren 3593"/>
          <p:cNvGrpSpPr/>
          <p:nvPr/>
        </p:nvGrpSpPr>
        <p:grpSpPr>
          <a:xfrm>
            <a:off x="5600322" y="2852983"/>
            <a:ext cx="2194864" cy="1655156"/>
            <a:chOff x="5600322" y="2852983"/>
            <a:chExt cx="2194864" cy="1655156"/>
          </a:xfrm>
        </p:grpSpPr>
        <p:grpSp>
          <p:nvGrpSpPr>
            <p:cNvPr id="3595" name="Gruppieren 3594"/>
            <p:cNvGrpSpPr/>
            <p:nvPr/>
          </p:nvGrpSpPr>
          <p:grpSpPr>
            <a:xfrm>
              <a:off x="5844088" y="2854124"/>
              <a:ext cx="324950" cy="1652928"/>
              <a:chOff x="1694292" y="1141150"/>
              <a:chExt cx="324950" cy="1652928"/>
            </a:xfrm>
          </p:grpSpPr>
          <p:grpSp>
            <p:nvGrpSpPr>
              <p:cNvPr id="3730" name="Gruppieren 372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732" name="Gruppieren 373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734" name="Rechteck 37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35" name="Rechteck 37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6" name="Ellipse 37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37" name="Ellipse 37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8" name="Ellipse 37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9" name="Ellipse 37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0" name="Ellipse 37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1" name="Ellipse 37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2" name="Ellipse 374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3" name="Ellipse 374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4" name="Rechteck 37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5" name="Rechteck 37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6" name="Rechteck 37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7" name="Rechteck 37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8" name="Rechteck 37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9" name="Rechteck 37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0" name="Rechteck 37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1" name="Rechteck 37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33" name="Textfeld 373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731" name="Textfeld 37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596" name="Rechteck 3595"/>
            <p:cNvSpPr/>
            <p:nvPr/>
          </p:nvSpPr>
          <p:spPr>
            <a:xfrm>
              <a:off x="5604704" y="3016825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97" name="Rechteck 3596"/>
            <p:cNvSpPr/>
            <p:nvPr/>
          </p:nvSpPr>
          <p:spPr>
            <a:xfrm>
              <a:off x="5681480" y="3198225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98" name="Rechteck 3597"/>
            <p:cNvSpPr/>
            <p:nvPr/>
          </p:nvSpPr>
          <p:spPr>
            <a:xfrm>
              <a:off x="5638006" y="3240901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99" name="Rechteck 3598"/>
            <p:cNvSpPr/>
            <p:nvPr/>
          </p:nvSpPr>
          <p:spPr>
            <a:xfrm>
              <a:off x="5682150" y="380671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600" name="Rechteck 3599"/>
            <p:cNvSpPr/>
            <p:nvPr/>
          </p:nvSpPr>
          <p:spPr>
            <a:xfrm>
              <a:off x="5638676" y="384939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601" name="Gruppieren 3600"/>
            <p:cNvGrpSpPr/>
            <p:nvPr/>
          </p:nvGrpSpPr>
          <p:grpSpPr>
            <a:xfrm>
              <a:off x="6167578" y="2854124"/>
              <a:ext cx="327049" cy="1652928"/>
              <a:chOff x="1692193" y="1141150"/>
              <a:chExt cx="327049" cy="1652928"/>
            </a:xfrm>
          </p:grpSpPr>
          <p:grpSp>
            <p:nvGrpSpPr>
              <p:cNvPr id="3700" name="Gruppieren 369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702" name="Gruppieren 37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704" name="Rechteck 37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05" name="Rechteck 37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6" name="Ellipse 37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07" name="Ellipse 37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8" name="Textfeld 37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709" name="Textfeld 37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710" name="Ellipse 37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1" name="Ellipse 37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2" name="Textfeld 37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713" name="Textfeld 37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714" name="Ellipse 37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5" name="Ellipse 37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6" name="Textfeld 37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717" name="Textfeld 37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718" name="Ellipse 37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9" name="Ellipse 37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0" name="Textfeld 37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721" name="Textfeld 37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722" name="Rechteck 37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3" name="Rechteck 37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4" name="Rechteck 37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5" name="Rechteck 37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6" name="Rechteck 37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7" name="Rechteck 37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8" name="Rechteck 37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9" name="Rechteck 37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03" name="Textfeld 37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701" name="Textfeld 37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3602" name="Gruppieren 3601"/>
            <p:cNvGrpSpPr/>
            <p:nvPr/>
          </p:nvGrpSpPr>
          <p:grpSpPr>
            <a:xfrm>
              <a:off x="6817000" y="2855211"/>
              <a:ext cx="327049" cy="1652928"/>
              <a:chOff x="1692193" y="1141150"/>
              <a:chExt cx="327049" cy="1652928"/>
            </a:xfrm>
          </p:grpSpPr>
          <p:grpSp>
            <p:nvGrpSpPr>
              <p:cNvPr id="3670" name="Gruppieren 36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72" name="Gruppieren 36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74" name="Rechteck 36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75" name="Rechteck 36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6" name="Ellipse 36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7" name="Ellipse 36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8" name="Textfeld 36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79" name="Textfeld 36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80" name="Ellipse 36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1" name="Ellipse 36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2" name="Textfeld 36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83" name="Textfeld 36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84" name="Ellipse 36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5" name="Ellipse 36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6" name="Textfeld 3685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687" name="Textfeld 3686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688" name="Ellipse 36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9" name="Ellipse 36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0" name="Textfeld 36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691" name="Textfeld 36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692" name="Rechteck 36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3" name="Rechteck 36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4" name="Rechteck 36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5" name="Rechteck 36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6" name="Rechteck 36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7" name="Rechteck 36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8" name="Rechteck 36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9" name="Rechteck 36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73" name="Textfeld 36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671" name="Textfeld 36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3603" name="Gruppieren 3602"/>
            <p:cNvGrpSpPr/>
            <p:nvPr/>
          </p:nvGrpSpPr>
          <p:grpSpPr>
            <a:xfrm>
              <a:off x="7144456" y="2855211"/>
              <a:ext cx="326518" cy="1652928"/>
              <a:chOff x="1692724" y="1141150"/>
              <a:chExt cx="326518" cy="1652928"/>
            </a:xfrm>
          </p:grpSpPr>
          <p:grpSp>
            <p:nvGrpSpPr>
              <p:cNvPr id="3642" name="Gruppieren 3641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3644" name="Gruppieren 364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646" name="Rechteck 36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7" name="Rechteck 36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Ellipse 36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9" name="Ellipse 36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0" name="Textfeld 36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51" name="Textfeld 36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52" name="Ellipse 36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3" name="Ellipse 36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4" name="Ellipse 36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5" name="Ellipse 36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6" name="Textfeld 36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657" name="Textfeld 36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658" name="Ellipse 36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59" name="Ellipse 36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0" name="Textfeld 36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661" name="Textfeld 36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662" name="Rechteck 36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3" name="Rechteck 36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4" name="Rechteck 36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5" name="Rechteck 36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6" name="Rechteck 36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7" name="Rechteck 36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8" name="Rechteck 36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9" name="Rechteck 36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45" name="Textfeld 364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643" name="Textfeld 36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604" name="Gruppieren 3603"/>
            <p:cNvGrpSpPr/>
            <p:nvPr/>
          </p:nvGrpSpPr>
          <p:grpSpPr>
            <a:xfrm>
              <a:off x="7470236" y="2852983"/>
              <a:ext cx="324950" cy="1655156"/>
              <a:chOff x="1694292" y="1138922"/>
              <a:chExt cx="324950" cy="1655156"/>
            </a:xfrm>
          </p:grpSpPr>
          <p:grpSp>
            <p:nvGrpSpPr>
              <p:cNvPr id="3638" name="Gruppieren 3637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3640" name="Rechteck 363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641" name="Textfeld 3640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639" name="Textfeld 36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605" name="Textfeld 3604"/>
            <p:cNvSpPr txBox="1"/>
            <p:nvPr/>
          </p:nvSpPr>
          <p:spPr>
            <a:xfrm>
              <a:off x="5600322" y="4338898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3606" name="Gruppieren 3605"/>
            <p:cNvGrpSpPr/>
            <p:nvPr/>
          </p:nvGrpSpPr>
          <p:grpSpPr>
            <a:xfrm>
              <a:off x="6492122" y="2854124"/>
              <a:ext cx="327049" cy="1652928"/>
              <a:chOff x="3479230" y="1278375"/>
              <a:chExt cx="327049" cy="1652928"/>
            </a:xfrm>
          </p:grpSpPr>
          <p:grpSp>
            <p:nvGrpSpPr>
              <p:cNvPr id="3607" name="Gruppieren 3606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611" name="Gruppieren 3610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3613" name="Gruppieren 3612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3615" name="Rechteck 361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616" name="Rechteck 361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17" name="Ellipse 361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18" name="Ellipse 361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19" name="Textfeld 3618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3620" name="Ellipse 361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1" name="Ellipse 362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2" name="Textfeld 362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623" name="Textfeld 362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624" name="Ellipse 362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5" name="Ellipse 362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6" name="Textfeld 362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627" name="Textfeld 362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628" name="Ellipse 362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629" name="Ellipse 362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0" name="Rechteck 362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1" name="Rechteck 363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2" name="Rechteck 363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3" name="Rechteck 363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4" name="Rechteck 363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5" name="Rechteck 363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6" name="Rechteck 363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7" name="Rechteck 363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614" name="Textfeld 361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3612" name="Textfeld 361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3608" name="Textfeld 360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3609" name="Textfeld 360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3610" name="Textfeld 360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271373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83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16f</a:t>
            </a:r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660" name="Gruppieren 2659"/>
          <p:cNvGrpSpPr/>
          <p:nvPr/>
        </p:nvGrpSpPr>
        <p:grpSpPr>
          <a:xfrm>
            <a:off x="8553878" y="2850732"/>
            <a:ext cx="1551780" cy="1652928"/>
            <a:chOff x="2584649" y="1278375"/>
            <a:chExt cx="1551780" cy="1652928"/>
          </a:xfrm>
        </p:grpSpPr>
        <p:grpSp>
          <p:nvGrpSpPr>
            <p:cNvPr id="2661" name="Gruppieren 2660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741" name="Gruppieren 274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43" name="Gruppieren 274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45" name="Rechteck 27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6" name="Rechteck 27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7" name="Ellipse 27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8" name="Ellipse 27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9" name="Textfeld 27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50" name="Textfeld 27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51" name="Ellipse 27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2" name="Ellipse 27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3" name="Textfeld 2752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54" name="Textfeld 27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755" name="Ellipse 27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6" name="Ellipse 27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7" name="Textfeld 275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58" name="Textfeld 27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759" name="Ellipse 27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0" name="Ellipse 27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1" name="Textfeld 27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62" name="Textfeld 27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763" name="Rechteck 27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Rechteck 27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5" name="Rechteck 27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6" name="Rechteck 27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7" name="Rechteck 27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8" name="Rechteck 27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9" name="Rechteck 27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0" name="Rechteck 27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44" name="Textfeld 27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742" name="Textfeld 27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2" name="Rechteck 2661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3" name="Rechteck 2662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7" name="Gruppieren 2666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711" name="Gruppieren 27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13" name="Gruppieren 27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15" name="Rechteck 27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6" name="Rechteck 27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7" name="Ellipse 27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8" name="Ellipse 27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9" name="Textfeld 27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20" name="Textfeld 27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21" name="Ellipse 27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2" name="Ellipse 27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3" name="Textfeld 27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24" name="Textfeld 27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25" name="Ellipse 27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Ellipse 27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7" name="Textfeld 27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8" name="Textfeld 2727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9" name="Ellipse 27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Ellipse 27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1" name="Textfeld 27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32" name="Textfeld 27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33" name="Rechteck 27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Rechteck 27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6" name="Rechteck 27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Rechteck 27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Rechteck 27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9" name="Rechteck 27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0" name="Rechteck 27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14" name="Textfeld 27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712" name="Textfeld 27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2668" name="Gruppieren 2667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2709" name="Rechteck 2708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710" name="Textfeld 27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669" name="Textfeld 2668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670" name="Gruppieren 2669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2672" name="Rechteck 2671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73" name="Ellipse 2672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74" name="Ellipse 2673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75" name="Ellipse 2674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76" name="Ellipse 2675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77" name="Textfeld 2676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2678" name="Textfeld 2677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9" name="Ellipse 2678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0" name="Ellipse 2679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1" name="Ellipse 2680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2" name="Ellipse 2681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3" name="Ellipse 2682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4" name="Ellipse 2683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5" name="Ellipse 2684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6" name="Ellipse 2685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7" name="Ellipse 2686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8" name="Ellipse 2687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9" name="Ellipse 2688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0" name="Ellipse 2689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691" name="Gruppieren 2690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692" name="Rechteck 2691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693" name="Rechteck 2692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694" name="Rechteck 2693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695" name="Rechteck 2694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696" name="Rechteck 2695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697" name="Rechteck 2696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698" name="Rechteck 2697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699" name="Rechteck 2698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0" name="Rechteck 2699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1" name="Rechteck 2700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2" name="Rechteck 2701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3" name="Rechteck 2702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4" name="Rechteck 2703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5" name="Rechteck 2704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6" name="Rechteck 2705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7" name="Rechteck 2706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8" name="Rechteck 2707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2671" name="Textfeld 2670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  <p:grpSp>
        <p:nvGrpSpPr>
          <p:cNvPr id="2771" name="Gruppieren 2770"/>
          <p:cNvGrpSpPr/>
          <p:nvPr/>
        </p:nvGrpSpPr>
        <p:grpSpPr>
          <a:xfrm>
            <a:off x="10244840" y="2835616"/>
            <a:ext cx="1866389" cy="1654004"/>
            <a:chOff x="10244840" y="2835616"/>
            <a:chExt cx="1866389" cy="1654004"/>
          </a:xfrm>
        </p:grpSpPr>
        <p:grpSp>
          <p:nvGrpSpPr>
            <p:cNvPr id="2772" name="Gruppieren 2771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884" name="Gruppieren 28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886" name="Gruppieren 28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888" name="Rechteck 28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89" name="Rechteck 28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0" name="Ellipse 28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91" name="Ellipse 28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2" name="Ellipse 28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3" name="Ellipse 28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4" name="Ellipse 28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5" name="Ellipse 28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6" name="Ellipse 28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7" name="Ellipse 28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8" name="Rechteck 28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9" name="Rechteck 28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0" name="Rechteck 28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1" name="Rechteck 29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2" name="Rechteck 29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3" name="Rechteck 29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4" name="Rechteck 29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5" name="Rechteck 29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87" name="Textfeld 28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885" name="Textfeld 28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773" name="Rechteck 2772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74" name="Rechteck 2773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75" name="Rechteck 2774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76" name="Rechteck 2775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77" name="Rechteck 2776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778" name="Gruppieren 2777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854" name="Gruppieren 2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56" name="Gruppieren 2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58" name="Rechteck 2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9" name="Rechteck 2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61" name="Ellipse 2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Textfeld 2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63" name="Textfeld 2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64" name="Ellipse 2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Ellipse 2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Textfeld 2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67" name="Textfeld 2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68" name="Ellipse 2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9" name="Ellipse 2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0" name="Textfeld 2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71" name="Textfeld 2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72" name="Ellipse 2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3" name="Ellipse 2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4" name="Textfeld 2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75" name="Textfeld 2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76" name="Rechteck 2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7" name="Rechteck 2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8" name="Rechteck 2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9" name="Rechteck 2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Rechteck 2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1" name="Rechteck 2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2" name="Rechteck 2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3" name="Rechteck 2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57" name="Textfeld 2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855" name="Textfeld 2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779" name="Gruppieren 2778"/>
            <p:cNvGrpSpPr/>
            <p:nvPr/>
          </p:nvGrpSpPr>
          <p:grpSpPr>
            <a:xfrm>
              <a:off x="11134856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824" name="Gruppieren 282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26" name="Gruppieren 282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28" name="Rechteck 282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9" name="Rechteck 282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0" name="Ellipse 282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1" name="Ellipse 283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Textfeld 283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33" name="Textfeld 283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34" name="Ellipse 283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5" name="Ellipse 283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Textfeld 283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37" name="Textfeld 283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38" name="Ellipse 283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9" name="Ellipse 283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0" name="Textfeld 283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41" name="Textfeld 284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42" name="Ellipse 284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3" name="Ellipse 284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4" name="Textfeld 284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45" name="Textfeld 284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46" name="Rechteck 284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8" name="Rechteck 284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Rechteck 284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Rechteck 284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1" name="Rechteck 285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2" name="Rechteck 285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Rechteck 285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27" name="Textfeld 282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825" name="Textfeld 282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780" name="Gruppieren 2779"/>
            <p:cNvGrpSpPr/>
            <p:nvPr/>
          </p:nvGrpSpPr>
          <p:grpSpPr>
            <a:xfrm>
              <a:off x="11786279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820" name="Gruppieren 281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822" name="Rechteck 282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823" name="Textfeld 28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821" name="Textfeld 28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781" name="Textfeld 2780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  <p:grpSp>
          <p:nvGrpSpPr>
            <p:cNvPr id="2782" name="Gruppieren 2781"/>
            <p:cNvGrpSpPr/>
            <p:nvPr/>
          </p:nvGrpSpPr>
          <p:grpSpPr>
            <a:xfrm>
              <a:off x="11461725" y="2886883"/>
              <a:ext cx="324950" cy="1602737"/>
              <a:chOff x="2526020" y="269422"/>
              <a:chExt cx="324950" cy="1602737"/>
            </a:xfrm>
          </p:grpSpPr>
          <p:sp>
            <p:nvSpPr>
              <p:cNvPr id="2783" name="Rechteck 2782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784" name="Ellipse 2783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785" name="Ellipse 2784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786" name="Ellipse 2785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787" name="Ellipse 2786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788" name="Textfeld 2787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9" name="Textfeld 2788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0" name="Ellipse 2789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791" name="Ellipse 2790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792" name="Ellipse 2791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793" name="Ellipse 2792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794" name="Ellipse 2793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795" name="Ellipse 2794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796" name="Ellipse 2795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797" name="Ellipse 2796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798" name="Ellipse 2797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799" name="Ellipse 2798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800" name="Ellipse 2799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801" name="Ellipse 2800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802" name="Gruppieren 2801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803" name="Rechteck 2802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04" name="Rechteck 2803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05" name="Rechteck 2804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06" name="Rechteck 2805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807" name="Rechteck 2806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08" name="Rechteck 2807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09" name="Rechteck 2808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10" name="Rechteck 2809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11" name="Rechteck 2810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12" name="Rechteck 2811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13" name="Rechteck 2812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14" name="Rechteck 2813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15" name="Rechteck 2814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16" name="Rechteck 2815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17" name="Rechteck 2816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18" name="Rechteck 2817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819" name="Rechteck 2818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2906" name="Gruppieren 2905"/>
          <p:cNvGrpSpPr/>
          <p:nvPr/>
        </p:nvGrpSpPr>
        <p:grpSpPr>
          <a:xfrm>
            <a:off x="3761062" y="4876820"/>
            <a:ext cx="2230445" cy="1654493"/>
            <a:chOff x="3761062" y="4876820"/>
            <a:chExt cx="2230445" cy="1654493"/>
          </a:xfrm>
        </p:grpSpPr>
        <p:grpSp>
          <p:nvGrpSpPr>
            <p:cNvPr id="2907" name="Gruppieren 2906"/>
            <p:cNvGrpSpPr/>
            <p:nvPr/>
          </p:nvGrpSpPr>
          <p:grpSpPr>
            <a:xfrm>
              <a:off x="4005463" y="4876820"/>
              <a:ext cx="324950" cy="1652928"/>
              <a:chOff x="1694292" y="1141150"/>
              <a:chExt cx="324950" cy="1652928"/>
            </a:xfrm>
          </p:grpSpPr>
          <p:grpSp>
            <p:nvGrpSpPr>
              <p:cNvPr id="3041" name="Gruppieren 30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043" name="Gruppieren 30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045" name="Rechteck 30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46" name="Rechteck 30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7" name="Ellipse 30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48" name="Ellipse 30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9" name="Ellipse 30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0" name="Ellipse 30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1" name="Ellipse 3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2" name="Ellipse 3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3" name="Ellipse 30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4" name="Ellipse 30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5" name="Rechteck 30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6" name="Rechteck 30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7" name="Rechteck 30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8" name="Rechteck 30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9" name="Rechteck 30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0" name="Rechteck 30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1" name="Rechteck 30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2" name="Rechteck 30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44" name="Textfeld 30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042" name="Textfeld 30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908" name="Rechteck 2907"/>
            <p:cNvSpPr/>
            <p:nvPr/>
          </p:nvSpPr>
          <p:spPr>
            <a:xfrm>
              <a:off x="3766079" y="503952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09" name="Rechteck 2908"/>
            <p:cNvSpPr/>
            <p:nvPr/>
          </p:nvSpPr>
          <p:spPr>
            <a:xfrm>
              <a:off x="3842855" y="522092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10" name="Rechteck 2909"/>
            <p:cNvSpPr/>
            <p:nvPr/>
          </p:nvSpPr>
          <p:spPr>
            <a:xfrm>
              <a:off x="3799381" y="526359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11" name="Rechteck 2910"/>
            <p:cNvSpPr/>
            <p:nvPr/>
          </p:nvSpPr>
          <p:spPr>
            <a:xfrm>
              <a:off x="3843525" y="582941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12" name="Rechteck 2911"/>
            <p:cNvSpPr/>
            <p:nvPr/>
          </p:nvSpPr>
          <p:spPr>
            <a:xfrm>
              <a:off x="3800051" y="587208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913" name="Gruppieren 2912"/>
            <p:cNvGrpSpPr/>
            <p:nvPr/>
          </p:nvGrpSpPr>
          <p:grpSpPr>
            <a:xfrm>
              <a:off x="4320402" y="4876820"/>
              <a:ext cx="327049" cy="1652928"/>
              <a:chOff x="1692193" y="1141150"/>
              <a:chExt cx="327049" cy="1652928"/>
            </a:xfrm>
          </p:grpSpPr>
          <p:grpSp>
            <p:nvGrpSpPr>
              <p:cNvPr id="3011" name="Gruppieren 30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13" name="Gruppieren 30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Ellipse 30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Ellipse 30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9" name="Textfeld 30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20" name="Textfeld 30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21" name="Ellipse 30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2" name="Ellipse 30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3" name="Textfeld 30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4" name="Textfeld 30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5" name="Ellipse 30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Ellipse 30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Textfeld 30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8" name="Textfeld 30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Textfeld 30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32" name="Textfeld 30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33" name="Rechteck 30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Rechteck 30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Rechteck 30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6" name="Rechteck 30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7" name="Rechteck 30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8" name="Rechteck 30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Rechteck 30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0" name="Rechteck 30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14" name="Textfeld 30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012" name="Textfeld 30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914" name="Gruppieren 2913"/>
            <p:cNvGrpSpPr/>
            <p:nvPr/>
          </p:nvGrpSpPr>
          <p:grpSpPr>
            <a:xfrm>
              <a:off x="4968611" y="4878385"/>
              <a:ext cx="327049" cy="1652928"/>
              <a:chOff x="1692193" y="1141150"/>
              <a:chExt cx="327049" cy="1652928"/>
            </a:xfrm>
          </p:grpSpPr>
          <p:grpSp>
            <p:nvGrpSpPr>
              <p:cNvPr id="2981" name="Gruppieren 298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83" name="Gruppieren 29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Ellipse 29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Ellipse 29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9" name="Textfeld 29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90" name="Textfeld 29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91" name="Ellipse 29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2" name="Ellipse 29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3" name="Textfeld 29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4" name="Textfeld 299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5" name="Ellipse 29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6" name="Ellipse 29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7" name="Textfeld 299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8" name="Textfeld 299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Ellipse 29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02" name="Textfeld 30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03" name="Rechteck 30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Rechteck 30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5" name="Rechteck 30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6" name="Rechteck 30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Rechteck 30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Rechteck 30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9" name="Rechteck 30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0" name="Rechteck 30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84" name="Textfeld 29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982" name="Textfeld 29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915" name="Gruppieren 2914"/>
            <p:cNvGrpSpPr/>
            <p:nvPr/>
          </p:nvGrpSpPr>
          <p:grpSpPr>
            <a:xfrm>
              <a:off x="5296067" y="4878385"/>
              <a:ext cx="326518" cy="1652928"/>
              <a:chOff x="1692724" y="1141150"/>
              <a:chExt cx="326518" cy="1652928"/>
            </a:xfrm>
          </p:grpSpPr>
          <p:grpSp>
            <p:nvGrpSpPr>
              <p:cNvPr id="2953" name="Gruppieren 295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955" name="Gruppieren 295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957" name="Rechteck 29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58" name="Rechteck 29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9" name="Ellipse 29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0" name="Ellipse 29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1" name="Textfeld 296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62" name="Textfeld 296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63" name="Ellipse 29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4" name="Ellipse 29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5" name="Ellipse 29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6" name="Ellipse 29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7" name="Textfeld 29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968" name="Textfeld 29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70" name="Ellipse 29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72" name="Textfeld 29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73" name="Rechteck 29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4" name="Rechteck 29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5" name="Rechteck 29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6" name="Rechteck 29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Rechteck 29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Rechteck 29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9" name="Rechteck 29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0" name="Rechteck 29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56" name="Textfeld 29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954" name="Textfeld 29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916" name="Gruppieren 2915"/>
            <p:cNvGrpSpPr/>
            <p:nvPr/>
          </p:nvGrpSpPr>
          <p:grpSpPr>
            <a:xfrm>
              <a:off x="5621847" y="4878385"/>
              <a:ext cx="369660" cy="1652928"/>
              <a:chOff x="1694292" y="1141150"/>
              <a:chExt cx="369660" cy="1652928"/>
            </a:xfrm>
          </p:grpSpPr>
          <p:grpSp>
            <p:nvGrpSpPr>
              <p:cNvPr id="2949" name="Gruppieren 294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2951" name="Rechteck 295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952" name="Textfeld 295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950" name="Textfeld 29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2917" name="Gruppieren 2916"/>
            <p:cNvGrpSpPr/>
            <p:nvPr/>
          </p:nvGrpSpPr>
          <p:grpSpPr>
            <a:xfrm>
              <a:off x="4644982" y="4878092"/>
              <a:ext cx="327049" cy="1652928"/>
              <a:chOff x="1692193" y="1141150"/>
              <a:chExt cx="327049" cy="1652928"/>
            </a:xfrm>
          </p:grpSpPr>
          <p:grpSp>
            <p:nvGrpSpPr>
              <p:cNvPr id="2923" name="Gruppieren 292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2925" name="Gruppieren 292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28" name="Rechteck 29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9" name="Ellipse 29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0" name="Ellipse 29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1" name="Ellipse 29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2" name="Ellipse 29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3" name="Textfeld 29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34" name="Textfeld 29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35" name="Ellipse 29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6" name="Ellipse 29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7" name="Textfeld 293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38" name="Textfeld 293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39" name="Ellipse 29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Ellipse 29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1" name="Rechteck 29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2" name="Rechteck 29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3" name="Rechteck 29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4" name="Rechteck 29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5" name="Rechteck 29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6" name="Rechteck 29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7" name="Rechteck 29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8" name="Rechteck 29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26" name="Textfeld 29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924" name="Textfeld 29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2918" name="Textfeld 2917"/>
            <p:cNvSpPr txBox="1"/>
            <p:nvPr/>
          </p:nvSpPr>
          <p:spPr>
            <a:xfrm>
              <a:off x="3761062" y="636159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2919" name="Textfeld 2918"/>
            <p:cNvSpPr txBox="1"/>
            <p:nvPr/>
          </p:nvSpPr>
          <p:spPr>
            <a:xfrm>
              <a:off x="4674472" y="549991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2920" name="Textfeld 2919"/>
            <p:cNvSpPr txBox="1"/>
            <p:nvPr/>
          </p:nvSpPr>
          <p:spPr>
            <a:xfrm>
              <a:off x="4797592" y="550029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2921" name="Textfeld 2920"/>
            <p:cNvSpPr txBox="1"/>
            <p:nvPr/>
          </p:nvSpPr>
          <p:spPr>
            <a:xfrm>
              <a:off x="4677671" y="618833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2922" name="Textfeld 2921"/>
            <p:cNvSpPr txBox="1"/>
            <p:nvPr/>
          </p:nvSpPr>
          <p:spPr>
            <a:xfrm>
              <a:off x="4800791" y="618871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3063" name="Gruppieren 3062"/>
          <p:cNvGrpSpPr/>
          <p:nvPr/>
        </p:nvGrpSpPr>
        <p:grpSpPr>
          <a:xfrm>
            <a:off x="6758410" y="4867199"/>
            <a:ext cx="2232646" cy="1654831"/>
            <a:chOff x="6758410" y="4867199"/>
            <a:chExt cx="2232646" cy="1654831"/>
          </a:xfrm>
        </p:grpSpPr>
        <p:grpSp>
          <p:nvGrpSpPr>
            <p:cNvPr id="3064" name="Gruppieren 3063"/>
            <p:cNvGrpSpPr/>
            <p:nvPr/>
          </p:nvGrpSpPr>
          <p:grpSpPr>
            <a:xfrm>
              <a:off x="7002811" y="4869102"/>
              <a:ext cx="324950" cy="1652928"/>
              <a:chOff x="1694292" y="1141150"/>
              <a:chExt cx="324950" cy="1652928"/>
            </a:xfrm>
          </p:grpSpPr>
          <p:grpSp>
            <p:nvGrpSpPr>
              <p:cNvPr id="3358" name="Gruppieren 335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60" name="Gruppieren 335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62" name="Rechteck 33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3" name="Rechteck 33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4" name="Ellipse 33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5" name="Ellipse 33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6" name="Ellipse 33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Ellipse 33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Ellipse 33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Ellipse 33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0" name="Ellipse 33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1" name="Ellipse 33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Rechteck 33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3" name="Rechteck 33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4" name="Rechteck 33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5" name="Rechteck 33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6" name="Rechteck 33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7" name="Rechteck 33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8" name="Rechteck 33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9" name="Rechteck 33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61" name="Textfeld 33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59" name="Textfeld 33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065" name="Rechteck 3064"/>
            <p:cNvSpPr/>
            <p:nvPr/>
          </p:nvSpPr>
          <p:spPr>
            <a:xfrm>
              <a:off x="6763427" y="503180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6" name="Rechteck 3065"/>
            <p:cNvSpPr/>
            <p:nvPr/>
          </p:nvSpPr>
          <p:spPr>
            <a:xfrm>
              <a:off x="6840203" y="521320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7" name="Rechteck 3066"/>
            <p:cNvSpPr/>
            <p:nvPr/>
          </p:nvSpPr>
          <p:spPr>
            <a:xfrm>
              <a:off x="6796729" y="525587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8" name="Rechteck 3067"/>
            <p:cNvSpPr/>
            <p:nvPr/>
          </p:nvSpPr>
          <p:spPr>
            <a:xfrm>
              <a:off x="6840873" y="582169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9" name="Rechteck 3068"/>
            <p:cNvSpPr/>
            <p:nvPr/>
          </p:nvSpPr>
          <p:spPr>
            <a:xfrm>
              <a:off x="6797399" y="586437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070" name="Gruppieren 3069"/>
            <p:cNvGrpSpPr/>
            <p:nvPr/>
          </p:nvGrpSpPr>
          <p:grpSpPr>
            <a:xfrm>
              <a:off x="7317750" y="4869102"/>
              <a:ext cx="327049" cy="1652928"/>
              <a:chOff x="1692193" y="1141150"/>
              <a:chExt cx="327049" cy="1652928"/>
            </a:xfrm>
          </p:grpSpPr>
          <p:grpSp>
            <p:nvGrpSpPr>
              <p:cNvPr id="3328" name="Gruppieren 332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30" name="Gruppieren 33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32" name="Rechteck 33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3" name="Rechteck 33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4" name="Ellipse 33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5" name="Ellipse 33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6" name="Textfeld 33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37" name="Textfeld 33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38" name="Ellipse 33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9" name="Ellipse 33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0" name="Textfeld 33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1" name="Textfeld 33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2" name="Ellipse 33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3" name="Ellipse 33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4" name="Textfeld 334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5" name="Textfeld 334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6" name="Ellipse 33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47" name="Ellipse 33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8" name="Textfeld 33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49" name="Textfeld 33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50" name="Rechteck 33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1" name="Rechteck 33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2" name="Rechteck 33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3" name="Rechteck 33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Rechteck 33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Rechteck 33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6" name="Rechteck 33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7" name="Rechteck 33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31" name="Textfeld 333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329" name="Textfeld 33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071" name="Gruppieren 3070"/>
            <p:cNvGrpSpPr/>
            <p:nvPr/>
          </p:nvGrpSpPr>
          <p:grpSpPr>
            <a:xfrm>
              <a:off x="7968160" y="4867886"/>
              <a:ext cx="327049" cy="1652928"/>
              <a:chOff x="1692193" y="1141150"/>
              <a:chExt cx="327049" cy="1652928"/>
            </a:xfrm>
          </p:grpSpPr>
          <p:grpSp>
            <p:nvGrpSpPr>
              <p:cNvPr id="3298" name="Gruppieren 329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00" name="Gruppieren 329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02" name="Rechteck 33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3" name="Rechteck 33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4" name="Ellipse 33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5" name="Ellipse 33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6" name="Textfeld 33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07" name="Textfeld 33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08" name="Ellipse 33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9" name="Ellipse 33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0" name="Textfeld 330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1" name="Textfeld 3310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2" name="Ellipse 33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3" name="Ellipse 33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4" name="Textfeld 3313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5" name="Textfeld 3314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6" name="Ellipse 33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7" name="Ellipse 33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8" name="Textfeld 33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19" name="Textfeld 33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20" name="Rechteck 33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1" name="Rechteck 33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2" name="Rechteck 33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3" name="Rechteck 33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Rechteck 33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Rechteck 33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6" name="Rechteck 33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7" name="Rechteck 33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01" name="Textfeld 33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299" name="Textfeld 32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72" name="Gruppieren 3071"/>
            <p:cNvGrpSpPr/>
            <p:nvPr/>
          </p:nvGrpSpPr>
          <p:grpSpPr>
            <a:xfrm>
              <a:off x="8295616" y="4867886"/>
              <a:ext cx="326518" cy="1652928"/>
              <a:chOff x="1692724" y="1141150"/>
              <a:chExt cx="326518" cy="1652928"/>
            </a:xfrm>
          </p:grpSpPr>
          <p:grpSp>
            <p:nvGrpSpPr>
              <p:cNvPr id="3110" name="Gruppieren 3109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3112" name="Gruppieren 311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274" name="Rechteck 32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5" name="Rechteck 32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6" name="Ellipse 32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7" name="Ellipse 32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8" name="Textfeld 32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9" name="Textfeld 32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80" name="Ellipse 32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1" name="Ellipse 32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2" name="Ellipse 32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3" name="Ellipse 32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4" name="Textfeld 32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85" name="Textfeld 32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86" name="Ellipse 32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7" name="Ellipse 32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Textfeld 32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289" name="Textfeld 32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290" name="Rechteck 32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1" name="Rechteck 32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Rechteck 32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Rechteck 32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Rechteck 32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Rechteck 32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73" name="Textfeld 32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111" name="Textfeld 31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073" name="Gruppieren 3072"/>
            <p:cNvGrpSpPr/>
            <p:nvPr/>
          </p:nvGrpSpPr>
          <p:grpSpPr>
            <a:xfrm>
              <a:off x="8621396" y="4867886"/>
              <a:ext cx="369660" cy="1652928"/>
              <a:chOff x="1694292" y="1141150"/>
              <a:chExt cx="369660" cy="1652928"/>
            </a:xfrm>
          </p:grpSpPr>
          <p:grpSp>
            <p:nvGrpSpPr>
              <p:cNvPr id="3106" name="Gruppieren 3105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3108" name="Rechteck 310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09" name="Textfeld 310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107" name="Textfeld 31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3074" name="Gruppieren 3073"/>
            <p:cNvGrpSpPr/>
            <p:nvPr/>
          </p:nvGrpSpPr>
          <p:grpSpPr>
            <a:xfrm>
              <a:off x="7642330" y="4867199"/>
              <a:ext cx="327049" cy="1652928"/>
              <a:chOff x="1692193" y="1141150"/>
              <a:chExt cx="327049" cy="1652928"/>
            </a:xfrm>
          </p:grpSpPr>
          <p:grpSp>
            <p:nvGrpSpPr>
              <p:cNvPr id="3080" name="Gruppieren 3079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3082" name="Gruppieren 3081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3084" name="Rechteck 30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85" name="Rechteck 30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Ellipse 30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Ellipse 30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8" name="Ellipse 30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9" name="Ellipse 30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0" name="Textfeld 30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1" name="Textfeld 30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2" name="Ellipse 30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3" name="Ellipse 30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4" name="Textfeld 3093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95" name="Textfeld 3094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96" name="Ellipse 30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7" name="Ellipse 30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8" name="Rechteck 30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9" name="Rechteck 30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0" name="Rechteck 30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1" name="Rechteck 31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2" name="Rechteck 31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3" name="Rechteck 31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4" name="Rechteck 31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5" name="Rechteck 31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83" name="Textfeld 30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081" name="Textfeld 30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3075" name="Textfeld 3074"/>
            <p:cNvSpPr txBox="1"/>
            <p:nvPr/>
          </p:nvSpPr>
          <p:spPr>
            <a:xfrm>
              <a:off x="6758410" y="635387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76" name="Textfeld 3075"/>
            <p:cNvSpPr txBox="1"/>
            <p:nvPr/>
          </p:nvSpPr>
          <p:spPr>
            <a:xfrm>
              <a:off x="7671820" y="549220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3077" name="Textfeld 3076"/>
            <p:cNvSpPr txBox="1"/>
            <p:nvPr/>
          </p:nvSpPr>
          <p:spPr>
            <a:xfrm>
              <a:off x="7794940" y="549257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3078" name="Textfeld 3077"/>
            <p:cNvSpPr txBox="1"/>
            <p:nvPr/>
          </p:nvSpPr>
          <p:spPr>
            <a:xfrm>
              <a:off x="7675019" y="618061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3079" name="Textfeld 3078"/>
            <p:cNvSpPr txBox="1"/>
            <p:nvPr/>
          </p:nvSpPr>
          <p:spPr>
            <a:xfrm>
              <a:off x="7798139" y="618099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3570" name="Gruppieren 3569"/>
          <p:cNvGrpSpPr/>
          <p:nvPr/>
        </p:nvGrpSpPr>
        <p:grpSpPr>
          <a:xfrm>
            <a:off x="391231" y="938772"/>
            <a:ext cx="3824832" cy="1652963"/>
            <a:chOff x="391231" y="938772"/>
            <a:chExt cx="3824832" cy="1652963"/>
          </a:xfrm>
        </p:grpSpPr>
        <p:grpSp>
          <p:nvGrpSpPr>
            <p:cNvPr id="3571" name="Gruppieren 3570"/>
            <p:cNvGrpSpPr/>
            <p:nvPr/>
          </p:nvGrpSpPr>
          <p:grpSpPr>
            <a:xfrm>
              <a:off x="636022" y="938772"/>
              <a:ext cx="324950" cy="1652928"/>
              <a:chOff x="1694292" y="1141150"/>
              <a:chExt cx="324950" cy="1652928"/>
            </a:xfrm>
          </p:grpSpPr>
          <p:grpSp>
            <p:nvGrpSpPr>
              <p:cNvPr id="3861" name="Gruppieren 386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863" name="Gruppieren 386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865" name="Rechteck 38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866" name="Rechteck 38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67" name="Ellipse 38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868" name="Ellipse 38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69" name="Ellipse 38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70" name="Ellipse 38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71" name="Ellipse 387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72" name="Ellipse 387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73" name="Ellipse 387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74" name="Ellipse 387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75" name="Rechteck 38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76" name="Rechteck 38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77" name="Rechteck 38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78" name="Rechteck 38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79" name="Rechteck 38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80" name="Rechteck 38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81" name="Rechteck 38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82" name="Rechteck 38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864" name="Textfeld 38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862" name="Textfeld 38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572" name="Rechteck 3571"/>
            <p:cNvSpPr/>
            <p:nvPr/>
          </p:nvSpPr>
          <p:spPr>
            <a:xfrm>
              <a:off x="396638" y="11014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73" name="Rechteck 3572"/>
            <p:cNvSpPr/>
            <p:nvPr/>
          </p:nvSpPr>
          <p:spPr>
            <a:xfrm>
              <a:off x="473414" y="12828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74" name="Rechteck 3573"/>
            <p:cNvSpPr/>
            <p:nvPr/>
          </p:nvSpPr>
          <p:spPr>
            <a:xfrm>
              <a:off x="429940" y="13255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75" name="Rechteck 3574"/>
            <p:cNvSpPr/>
            <p:nvPr/>
          </p:nvSpPr>
          <p:spPr>
            <a:xfrm>
              <a:off x="474084" y="18913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76" name="Rechteck 3575"/>
            <p:cNvSpPr/>
            <p:nvPr/>
          </p:nvSpPr>
          <p:spPr>
            <a:xfrm>
              <a:off x="430610" y="19340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577" name="Gruppieren 3576"/>
            <p:cNvGrpSpPr/>
            <p:nvPr/>
          </p:nvGrpSpPr>
          <p:grpSpPr>
            <a:xfrm>
              <a:off x="959512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832" name="Gruppieren 38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834" name="Gruppieren 38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836" name="Rechteck 38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837" name="Rechteck 38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38" name="Ellipse 38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839" name="Ellipse 38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40" name="Textfeld 38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841" name="Ellipse 38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42" name="Ellipse 38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43" name="Textfeld 38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844" name="Textfeld 38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845" name="Ellipse 38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46" name="Ellipse 38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47" name="Textfeld 38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848" name="Textfeld 38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849" name="Ellipse 38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50" name="Ellipse 38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51" name="Textfeld 38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852" name="Textfeld 38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853" name="Rechteck 38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54" name="Rechteck 38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55" name="Rechteck 38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56" name="Rechteck 38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57" name="Rechteck 38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58" name="Rechteck 38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59" name="Rechteck 38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60" name="Rechteck 38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835" name="Textfeld 38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833" name="Textfeld 38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578" name="Gruppieren 3577"/>
            <p:cNvGrpSpPr/>
            <p:nvPr/>
          </p:nvGrpSpPr>
          <p:grpSpPr>
            <a:xfrm>
              <a:off x="1286437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802" name="Gruppieren 38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804" name="Gruppieren 38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806" name="Rechteck 38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807" name="Rechteck 38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08" name="Ellipse 38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09" name="Ellipse 38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10" name="Textfeld 38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811" name="Textfeld 38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812" name="Ellipse 38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13" name="Ellipse 38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14" name="Textfeld 38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815" name="Textfeld 38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816" name="Ellipse 38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17" name="Ellipse 38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18" name="Textfeld 38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819" name="Textfeld 38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820" name="Ellipse 38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821" name="Ellipse 38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22" name="Textfeld 38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823" name="Textfeld 38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824" name="Rechteck 38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25" name="Rechteck 38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26" name="Rechteck 38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27" name="Rechteck 38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28" name="Rechteck 38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29" name="Rechteck 38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30" name="Rechteck 38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31" name="Rechteck 38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805" name="Textfeld 38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803" name="Textfeld 38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579" name="Gruppieren 3578"/>
            <p:cNvGrpSpPr/>
            <p:nvPr/>
          </p:nvGrpSpPr>
          <p:grpSpPr>
            <a:xfrm>
              <a:off x="1610416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772" name="Gruppieren 377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774" name="Gruppieren 37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776" name="Rechteck 37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77" name="Rechteck 37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78" name="Ellipse 37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79" name="Ellipse 37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80" name="Textfeld 37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781" name="Textfeld 37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782" name="Ellipse 37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83" name="Ellipse 37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84" name="Textfeld 37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785" name="Textfeld 37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786" name="Ellipse 37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87" name="Ellipse 37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88" name="Textfeld 37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789" name="Textfeld 37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790" name="Ellipse 37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91" name="Ellipse 37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92" name="Textfeld 37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793" name="Textfeld 37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794" name="Rechteck 37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95" name="Rechteck 37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96" name="Rechteck 37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97" name="Rechteck 37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98" name="Rechteck 37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99" name="Rechteck 37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00" name="Rechteck 37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801" name="Rechteck 38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75" name="Textfeld 37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773" name="Textfeld 37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580" name="Gruppieren 3579"/>
            <p:cNvGrpSpPr/>
            <p:nvPr/>
          </p:nvGrpSpPr>
          <p:grpSpPr>
            <a:xfrm>
              <a:off x="1934395" y="938772"/>
              <a:ext cx="327049" cy="1652928"/>
              <a:chOff x="1692193" y="1141150"/>
              <a:chExt cx="327049" cy="1652928"/>
            </a:xfrm>
          </p:grpSpPr>
          <p:grpSp>
            <p:nvGrpSpPr>
              <p:cNvPr id="3742" name="Gruppieren 374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744" name="Gruppieren 37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746" name="Rechteck 37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47" name="Rechteck 37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8" name="Ellipse 37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9" name="Ellipse 37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0" name="Textfeld 37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751" name="Textfeld 37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752" name="Ellipse 37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3" name="Ellipse 37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4" name="Textfeld 37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755" name="Textfeld 37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756" name="Ellipse 37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7" name="Ellipse 37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8" name="Textfeld 37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759" name="Textfeld 37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760" name="Ellipse 37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61" name="Ellipse 37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62" name="Textfeld 37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763" name="Textfeld 37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764" name="Rechteck 37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65" name="Rechteck 37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66" name="Rechteck 37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67" name="Rechteck 37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68" name="Rechteck 37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69" name="Rechteck 37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70" name="Rechteck 37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71" name="Rechteck 37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45" name="Textfeld 374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743" name="Textfeld 37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581" name="Gruppieren 3580"/>
            <p:cNvGrpSpPr/>
            <p:nvPr/>
          </p:nvGrpSpPr>
          <p:grpSpPr>
            <a:xfrm>
              <a:off x="2259149" y="938807"/>
              <a:ext cx="327049" cy="1652928"/>
              <a:chOff x="1692193" y="1141150"/>
              <a:chExt cx="327049" cy="1652928"/>
            </a:xfrm>
          </p:grpSpPr>
          <p:grpSp>
            <p:nvGrpSpPr>
              <p:cNvPr id="3712" name="Gruppieren 371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714" name="Gruppieren 37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716" name="Rechteck 37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17" name="Rechteck 37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8" name="Ellipse 37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9" name="Ellipse 37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0" name="Textfeld 37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721" name="Textfeld 37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722" name="Ellipse 37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3" name="Ellipse 37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4" name="Textfeld 37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725" name="Textfeld 37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726" name="Ellipse 37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7" name="Ellipse 37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8" name="Textfeld 37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729" name="Textfeld 37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730" name="Ellipse 37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31" name="Ellipse 37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2" name="Textfeld 37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733" name="Textfeld 37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734" name="Rechteck 37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5" name="Rechteck 37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6" name="Rechteck 37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7" name="Rechteck 37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8" name="Rechteck 37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9" name="Rechteck 37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0" name="Rechteck 37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1" name="Rechteck 37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15" name="Textfeld 37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713" name="Textfeld 37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582" name="Gruppieren 3581"/>
            <p:cNvGrpSpPr/>
            <p:nvPr/>
          </p:nvGrpSpPr>
          <p:grpSpPr>
            <a:xfrm>
              <a:off x="2583128" y="938807"/>
              <a:ext cx="327049" cy="1652928"/>
              <a:chOff x="1692193" y="1141150"/>
              <a:chExt cx="327049" cy="1652928"/>
            </a:xfrm>
          </p:grpSpPr>
          <p:grpSp>
            <p:nvGrpSpPr>
              <p:cNvPr id="3682" name="Gruppieren 368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84" name="Gruppieren 368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86" name="Rechteck 36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7" name="Rechteck 36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8" name="Ellipse 36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9" name="Ellipse 36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0" name="Textfeld 36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91" name="Textfeld 36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92" name="Ellipse 36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3" name="Ellipse 36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4" name="Textfeld 369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695" name="Textfeld 369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696" name="Ellipse 36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7" name="Ellipse 36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8" name="Textfeld 36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699" name="Textfeld 36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700" name="Ellipse 36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1" name="Ellipse 37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2" name="Textfeld 37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703" name="Textfeld 37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704" name="Rechteck 37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5" name="Rechteck 37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6" name="Rechteck 37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7" name="Rechteck 37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8" name="Rechteck 37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9" name="Rechteck 37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0" name="Rechteck 37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1" name="Rechteck 37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85" name="Textfeld 368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683" name="Textfeld 36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583" name="Gruppieren 3582"/>
            <p:cNvGrpSpPr/>
            <p:nvPr/>
          </p:nvGrpSpPr>
          <p:grpSpPr>
            <a:xfrm>
              <a:off x="2907107" y="938807"/>
              <a:ext cx="371759" cy="1652928"/>
              <a:chOff x="1692193" y="1141150"/>
              <a:chExt cx="371759" cy="1652928"/>
            </a:xfrm>
          </p:grpSpPr>
          <p:grpSp>
            <p:nvGrpSpPr>
              <p:cNvPr id="3652" name="Gruppieren 365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654" name="Gruppieren 365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56" name="Rechteck 36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57" name="Rechteck 36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8" name="Ellipse 36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9" name="Ellipse 36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0" name="Textfeld 365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61" name="Textfeld 366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62" name="Ellipse 366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3" name="Ellipse 36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4" name="Textfeld 36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665" name="Textfeld 36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666" name="Ellipse 36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7" name="Ellipse 36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8" name="Textfeld 36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669" name="Textfeld 36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670" name="Ellipse 36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1" name="Ellipse 36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2" name="Textfeld 36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73" name="Textfeld 36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74" name="Rechteck 36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5" name="Rechteck 36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6" name="Rechteck 36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7" name="Rechteck 36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8" name="Rechteck 36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9" name="Rechteck 36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0" name="Rechteck 36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1" name="Rechteck 36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55" name="Textfeld 365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3653" name="Textfeld 36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584" name="Gruppieren 3583"/>
            <p:cNvGrpSpPr/>
            <p:nvPr/>
          </p:nvGrpSpPr>
          <p:grpSpPr>
            <a:xfrm>
              <a:off x="3229943" y="945481"/>
              <a:ext cx="358092" cy="1646254"/>
              <a:chOff x="1692193" y="1147824"/>
              <a:chExt cx="358092" cy="1646254"/>
            </a:xfrm>
          </p:grpSpPr>
          <p:grpSp>
            <p:nvGrpSpPr>
              <p:cNvPr id="3622" name="Gruppieren 362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624" name="Gruppieren 36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26" name="Rechteck 36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27" name="Rechteck 36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8" name="Ellipse 36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9" name="Ellipse 36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0" name="Textfeld 36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31" name="Textfeld 36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32" name="Ellipse 36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3" name="Ellipse 36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4" name="Textfeld 36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35" name="Textfeld 36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36" name="Ellipse 36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7" name="Ellipse 36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8" name="Textfeld 36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39" name="Textfeld 36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40" name="Ellipse 36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1" name="Ellipse 36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2" name="Textfeld 36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43" name="Textfeld 36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44" name="Rechteck 36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5" name="Rechteck 36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6" name="Rechteck 36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7" name="Rechteck 36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Rechteck 36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9" name="Rechteck 36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0" name="Rechteck 36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1" name="Rechteck 36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25" name="Textfeld 36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3623" name="Textfeld 36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585" name="Gruppieren 3584"/>
            <p:cNvGrpSpPr/>
            <p:nvPr/>
          </p:nvGrpSpPr>
          <p:grpSpPr>
            <a:xfrm>
              <a:off x="3552614" y="945481"/>
              <a:ext cx="358092" cy="1646254"/>
              <a:chOff x="1692193" y="1147824"/>
              <a:chExt cx="358092" cy="1646254"/>
            </a:xfrm>
          </p:grpSpPr>
          <p:grpSp>
            <p:nvGrpSpPr>
              <p:cNvPr id="3592" name="Gruppieren 359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594" name="Gruppieren 35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96" name="Rechteck 35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97" name="Rechteck 35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8" name="Ellipse 35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9" name="Ellipse 35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0" name="Textfeld 35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01" name="Textfeld 36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02" name="Ellipse 36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3" name="Ellipse 36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4" name="Textfeld 36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05" name="Textfeld 36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06" name="Ellipse 36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7" name="Ellipse 36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8" name="Textfeld 36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609" name="Textfeld 36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610" name="Ellipse 36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1" name="Ellipse 36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2" name="Textfeld 36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613" name="Textfeld 36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614" name="Rechteck 36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5" name="Rechteck 36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6" name="Rechteck 36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7" name="Rechteck 36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8" name="Rechteck 36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9" name="Rechteck 36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0" name="Rechteck 36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1" name="Rechteck 36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95" name="Textfeld 35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3593" name="Textfeld 35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586" name="Gruppieren 3585"/>
            <p:cNvGrpSpPr/>
            <p:nvPr/>
          </p:nvGrpSpPr>
          <p:grpSpPr>
            <a:xfrm>
              <a:off x="3869626" y="953170"/>
              <a:ext cx="346437" cy="1638565"/>
              <a:chOff x="1686699" y="1155513"/>
              <a:chExt cx="346437" cy="1638565"/>
            </a:xfrm>
          </p:grpSpPr>
          <p:grpSp>
            <p:nvGrpSpPr>
              <p:cNvPr id="3588" name="Gruppieren 3587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590" name="Rechteck 3589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591" name="Textfeld 3590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3589" name="Textfeld 35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587" name="Textfeld 3586"/>
            <p:cNvSpPr txBox="1"/>
            <p:nvPr/>
          </p:nvSpPr>
          <p:spPr>
            <a:xfrm>
              <a:off x="391231" y="24226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</p:grpSp>
      <p:grpSp>
        <p:nvGrpSpPr>
          <p:cNvPr id="3883" name="Gruppieren 3882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3884" name="Gruppieren 3883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4322" name="Gruppieren 43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324" name="Gruppieren 43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326" name="Rechteck 43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27" name="Rechteck 43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8" name="Ellipse 43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29" name="Ellipse 43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0" name="Ellipse 43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1" name="Ellipse 43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2" name="Ellipse 43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3" name="Ellipse 43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4" name="Ellipse 43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5" name="Ellipse 43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6" name="Rechteck 43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7" name="Rechteck 43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8" name="Rechteck 43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9" name="Rechteck 43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0" name="Rechteck 43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1" name="Rechteck 43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2" name="Rechteck 43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3" name="Rechteck 43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25" name="Textfeld 43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323" name="Textfeld 43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885" name="Rechteck 3884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6" name="Rechteck 3885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7" name="Rechteck 3886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8" name="Rechteck 3887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9" name="Rechteck 3888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890" name="Gruppieren 3889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92" name="Gruppieren 42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94" name="Gruppieren 42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96" name="Rechteck 42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97" name="Rechteck 42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8" name="Ellipse 42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99" name="Ellipse 42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0" name="Textfeld 42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301" name="Textfeld 43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302" name="Ellipse 43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3" name="Ellipse 43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4" name="Textfeld 43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05" name="Textfeld 43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06" name="Ellipse 43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7" name="Ellipse 43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8" name="Textfeld 43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09" name="Textfeld 43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10" name="Ellipse 43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1" name="Ellipse 43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2" name="Textfeld 43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313" name="Textfeld 43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314" name="Rechteck 43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5" name="Rechteck 43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6" name="Rechteck 43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7" name="Rechteck 43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8" name="Rechteck 43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9" name="Rechteck 43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0" name="Rechteck 43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1" name="Rechteck 43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95" name="Textfeld 42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293" name="Textfeld 42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1" name="Gruppieren 3890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62" name="Gruppieren 42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64" name="Gruppieren 42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66" name="Rechteck 42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67" name="Rechteck 42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8" name="Ellipse 42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9" name="Ellipse 42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0" name="Textfeld 42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71" name="Textfeld 42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72" name="Ellipse 42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3" name="Ellipse 42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4" name="Textfeld 42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75" name="Textfeld 42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76" name="Ellipse 42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7" name="Ellipse 42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8" name="Textfeld 42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79" name="Textfeld 42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80" name="Ellipse 42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81" name="Ellipse 42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2" name="Textfeld 42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83" name="Textfeld 42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84" name="Rechteck 42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5" name="Rechteck 42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6" name="Rechteck 42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7" name="Rechteck 42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8" name="Rechteck 42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9" name="Rechteck 42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0" name="Rechteck 42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1" name="Rechteck 42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65" name="Textfeld 42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4263" name="Textfeld 42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2" name="Gruppieren 3891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32" name="Gruppieren 42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34" name="Gruppieren 42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36" name="Rechteck 42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37" name="Rechteck 42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8" name="Ellipse 42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9" name="Ellipse 42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0" name="Textfeld 42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41" name="Textfeld 42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42" name="Ellipse 42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3" name="Ellipse 42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4" name="Textfeld 42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45" name="Textfeld 42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46" name="Ellipse 42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7" name="Ellipse 42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8" name="Textfeld 42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49" name="Textfeld 42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50" name="Ellipse 42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1" name="Ellipse 42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2" name="Textfeld 42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53" name="Textfeld 42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54" name="Rechteck 42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5" name="Rechteck 42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6" name="Rechteck 42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7" name="Rechteck 42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8" name="Rechteck 42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9" name="Rechteck 42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0" name="Rechteck 42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1" name="Rechteck 42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35" name="Textfeld 42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4233" name="Textfeld 42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3" name="Gruppieren 3892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02" name="Gruppieren 42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04" name="Gruppieren 42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06" name="Rechteck 42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07" name="Rechteck 42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8" name="Ellipse 42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9" name="Ellipse 42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0" name="Textfeld 42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11" name="Textfeld 42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12" name="Ellipse 42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3" name="Ellipse 42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4" name="Textfeld 42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15" name="Textfeld 42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16" name="Ellipse 42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7" name="Ellipse 42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8" name="Textfeld 42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19" name="Textfeld 42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20" name="Ellipse 42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1" name="Ellipse 42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2" name="Textfeld 42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23" name="Textfeld 42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24" name="Rechteck 42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5" name="Rechteck 42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6" name="Rechteck 42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7" name="Rechteck 42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8" name="Rechteck 42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9" name="Rechteck 42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0" name="Rechteck 42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1" name="Rechteck 42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05" name="Textfeld 42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203" name="Textfeld 42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4" name="Gruppieren 3893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172" name="Gruppieren 417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174" name="Gruppieren 41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76" name="Rechteck 41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77" name="Rechteck 41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8" name="Ellipse 41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9" name="Ellipse 41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0" name="Textfeld 41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81" name="Textfeld 41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82" name="Ellipse 41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83" name="Ellipse 41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84" name="Textfeld 41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85" name="Textfeld 41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86" name="Ellipse 41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7" name="Ellipse 41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88" name="Textfeld 4187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89" name="Textfeld 41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90" name="Ellipse 41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1" name="Ellipse 41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2" name="Textfeld 41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93" name="Textfeld 41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94" name="Rechteck 41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5" name="Rechteck 41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6" name="Rechteck 41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7" name="Rechteck 41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8" name="Rechteck 41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9" name="Rechteck 41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0" name="Rechteck 41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1" name="Rechteck 42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75" name="Textfeld 41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173" name="Textfeld 41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5" name="Gruppieren 3894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142" name="Gruppieren 414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144" name="Gruppieren 41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46" name="Rechteck 41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47" name="Rechteck 41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8" name="Ellipse 41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9" name="Ellipse 41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0" name="Textfeld 41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51" name="Textfeld 41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52" name="Ellipse 41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3" name="Ellipse 41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4" name="Textfeld 41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55" name="Textfeld 41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56" name="Ellipse 41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7" name="Ellipse 41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8" name="Textfeld 41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59" name="Textfeld 41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60" name="Ellipse 41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61" name="Ellipse 41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2" name="Textfeld 41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63" name="Textfeld 41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64" name="Rechteck 41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5" name="Rechteck 41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6" name="Rechteck 41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7" name="Rechteck 41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8" name="Rechteck 41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9" name="Rechteck 41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0" name="Rechteck 41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1" name="Rechteck 41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45" name="Textfeld 414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4143" name="Textfeld 41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6" name="Gruppieren 3895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4112" name="Gruppieren 4111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4114" name="Gruppieren 41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16" name="Rechteck 41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17" name="Rechteck 41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8" name="Ellipse 41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9" name="Ellipse 41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0" name="Textfeld 41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21" name="Textfeld 41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22" name="Ellipse 41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3" name="Ellipse 41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4" name="Textfeld 41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25" name="Textfeld 41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26" name="Ellipse 41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7" name="Ellipse 41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8" name="Textfeld 41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29" name="Textfeld 41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30" name="Ellipse 41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1" name="Ellipse 41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2" name="Textfeld 41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33" name="Textfeld 41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34" name="Rechteck 41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5" name="Rechteck 41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6" name="Rechteck 41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7" name="Rechteck 41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8" name="Rechteck 41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9" name="Rechteck 41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0" name="Rechteck 41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1" name="Rechteck 41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15" name="Textfeld 4114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4113" name="Textfeld 41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897" name="Gruppieren 3896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4082" name="Gruppieren 408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84" name="Gruppieren 408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86" name="Rechteck 40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87" name="Rechteck 40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8" name="Ellipse 40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89" name="Ellipse 40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0" name="Textfeld 40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91" name="Textfeld 40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92" name="Ellipse 40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3" name="Ellipse 40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4" name="Textfeld 409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95" name="Textfeld 409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96" name="Ellipse 40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7" name="Ellipse 40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8" name="Textfeld 40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99" name="Textfeld 40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00" name="Ellipse 40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1" name="Ellipse 41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2" name="Textfeld 41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03" name="Textfeld 41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04" name="Rechteck 41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5" name="Rechteck 41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6" name="Rechteck 41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7" name="Rechteck 41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8" name="Rechteck 41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9" name="Rechteck 41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0" name="Rechteck 41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1" name="Rechteck 41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85" name="Textfeld 408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4083" name="Textfeld 40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898" name="Gruppieren 3897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4052" name="Gruppieren 405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54" name="Gruppieren 405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56" name="Rechteck 40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57" name="Rechteck 40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8" name="Ellipse 40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9" name="Ellipse 40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0" name="Textfeld 405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61" name="Textfeld 406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62" name="Ellipse 406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3" name="Ellipse 40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4" name="Textfeld 40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65" name="Textfeld 40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66" name="Ellipse 40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7" name="Ellipse 40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8" name="Textfeld 40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69" name="Textfeld 40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70" name="Ellipse 40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1" name="Ellipse 40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2" name="Textfeld 40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73" name="Textfeld 40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74" name="Rechteck 40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5" name="Rechteck 40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6" name="Rechteck 40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7" name="Rechteck 40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8" name="Rechteck 40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9" name="Rechteck 40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0" name="Rechteck 40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1" name="Rechteck 40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55" name="Textfeld 405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4053" name="Textfeld 40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899" name="Gruppieren 3898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4022" name="Gruppieren 402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24" name="Gruppieren 40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26" name="Rechteck 4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27" name="Rechteck 4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8" name="Ellipse 4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9" name="Ellipse 4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0" name="Textfeld 40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31" name="Textfeld 40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32" name="Ellipse 40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3" name="Ellipse 40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4" name="Textfeld 40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35" name="Textfeld 40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36" name="Ellipse 40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7" name="Ellipse 40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8" name="Textfeld 40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39" name="Textfeld 40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40" name="Ellipse 40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1" name="Ellipse 40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2" name="Textfeld 40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43" name="Textfeld 40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44" name="Rechteck 40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5" name="Rechteck 40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6" name="Rechteck 40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7" name="Rechteck 40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8" name="Rechteck 40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9" name="Rechteck 40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0" name="Rechteck 40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1" name="Rechteck 40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25" name="Textfeld 40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4023" name="Textfeld 4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900" name="Gruppieren 3899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3992" name="Gruppieren 399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994" name="Gruppieren 3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996" name="Rechteck 3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97" name="Rechteck 3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8" name="Ellipse 3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9" name="Ellipse 3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0" name="Textfeld 3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01" name="Textfeld 4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02" name="Ellipse 4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3" name="Ellipse 4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4" name="Textfeld 4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05" name="Textfeld 4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06" name="Ellipse 4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7" name="Ellipse 4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8" name="Textfeld 4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09" name="Textfeld 4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10" name="Ellipse 4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1" name="Ellipse 4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2" name="Textfeld 4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13" name="Textfeld 4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14" name="Rechteck 4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5" name="Rechteck 4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6" name="Rechteck 4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7" name="Rechteck 4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8" name="Rechteck 4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9" name="Rechteck 4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0" name="Rechteck 4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1" name="Rechteck 4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95" name="Textfeld 39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3993" name="Textfeld 3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901" name="Gruppieren 3900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3966" name="Gruppieren 3965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3968" name="Gruppieren 3967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3970" name="Rechteck 3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71" name="Rechteck 3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2" name="Ellipse 3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3" name="Ellipse 3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4" name="Ellipse 3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5" name="Ellipse 3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6" name="Textfeld 397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77" name="Textfeld 397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78" name="Ellipse 397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9" name="Ellipse 397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0" name="Textfeld 3979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981" name="Textfeld 398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982" name="Ellipse 39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3" name="Ellipse 39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4" name="Rechteck 3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5" name="Rechteck 3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6" name="Rechteck 3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7" name="Rechteck 3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8" name="Rechteck 3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9" name="Rechteck 3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0" name="Rechteck 3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1" name="Rechteck 3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69" name="Textfeld 396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3967" name="Textfeld 3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902" name="Gruppieren 3901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3938" name="Gruppieren 393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3940" name="Gruppieren 393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942" name="Rechteck 39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43" name="Rechteck 39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4" name="Ellipse 39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5" name="Ellipse 39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6" name="Textfeld 39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947" name="Textfeld 39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948" name="Ellipse 39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9" name="Ellipse 39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0" name="Ellipse 3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1" name="Ellipse 3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2" name="Textfeld 3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53" name="Textfeld 3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54" name="Ellipse 3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5" name="Ellipse 3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6" name="Textfeld 3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57" name="Textfeld 3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58" name="Rechteck 3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9" name="Rechteck 3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0" name="Rechteck 3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1" name="Rechteck 3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2" name="Rechteck 3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3" name="Rechteck 3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4" name="Rechteck 3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5" name="Rechteck 3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41" name="Textfeld 394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3939" name="Textfeld 39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903" name="Gruppieren 3902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3910" name="Gruppieren 390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3912" name="Gruppieren 391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914" name="Rechteck 39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15" name="Rechteck 39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6" name="Ellipse 39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7" name="Ellipse 39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8" name="Textfeld 39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919" name="Textfeld 39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920" name="Ellipse 39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1" name="Ellipse 39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2" name="Ellipse 3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3" name="Ellipse 3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4" name="Textfeld 3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25" name="Textfeld 3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26" name="Ellipse 3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7" name="Ellipse 3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8" name="Textfeld 3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29" name="Textfeld 3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30" name="Rechteck 3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1" name="Rechteck 3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2" name="Rechteck 3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3" name="Rechteck 3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4" name="Rechteck 3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5" name="Rechteck 3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6" name="Rechteck 3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7" name="Rechteck 3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13" name="Textfeld 391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3911" name="Textfeld 39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904" name="Gruppieren 3903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3906" name="Gruppieren 3905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3908" name="Rechteck 390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909" name="Textfeld 390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3907" name="Textfeld 39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905" name="Textfeld 3904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4344" name="Gruppieren 4343"/>
          <p:cNvGrpSpPr/>
          <p:nvPr/>
        </p:nvGrpSpPr>
        <p:grpSpPr>
          <a:xfrm>
            <a:off x="5600322" y="2852983"/>
            <a:ext cx="2194864" cy="1655156"/>
            <a:chOff x="5600322" y="2852983"/>
            <a:chExt cx="2194864" cy="1655156"/>
          </a:xfrm>
        </p:grpSpPr>
        <p:grpSp>
          <p:nvGrpSpPr>
            <p:cNvPr id="4345" name="Gruppieren 4344"/>
            <p:cNvGrpSpPr/>
            <p:nvPr/>
          </p:nvGrpSpPr>
          <p:grpSpPr>
            <a:xfrm>
              <a:off x="5844088" y="2854124"/>
              <a:ext cx="324950" cy="1652928"/>
              <a:chOff x="1694292" y="1141150"/>
              <a:chExt cx="324950" cy="1652928"/>
            </a:xfrm>
          </p:grpSpPr>
          <p:grpSp>
            <p:nvGrpSpPr>
              <p:cNvPr id="4480" name="Gruppieren 447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482" name="Gruppieren 448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484" name="Rechteck 44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85" name="Rechteck 44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6" name="Ellipse 44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87" name="Ellipse 44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8" name="Ellipse 44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9" name="Ellipse 44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0" name="Ellipse 44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1" name="Ellipse 44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2" name="Ellipse 44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3" name="Ellipse 44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4" name="Rechteck 44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5" name="Rechteck 44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6" name="Rechteck 44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7" name="Rechteck 44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8" name="Rechteck 44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9" name="Rechteck 44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00" name="Rechteck 44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01" name="Rechteck 45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83" name="Textfeld 44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481" name="Textfeld 44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4346" name="Rechteck 4345"/>
            <p:cNvSpPr/>
            <p:nvPr/>
          </p:nvSpPr>
          <p:spPr>
            <a:xfrm>
              <a:off x="5604704" y="3016825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47" name="Rechteck 4346"/>
            <p:cNvSpPr/>
            <p:nvPr/>
          </p:nvSpPr>
          <p:spPr>
            <a:xfrm>
              <a:off x="5681480" y="3198225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48" name="Rechteck 4347"/>
            <p:cNvSpPr/>
            <p:nvPr/>
          </p:nvSpPr>
          <p:spPr>
            <a:xfrm>
              <a:off x="5638006" y="3240901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49" name="Rechteck 4348"/>
            <p:cNvSpPr/>
            <p:nvPr/>
          </p:nvSpPr>
          <p:spPr>
            <a:xfrm>
              <a:off x="5682150" y="380671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50" name="Rechteck 4349"/>
            <p:cNvSpPr/>
            <p:nvPr/>
          </p:nvSpPr>
          <p:spPr>
            <a:xfrm>
              <a:off x="5638676" y="384939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351" name="Gruppieren 4350"/>
            <p:cNvGrpSpPr/>
            <p:nvPr/>
          </p:nvGrpSpPr>
          <p:grpSpPr>
            <a:xfrm>
              <a:off x="6167578" y="2854124"/>
              <a:ext cx="327049" cy="1652928"/>
              <a:chOff x="1692193" y="1141150"/>
              <a:chExt cx="327049" cy="1652928"/>
            </a:xfrm>
          </p:grpSpPr>
          <p:grpSp>
            <p:nvGrpSpPr>
              <p:cNvPr id="4450" name="Gruppieren 44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452" name="Gruppieren 44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454" name="Rechteck 44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55" name="Rechteck 44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6" name="Ellipse 44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57" name="Ellipse 44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8" name="Textfeld 44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59" name="Textfeld 44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60" name="Ellipse 44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1" name="Ellipse 44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2" name="Textfeld 44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463" name="Textfeld 44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464" name="Ellipse 44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5" name="Ellipse 44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6" name="Textfeld 44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467" name="Textfeld 44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468" name="Ellipse 4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9" name="Ellipse 4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0" name="Textfeld 44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471" name="Textfeld 44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472" name="Rechteck 44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3" name="Rechteck 44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4" name="Rechteck 44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5" name="Rechteck 44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6" name="Rechteck 44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7" name="Rechteck 44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8" name="Rechteck 44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9" name="Rechteck 44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53" name="Textfeld 44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451" name="Textfeld 44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4352" name="Gruppieren 4351"/>
            <p:cNvGrpSpPr/>
            <p:nvPr/>
          </p:nvGrpSpPr>
          <p:grpSpPr>
            <a:xfrm>
              <a:off x="6817000" y="2855211"/>
              <a:ext cx="327049" cy="1652928"/>
              <a:chOff x="1692193" y="1141150"/>
              <a:chExt cx="327049" cy="1652928"/>
            </a:xfrm>
          </p:grpSpPr>
          <p:grpSp>
            <p:nvGrpSpPr>
              <p:cNvPr id="4420" name="Gruppieren 44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422" name="Gruppieren 44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424" name="Rechteck 44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25" name="Rechteck 44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6" name="Ellipse 44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7" name="Ellipse 44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8" name="Textfeld 44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29" name="Textfeld 44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30" name="Ellipse 44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1" name="Ellipse 44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2" name="Textfeld 44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433" name="Textfeld 44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434" name="Ellipse 44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5" name="Ellipse 44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6" name="Textfeld 4435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437" name="Textfeld 4436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438" name="Ellipse 44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39" name="Ellipse 44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0" name="Textfeld 44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441" name="Textfeld 44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442" name="Rechteck 44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3" name="Rechteck 44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4" name="Rechteck 44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5" name="Rechteck 44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6" name="Rechteck 44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7" name="Rechteck 44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8" name="Rechteck 44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9" name="Rechteck 44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23" name="Textfeld 44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421" name="Textfeld 44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4353" name="Gruppieren 4352"/>
            <p:cNvGrpSpPr/>
            <p:nvPr/>
          </p:nvGrpSpPr>
          <p:grpSpPr>
            <a:xfrm>
              <a:off x="7144456" y="2855211"/>
              <a:ext cx="326518" cy="1652928"/>
              <a:chOff x="1692724" y="1141150"/>
              <a:chExt cx="326518" cy="1652928"/>
            </a:xfrm>
          </p:grpSpPr>
          <p:grpSp>
            <p:nvGrpSpPr>
              <p:cNvPr id="4392" name="Gruppieren 4391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4394" name="Gruppieren 43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4396" name="Rechteck 43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97" name="Rechteck 43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8" name="Ellipse 43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9" name="Ellipse 43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0" name="Textfeld 43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01" name="Textfeld 44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02" name="Ellipse 44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3" name="Ellipse 44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4" name="Ellipse 44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5" name="Ellipse 44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6" name="Textfeld 44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407" name="Textfeld 44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408" name="Ellipse 44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09" name="Ellipse 44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0" name="Textfeld 44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411" name="Textfeld 44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412" name="Rechteck 44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3" name="Rechteck 44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4" name="Rechteck 44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5" name="Rechteck 44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6" name="Rechteck 44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7" name="Rechteck 44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8" name="Rechteck 44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9" name="Rechteck 44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95" name="Textfeld 43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4393" name="Textfeld 43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4354" name="Gruppieren 4353"/>
            <p:cNvGrpSpPr/>
            <p:nvPr/>
          </p:nvGrpSpPr>
          <p:grpSpPr>
            <a:xfrm>
              <a:off x="7470236" y="2852983"/>
              <a:ext cx="324950" cy="1655156"/>
              <a:chOff x="1694292" y="1138922"/>
              <a:chExt cx="324950" cy="1655156"/>
            </a:xfrm>
          </p:grpSpPr>
          <p:grpSp>
            <p:nvGrpSpPr>
              <p:cNvPr id="4388" name="Gruppieren 4387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4390" name="Rechteck 43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4391" name="Textfeld 4390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4389" name="Textfeld 43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4355" name="Textfeld 4354"/>
            <p:cNvSpPr txBox="1"/>
            <p:nvPr/>
          </p:nvSpPr>
          <p:spPr>
            <a:xfrm>
              <a:off x="5600322" y="4338898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4356" name="Gruppieren 4355"/>
            <p:cNvGrpSpPr/>
            <p:nvPr/>
          </p:nvGrpSpPr>
          <p:grpSpPr>
            <a:xfrm>
              <a:off x="6492122" y="2854124"/>
              <a:ext cx="327049" cy="1652928"/>
              <a:chOff x="3479230" y="1278375"/>
              <a:chExt cx="327049" cy="1652928"/>
            </a:xfrm>
          </p:grpSpPr>
          <p:grpSp>
            <p:nvGrpSpPr>
              <p:cNvPr id="4357" name="Gruppieren 4356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4361" name="Gruppieren 4360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4363" name="Gruppieren 4362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4365" name="Rechteck 436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366" name="Rechteck 436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67" name="Ellipse 436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68" name="Ellipse 436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69" name="Textfeld 4368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4370" name="Ellipse 436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1" name="Ellipse 437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2" name="Textfeld 437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373" name="Textfeld 437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374" name="Ellipse 437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5" name="Ellipse 437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6" name="Textfeld 437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4377" name="Textfeld 437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4378" name="Ellipse 437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379" name="Ellipse 437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0" name="Rechteck 437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1" name="Rechteck 438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2" name="Rechteck 438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3" name="Rechteck 438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4" name="Rechteck 438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5" name="Rechteck 438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6" name="Rechteck 438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7" name="Rechteck 438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4364" name="Textfeld 436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4362" name="Textfeld 436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4358" name="Textfeld 435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4359" name="Textfeld 435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4360" name="Textfeld 435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4502" name="Gruppieren 4501"/>
          <p:cNvGrpSpPr/>
          <p:nvPr/>
        </p:nvGrpSpPr>
        <p:grpSpPr>
          <a:xfrm>
            <a:off x="391231" y="4873212"/>
            <a:ext cx="1866985" cy="1656756"/>
            <a:chOff x="391231" y="4873212"/>
            <a:chExt cx="1866985" cy="1656756"/>
          </a:xfrm>
        </p:grpSpPr>
        <p:grpSp>
          <p:nvGrpSpPr>
            <p:cNvPr id="4503" name="Gruppieren 4502"/>
            <p:cNvGrpSpPr/>
            <p:nvPr/>
          </p:nvGrpSpPr>
          <p:grpSpPr>
            <a:xfrm>
              <a:off x="635039" y="4873212"/>
              <a:ext cx="324950" cy="1652928"/>
              <a:chOff x="1694292" y="1141150"/>
              <a:chExt cx="324950" cy="1652928"/>
            </a:xfrm>
          </p:grpSpPr>
          <p:grpSp>
            <p:nvGrpSpPr>
              <p:cNvPr id="4608" name="Gruppieren 460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610" name="Gruppieren 460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612" name="Rechteck 46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13" name="Rechteck 46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4" name="Ellipse 46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15" name="Ellipse 46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6" name="Ellipse 46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7" name="Ellipse 46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8" name="Ellipse 46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9" name="Ellipse 46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0" name="Ellipse 46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1" name="Ellipse 46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2" name="Rechteck 46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3" name="Rechteck 46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4" name="Rechteck 46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5" name="Rechteck 46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6" name="Rechteck 46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7" name="Rechteck 46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8" name="Rechteck 46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9" name="Rechteck 46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611" name="Textfeld 46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609" name="Textfeld 46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4504" name="Rechteck 4503"/>
            <p:cNvSpPr/>
            <p:nvPr/>
          </p:nvSpPr>
          <p:spPr>
            <a:xfrm>
              <a:off x="395655" y="503591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5" name="Rechteck 4504"/>
            <p:cNvSpPr/>
            <p:nvPr/>
          </p:nvSpPr>
          <p:spPr>
            <a:xfrm>
              <a:off x="472431" y="521731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6" name="Rechteck 4505"/>
            <p:cNvSpPr/>
            <p:nvPr/>
          </p:nvSpPr>
          <p:spPr>
            <a:xfrm>
              <a:off x="428957" y="525998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7" name="Rechteck 4506"/>
            <p:cNvSpPr/>
            <p:nvPr/>
          </p:nvSpPr>
          <p:spPr>
            <a:xfrm>
              <a:off x="473101" y="582580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8" name="Rechteck 4507"/>
            <p:cNvSpPr/>
            <p:nvPr/>
          </p:nvSpPr>
          <p:spPr>
            <a:xfrm>
              <a:off x="429627" y="586848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509" name="Gruppieren 4508"/>
            <p:cNvGrpSpPr/>
            <p:nvPr/>
          </p:nvGrpSpPr>
          <p:grpSpPr>
            <a:xfrm>
              <a:off x="958529" y="4873212"/>
              <a:ext cx="327049" cy="1652928"/>
              <a:chOff x="1692193" y="1141150"/>
              <a:chExt cx="327049" cy="1652928"/>
            </a:xfrm>
          </p:grpSpPr>
          <p:grpSp>
            <p:nvGrpSpPr>
              <p:cNvPr id="4578" name="Gruppieren 45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580" name="Gruppieren 45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582" name="Rechteck 45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83" name="Rechteck 45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4" name="Ellipse 45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85" name="Ellipse 45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6" name="Textfeld 45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587" name="Textfeld 45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588" name="Ellipse 45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9" name="Ellipse 45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0" name="Textfeld 45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91" name="Textfeld 45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92" name="Ellipse 45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3" name="Ellipse 45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4" name="Textfeld 45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595" name="Textfeld 45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596" name="Ellipse 45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7" name="Ellipse 45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8" name="Textfeld 45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599" name="Textfeld 45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600" name="Rechteck 45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1" name="Rechteck 46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2" name="Rechteck 46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3" name="Rechteck 46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4" name="Rechteck 46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5" name="Rechteck 46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6" name="Rechteck 46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7" name="Rechteck 46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581" name="Textfeld 45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579" name="Textfeld 45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4510" name="Gruppieren 4509"/>
            <p:cNvGrpSpPr/>
            <p:nvPr/>
          </p:nvGrpSpPr>
          <p:grpSpPr>
            <a:xfrm>
              <a:off x="1283861" y="4875030"/>
              <a:ext cx="327049" cy="1652928"/>
              <a:chOff x="1692193" y="1141150"/>
              <a:chExt cx="327049" cy="1652928"/>
            </a:xfrm>
          </p:grpSpPr>
          <p:grpSp>
            <p:nvGrpSpPr>
              <p:cNvPr id="4548" name="Gruppieren 4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550" name="Gruppieren 4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552" name="Rechteck 4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53" name="Rechteck 4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4" name="Ellipse 45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5" name="Ellipse 45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6" name="Textfeld 45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557" name="Textfeld 45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558" name="Ellipse 45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9" name="Ellipse 45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0" name="Textfeld 45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561" name="Textfeld 45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562" name="Ellipse 45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3" name="Ellipse 45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4" name="Textfeld 45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565" name="Textfeld 45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566" name="Ellipse 45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7" name="Ellipse 45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8" name="Textfeld 45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569" name="Textfeld 45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570" name="Rechteck 45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1" name="Rechteck 45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2" name="Rechteck 45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3" name="Rechteck 45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4" name="Rechteck 45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5" name="Rechteck 45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6" name="Rechteck 45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7" name="Rechteck 45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551" name="Textfeld 4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4549" name="Textfeld 4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4511" name="Gruppieren 4510"/>
            <p:cNvGrpSpPr/>
            <p:nvPr/>
          </p:nvGrpSpPr>
          <p:grpSpPr>
            <a:xfrm>
              <a:off x="1607540" y="4875740"/>
              <a:ext cx="327049" cy="1652928"/>
              <a:chOff x="1692193" y="1141150"/>
              <a:chExt cx="327049" cy="1652928"/>
            </a:xfrm>
          </p:grpSpPr>
          <p:grpSp>
            <p:nvGrpSpPr>
              <p:cNvPr id="4518" name="Gruppieren 451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520" name="Gruppieren 451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522" name="Rechteck 45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23" name="Rechteck 45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4" name="Ellipse 45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5" name="Ellipse 45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6" name="Textfeld 452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527" name="Textfeld 452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528" name="Ellipse 452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9" name="Ellipse 452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0" name="Textfeld 452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31" name="Textfeld 453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32" name="Ellipse 45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3" name="Ellipse 45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4" name="Textfeld 45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535" name="Textfeld 45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536" name="Ellipse 45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37" name="Ellipse 45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8" name="Textfeld 45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539" name="Textfeld 45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540" name="Rechteck 45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1" name="Rechteck 45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2" name="Rechteck 45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3" name="Rechteck 45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4" name="Rechteck 45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5" name="Rechteck 45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6" name="Rechteck 45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7" name="Rechteck 45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521" name="Textfeld 452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4519" name="Textfeld 451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4512" name="Gruppieren 4511"/>
            <p:cNvGrpSpPr/>
            <p:nvPr/>
          </p:nvGrpSpPr>
          <p:grpSpPr>
            <a:xfrm>
              <a:off x="1933266" y="4877040"/>
              <a:ext cx="324950" cy="1652928"/>
              <a:chOff x="1694292" y="1141150"/>
              <a:chExt cx="324950" cy="1652928"/>
            </a:xfrm>
          </p:grpSpPr>
          <p:grpSp>
            <p:nvGrpSpPr>
              <p:cNvPr id="4514" name="Gruppieren 451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4516" name="Rechteck 451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4517" name="Textfeld 451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515" name="Textfeld 451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4513" name="Textfeld 4512"/>
            <p:cNvSpPr txBox="1"/>
            <p:nvPr/>
          </p:nvSpPr>
          <p:spPr>
            <a:xfrm>
              <a:off x="391231" y="635625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57104118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17</a:t>
            </a:r>
            <a:endParaRPr lang="de-DE" dirty="0"/>
          </a:p>
        </p:txBody>
      </p:sp>
      <p:grpSp>
        <p:nvGrpSpPr>
          <p:cNvPr id="3113" name="Gruppieren 3112"/>
          <p:cNvGrpSpPr/>
          <p:nvPr/>
        </p:nvGrpSpPr>
        <p:grpSpPr>
          <a:xfrm>
            <a:off x="391231" y="938772"/>
            <a:ext cx="4478656" cy="1652928"/>
            <a:chOff x="2562931" y="1103872"/>
            <a:chExt cx="4478656" cy="1652928"/>
          </a:xfrm>
        </p:grpSpPr>
        <p:grpSp>
          <p:nvGrpSpPr>
            <p:cNvPr id="3114" name="Gruppieren 3113"/>
            <p:cNvGrpSpPr/>
            <p:nvPr/>
          </p:nvGrpSpPr>
          <p:grpSpPr>
            <a:xfrm>
              <a:off x="2562931" y="1103872"/>
              <a:ext cx="4478656" cy="1652928"/>
              <a:chOff x="1449501" y="1141150"/>
              <a:chExt cx="4478656" cy="1652928"/>
            </a:xfrm>
          </p:grpSpPr>
          <p:grpSp>
            <p:nvGrpSpPr>
              <p:cNvPr id="3116" name="Gruppieren 3115"/>
              <p:cNvGrpSpPr/>
              <p:nvPr/>
            </p:nvGrpSpPr>
            <p:grpSpPr>
              <a:xfrm>
                <a:off x="1694292" y="1141150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6523" name="Gruppieren 6522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6525" name="Gruppieren 6524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6527" name="Rechteck 652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528" name="Rechteck 652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29" name="Ellipse 652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530" name="Ellipse 652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1" name="Ellipse 653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2" name="Ellipse 653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3" name="Ellipse 653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4" name="Ellipse 653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5" name="Ellipse 653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6" name="Ellipse 653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7" name="Rechteck 653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8" name="Rechteck 653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9" name="Rechteck 653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40" name="Rechteck 653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41" name="Rechteck 654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42" name="Rechteck 654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43" name="Rechteck 654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44" name="Rechteck 654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6526" name="Textfeld 652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6524" name="Textfeld 652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BK1100</a:t>
                  </a:r>
                </a:p>
              </p:txBody>
            </p:sp>
          </p:grpSp>
          <p:sp>
            <p:nvSpPr>
              <p:cNvPr id="3117" name="Rechteck 3116"/>
              <p:cNvSpPr/>
              <p:nvPr/>
            </p:nvSpPr>
            <p:spPr>
              <a:xfrm>
                <a:off x="1454908" y="1303851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18" name="Rechteck 3117"/>
              <p:cNvSpPr/>
              <p:nvPr/>
            </p:nvSpPr>
            <p:spPr>
              <a:xfrm>
                <a:off x="1531684" y="1485251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19" name="Rechteck 3118"/>
              <p:cNvSpPr/>
              <p:nvPr/>
            </p:nvSpPr>
            <p:spPr>
              <a:xfrm>
                <a:off x="1488210" y="1527927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20" name="Rechteck 3119"/>
              <p:cNvSpPr/>
              <p:nvPr/>
            </p:nvSpPr>
            <p:spPr>
              <a:xfrm>
                <a:off x="1532354" y="2093742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21" name="Rechteck 3120"/>
              <p:cNvSpPr/>
              <p:nvPr/>
            </p:nvSpPr>
            <p:spPr>
              <a:xfrm>
                <a:off x="1488880" y="2136418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122" name="Gruppieren 3121"/>
              <p:cNvGrpSpPr/>
              <p:nvPr/>
            </p:nvGrpSpPr>
            <p:grpSpPr>
              <a:xfrm>
                <a:off x="2017782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6494" name="Gruppieren 649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6496" name="Gruppieren 649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6498" name="Rechteck 649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499" name="Rechteck 649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00" name="Ellipse 649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501" name="Ellipse 650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02" name="Textfeld 650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6503" name="Ellipse 650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04" name="Ellipse 650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05" name="Textfeld 6504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506" name="Textfeld 6505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507" name="Ellipse 650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08" name="Ellipse 650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09" name="Textfeld 6508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510" name="Textfeld 6509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511" name="Ellipse 651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12" name="Ellipse 651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13" name="Textfeld 6512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6514" name="Textfeld 6513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6515" name="Rechteck 651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16" name="Rechteck 651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17" name="Rechteck 651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18" name="Rechteck 651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19" name="Rechteck 651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20" name="Rechteck 651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21" name="Rechteck 652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22" name="Rechteck 652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6497" name="Textfeld 649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6495" name="Textfeld 649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3123" name="Gruppieren 3122"/>
              <p:cNvGrpSpPr/>
              <p:nvPr/>
            </p:nvGrpSpPr>
            <p:grpSpPr>
              <a:xfrm>
                <a:off x="2344707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6464" name="Gruppieren 646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6466" name="Gruppieren 646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6468" name="Rechteck 646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469" name="Rechteck 646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70" name="Ellipse 646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71" name="Ellipse 647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72" name="Textfeld 647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6473" name="Textfeld 647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6474" name="Ellipse 647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75" name="Ellipse 647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76" name="Textfeld 647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77" name="Textfeld 647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78" name="Ellipse 647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79" name="Ellipse 647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80" name="Textfeld 647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81" name="Textfeld 648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82" name="Ellipse 648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483" name="Ellipse 648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84" name="Textfeld 648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6485" name="Textfeld 648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6486" name="Rechteck 648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87" name="Rechteck 648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88" name="Rechteck 648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89" name="Rechteck 648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90" name="Rechteck 648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91" name="Rechteck 649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92" name="Rechteck 649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93" name="Rechteck 649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6467" name="Textfeld 646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6465" name="Textfeld 646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3124" name="Gruppieren 3123"/>
              <p:cNvGrpSpPr/>
              <p:nvPr/>
            </p:nvGrpSpPr>
            <p:grpSpPr>
              <a:xfrm>
                <a:off x="2668686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6434" name="Gruppieren 643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6436" name="Gruppieren 643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6438" name="Rechteck 643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439" name="Rechteck 643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40" name="Ellipse 643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41" name="Ellipse 644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42" name="Textfeld 644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6443" name="Textfeld 644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6444" name="Ellipse 644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45" name="Ellipse 644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46" name="Textfeld 644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47" name="Textfeld 644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48" name="Ellipse 644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49" name="Ellipse 644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50" name="Textfeld 644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51" name="Textfeld 645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52" name="Ellipse 645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53" name="Ellipse 645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54" name="Textfeld 645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6455" name="Textfeld 645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6456" name="Rechteck 645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57" name="Rechteck 645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58" name="Rechteck 645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59" name="Rechteck 645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60" name="Rechteck 645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61" name="Rechteck 646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62" name="Rechteck 646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63" name="Rechteck 646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6437" name="Textfeld 643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6435" name="Textfeld 643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3125" name="Gruppieren 3124"/>
              <p:cNvGrpSpPr/>
              <p:nvPr/>
            </p:nvGrpSpPr>
            <p:grpSpPr>
              <a:xfrm>
                <a:off x="2992665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6404" name="Gruppieren 640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6406" name="Gruppieren 640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6408" name="Rechteck 640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409" name="Rechteck 640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10" name="Ellipse 640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11" name="Ellipse 641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12" name="Textfeld 641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6413" name="Textfeld 641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6414" name="Ellipse 641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15" name="Ellipse 641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16" name="Textfeld 641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17" name="Textfeld 641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18" name="Ellipse 641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19" name="Ellipse 641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20" name="Textfeld 641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21" name="Textfeld 642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22" name="Ellipse 642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23" name="Ellipse 642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24" name="Textfeld 642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6425" name="Textfeld 642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6426" name="Rechteck 642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27" name="Rechteck 642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28" name="Rechteck 642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29" name="Rechteck 642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30" name="Rechteck 642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31" name="Rechteck 643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32" name="Rechteck 643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33" name="Rechteck 643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6407" name="Textfeld 640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6405" name="Textfeld 640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3126" name="Gruppieren 3125"/>
              <p:cNvGrpSpPr/>
              <p:nvPr/>
            </p:nvGrpSpPr>
            <p:grpSpPr>
              <a:xfrm>
                <a:off x="3646417" y="1141150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6382" name="Gruppieren 6381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6384" name="Gruppieren 6383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6386" name="Rechteck 638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387" name="Rechteck 638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88" name="Ellipse 638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89" name="Ellipse 638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0" name="Ellipse 638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1" name="Ellipse 639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392" name="Ellipse 639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3" name="Ellipse 639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394" name="Ellipse 639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5" name="Ellipse 639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6" name="Rechteck 639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7" name="Rechteck 639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8" name="Rechteck 639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9" name="Rechteck 639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00" name="Rechteck 639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01" name="Rechteck 640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02" name="Rechteck 640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03" name="Rechteck 640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6385" name="Textfeld 638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6383" name="Textfeld 638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3127" name="Gruppieren 3126"/>
              <p:cNvGrpSpPr/>
              <p:nvPr/>
            </p:nvGrpSpPr>
            <p:grpSpPr>
              <a:xfrm>
                <a:off x="3971243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261" name="Gruppieren 326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263" name="Gruppieren 326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265" name="Rechteck 326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66" name="Rechteck 326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7" name="Ellipse 326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8" name="Ellipse 326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9" name="Textfeld 326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270" name="Textfeld 326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271" name="Ellipse 327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2" name="Ellipse 327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64" name="Textfeld 636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6365" name="Textfeld 6364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6366" name="Ellipse 636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67" name="Ellipse 636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68" name="Textfeld 636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6369" name="Textfeld 6368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6370" name="Ellipse 636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371" name="Ellipse 637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72" name="Textfeld 637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6373" name="Textfeld 6372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6374" name="Rechteck 637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75" name="Rechteck 637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76" name="Rechteck 637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77" name="Rechteck 637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78" name="Rechteck 637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79" name="Rechteck 637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80" name="Rechteck 637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81" name="Rechteck 638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264" name="Textfeld 326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3262" name="Textfeld 326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3128" name="Gruppieren 3127"/>
              <p:cNvGrpSpPr/>
              <p:nvPr/>
            </p:nvGrpSpPr>
            <p:grpSpPr>
              <a:xfrm>
                <a:off x="4295222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231" name="Gruppieren 323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233" name="Gruppieren 323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235" name="Rechteck 323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36" name="Rechteck 323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7" name="Ellipse 323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8" name="Ellipse 323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9" name="Textfeld 323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240" name="Textfeld 323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241" name="Ellipse 324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2" name="Ellipse 324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3" name="Textfeld 324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44" name="Textfeld 324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45" name="Ellipse 324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6" name="Ellipse 324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7" name="Textfeld 324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48" name="Textfeld 324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49" name="Ellipse 324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0" name="Ellipse 324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1" name="Textfeld 325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252" name="Textfeld 325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253" name="Rechteck 325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4" name="Rechteck 325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5" name="Rechteck 325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6" name="Rechteck 325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7" name="Rechteck 325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8" name="Rechteck 325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9" name="Rechteck 325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0" name="Rechteck 325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234" name="Textfeld 323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9</a:t>
                    </a:r>
                  </a:p>
                </p:txBody>
              </p:sp>
            </p:grpSp>
            <p:sp>
              <p:nvSpPr>
                <p:cNvPr id="3232" name="Textfeld 323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3129" name="Gruppieren 3128"/>
              <p:cNvGrpSpPr/>
              <p:nvPr/>
            </p:nvGrpSpPr>
            <p:grpSpPr>
              <a:xfrm>
                <a:off x="4619201" y="1141150"/>
                <a:ext cx="371759" cy="1652928"/>
                <a:chOff x="1692193" y="1141150"/>
                <a:chExt cx="371759" cy="1652928"/>
              </a:xfrm>
            </p:grpSpPr>
            <p:grpSp>
              <p:nvGrpSpPr>
                <p:cNvPr id="3201" name="Gruppieren 3200"/>
                <p:cNvGrpSpPr/>
                <p:nvPr/>
              </p:nvGrpSpPr>
              <p:grpSpPr>
                <a:xfrm>
                  <a:off x="1692193" y="1141150"/>
                  <a:ext cx="371759" cy="1536639"/>
                  <a:chOff x="1692193" y="1141150"/>
                  <a:chExt cx="371759" cy="1536639"/>
                </a:xfrm>
              </p:grpSpPr>
              <p:grpSp>
                <p:nvGrpSpPr>
                  <p:cNvPr id="3203" name="Gruppieren 320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205" name="Rechteck 320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06" name="Rechteck 320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7" name="Ellipse 320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8" name="Ellipse 320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9" name="Textfeld 320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210" name="Textfeld 320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211" name="Ellipse 321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2" name="Ellipse 321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3" name="Textfeld 321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4" name="Textfeld 321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5" name="Ellipse 321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6" name="Ellipse 321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7" name="Textfeld 321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8" name="Textfeld 321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9" name="Ellipse 321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0" name="Ellipse 321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1" name="Textfeld 322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222" name="Textfeld 322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223" name="Rechteck 322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4" name="Rechteck 322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5" name="Rechteck 322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6" name="Rechteck 322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7" name="Rechteck 322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8" name="Rechteck 322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9" name="Rechteck 322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0" name="Rechteck 322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204" name="Textfeld 3203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10</a:t>
                    </a:r>
                  </a:p>
                </p:txBody>
              </p:sp>
            </p:grpSp>
            <p:sp>
              <p:nvSpPr>
                <p:cNvPr id="3202" name="Textfeld 320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3130" name="Gruppieren 3129"/>
              <p:cNvGrpSpPr/>
              <p:nvPr/>
            </p:nvGrpSpPr>
            <p:grpSpPr>
              <a:xfrm>
                <a:off x="4942037" y="1147824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3171" name="Gruppieren 3170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3173" name="Gruppieren 317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175" name="Rechteck 317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176" name="Rechteck 317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7" name="Ellipse 317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8" name="Ellipse 317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9" name="Textfeld 317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180" name="Textfeld 317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181" name="Ellipse 318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2" name="Ellipse 318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3" name="Textfeld 318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84" name="Textfeld 318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85" name="Ellipse 318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6" name="Ellipse 318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7" name="Textfeld 318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88" name="Textfeld 318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89" name="Ellipse 318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0" name="Ellipse 318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1" name="Textfeld 319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192" name="Textfeld 319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193" name="Rechteck 319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4" name="Rechteck 319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5" name="Rechteck 319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6" name="Rechteck 319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7" name="Rechteck 319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8" name="Rechteck 319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9" name="Rechteck 319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0" name="Rechteck 319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174" name="Textfeld 3173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11</a:t>
                    </a:r>
                  </a:p>
                </p:txBody>
              </p:sp>
            </p:grpSp>
            <p:sp>
              <p:nvSpPr>
                <p:cNvPr id="3172" name="Textfeld 317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131" name="Rechteck 3130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3132" name="Rechteck 3131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133" name="Textfeld 3132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  <p:grpSp>
            <p:nvGrpSpPr>
              <p:cNvPr id="3134" name="Gruppieren 3133"/>
              <p:cNvGrpSpPr/>
              <p:nvPr/>
            </p:nvGrpSpPr>
            <p:grpSpPr>
              <a:xfrm>
                <a:off x="5264708" y="1147824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3141" name="Gruppieren 3140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3143" name="Gruppieren 314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145" name="Rechteck 314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146" name="Rechteck 314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7" name="Ellipse 314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8" name="Ellipse 314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9" name="Textfeld 314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150" name="Textfeld 314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151" name="Ellipse 315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52" name="Ellipse 315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53" name="Textfeld 315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54" name="Textfeld 315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55" name="Ellipse 315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56" name="Ellipse 315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57" name="Textfeld 315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58" name="Textfeld 315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59" name="Ellipse 315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0" name="Ellipse 315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1" name="Textfeld 316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3162" name="Textfeld 316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3163" name="Rechteck 316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4" name="Rechteck 316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5" name="Rechteck 316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6" name="Rechteck 316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7" name="Rechteck 316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8" name="Rechteck 316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9" name="Rechteck 316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0" name="Rechteck 316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144" name="Textfeld 3143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12</a:t>
                    </a:r>
                  </a:p>
                </p:txBody>
              </p:sp>
            </p:grpSp>
            <p:sp>
              <p:nvSpPr>
                <p:cNvPr id="3142" name="Textfeld 314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EL3162</a:t>
                  </a:r>
                </a:p>
              </p:txBody>
            </p:sp>
          </p:grpSp>
          <p:grpSp>
            <p:nvGrpSpPr>
              <p:cNvPr id="3135" name="Gruppieren 3134"/>
              <p:cNvGrpSpPr/>
              <p:nvPr/>
            </p:nvGrpSpPr>
            <p:grpSpPr>
              <a:xfrm>
                <a:off x="5581720" y="1155513"/>
                <a:ext cx="346437" cy="1638565"/>
                <a:chOff x="1686699" y="1155513"/>
                <a:chExt cx="346437" cy="1638565"/>
              </a:xfrm>
            </p:grpSpPr>
            <p:grpSp>
              <p:nvGrpSpPr>
                <p:cNvPr id="3137" name="Gruppieren 3136"/>
                <p:cNvGrpSpPr/>
                <p:nvPr/>
              </p:nvGrpSpPr>
              <p:grpSpPr>
                <a:xfrm>
                  <a:off x="1686699" y="1155513"/>
                  <a:ext cx="346437" cy="1473700"/>
                  <a:chOff x="1686699" y="1155513"/>
                  <a:chExt cx="346437" cy="1473700"/>
                </a:xfrm>
              </p:grpSpPr>
              <p:sp>
                <p:nvSpPr>
                  <p:cNvPr id="3139" name="Rechteck 3138"/>
                  <p:cNvSpPr/>
                  <p:nvPr/>
                </p:nvSpPr>
                <p:spPr>
                  <a:xfrm>
                    <a:off x="1702261" y="1191341"/>
                    <a:ext cx="312023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40" name="Textfeld 3139"/>
                  <p:cNvSpPr txBox="1"/>
                  <p:nvPr/>
                </p:nvSpPr>
                <p:spPr>
                  <a:xfrm>
                    <a:off x="1686699" y="1155513"/>
                    <a:ext cx="346437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13</a:t>
                    </a:r>
                  </a:p>
                </p:txBody>
              </p:sp>
            </p:grpSp>
            <p:sp>
              <p:nvSpPr>
                <p:cNvPr id="3138" name="Textfeld 313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3136" name="Textfeld 3135"/>
              <p:cNvSpPr txBox="1"/>
              <p:nvPr/>
            </p:nvSpPr>
            <p:spPr>
              <a:xfrm>
                <a:off x="1449501" y="2625073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BC1</a:t>
                </a:r>
              </a:p>
            </p:txBody>
          </p:sp>
        </p:grpSp>
        <p:sp>
          <p:nvSpPr>
            <p:cNvPr id="3115" name="Textfeld 3114"/>
            <p:cNvSpPr txBox="1"/>
            <p:nvPr/>
          </p:nvSpPr>
          <p:spPr>
            <a:xfrm>
              <a:off x="3259611" y="1698586"/>
              <a:ext cx="14640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50" dirty="0" smtClean="0"/>
                <a:t>2</a:t>
              </a:r>
              <a:endParaRPr lang="de-DE" dirty="0"/>
            </a:p>
          </p:txBody>
        </p:sp>
      </p:grp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7687" name="Gruppieren 7686"/>
          <p:cNvGrpSpPr/>
          <p:nvPr/>
        </p:nvGrpSpPr>
        <p:grpSpPr>
          <a:xfrm>
            <a:off x="8553878" y="2850732"/>
            <a:ext cx="1551780" cy="1652928"/>
            <a:chOff x="2584649" y="1278375"/>
            <a:chExt cx="1551780" cy="1652928"/>
          </a:xfrm>
        </p:grpSpPr>
        <p:grpSp>
          <p:nvGrpSpPr>
            <p:cNvPr id="7688" name="Gruppieren 7687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68" name="Gruppieren 77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70" name="Gruppieren 77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72" name="Rechteck 77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3" name="Rechteck 77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4" name="Ellipse 77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5" name="Ellipse 77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6" name="Textfeld 77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77" name="Textfeld 77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778" name="Ellipse 7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9" name="Ellipse 7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0" name="Textfeld 777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81" name="Textfeld 77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782" name="Ellipse 77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3" name="Ellipse 77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4" name="Textfeld 77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85" name="Textfeld 77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86" name="Ellipse 77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7" name="Ellipse 77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8" name="Textfeld 77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89" name="Textfeld 77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90" name="Rechteck 77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1" name="Rechteck 77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2" name="Rechteck 77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3" name="Rechteck 77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4" name="Rechteck 77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5" name="Rechteck 77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6" name="Rechteck 77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7" name="Rechteck 77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71" name="Textfeld 77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769" name="Textfeld 77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689" name="Rechteck 768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0" name="Rechteck 768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1" name="Rechteck 769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2" name="Rechteck 769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3" name="Rechteck 769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694" name="Gruppieren 769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38" name="Gruppieren 77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40" name="Gruppieren 77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42" name="Rechteck 77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3" name="Rechteck 77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4" name="Ellipse 77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5" name="Ellipse 77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6" name="Textfeld 77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47" name="Textfeld 77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48" name="Ellipse 7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9" name="Ellipse 7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0" name="Textfeld 77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1" name="Textfeld 77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2" name="Ellipse 77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3" name="Ellipse 77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54" name="Textfeld 77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5" name="Textfeld 775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6" name="Ellipse 77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7" name="Ellipse 77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8" name="Textfeld 77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9" name="Textfeld 77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60" name="Rechteck 77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1" name="Rechteck 77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2" name="Rechteck 77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3" name="Rechteck 77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4" name="Rechteck 77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5" name="Rechteck 77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6" name="Rechteck 77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7" name="Rechteck 77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41" name="Textfeld 77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739" name="Textfeld 77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695" name="Gruppieren 7694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7736" name="Rechteck 7735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37" name="Textfeld 7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696" name="Textfeld 7695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7697" name="Gruppieren 7696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7699" name="Rechteck 769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0" name="Ellipse 769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1" name="Ellipse 770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2" name="Ellipse 770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3" name="Ellipse 770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4" name="Textfeld 770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7705" name="Textfeld 770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06" name="Ellipse 770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7" name="Ellipse 770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8" name="Ellipse 770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9" name="Ellipse 770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0" name="Ellipse 770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1" name="Ellipse 771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2" name="Ellipse 771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3" name="Ellipse 771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4" name="Ellipse 771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5" name="Ellipse 771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6" name="Ellipse 771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7" name="Ellipse 771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718" name="Gruppieren 771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719" name="Rechteck 771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0" name="Rechteck 771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1" name="Rechteck 772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2" name="Rechteck 772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23" name="Rechteck 772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4" name="Rechteck 772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5" name="Rechteck 772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6" name="Rechteck 772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7" name="Rechteck 772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8" name="Rechteck 772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9" name="Rechteck 772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0" name="Rechteck 772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1" name="Rechteck 773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2" name="Rechteck 773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3" name="Rechteck 773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4" name="Rechteck 773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5" name="Rechteck 773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7698" name="Textfeld 7697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  <p:grpSp>
        <p:nvGrpSpPr>
          <p:cNvPr id="7798" name="Gruppieren 7797"/>
          <p:cNvGrpSpPr/>
          <p:nvPr/>
        </p:nvGrpSpPr>
        <p:grpSpPr>
          <a:xfrm>
            <a:off x="10244840" y="2835616"/>
            <a:ext cx="2517156" cy="1652928"/>
            <a:chOff x="2586406" y="1278376"/>
            <a:chExt cx="2517156" cy="1652928"/>
          </a:xfrm>
        </p:grpSpPr>
        <p:grpSp>
          <p:nvGrpSpPr>
            <p:cNvPr id="7799" name="Gruppieren 7798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966" name="Gruppieren 79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968" name="Gruppieren 79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970" name="Rechteck 7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1" name="Rechteck 7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2" name="Ellipse 7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3" name="Ellipse 7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4" name="Ellipse 7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5" name="Ellipse 7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6" name="Ellipse 7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7" name="Ellipse 7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8" name="Ellipse 7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9" name="Ellipse 7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0" name="Rechteck 7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1" name="Rechteck 7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2" name="Rechteck 7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3" name="Rechteck 7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4" name="Rechteck 7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5" name="Rechteck 7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6" name="Rechteck 7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7" name="Rechteck 7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69" name="Textfeld 79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967" name="Textfeld 7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800" name="Rechteck 7799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1" name="Rechteck 7800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2" name="Rechteck 7801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3" name="Rechteck 7802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4" name="Rechteck 7803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805" name="Gruppieren 7804"/>
            <p:cNvGrpSpPr/>
            <p:nvPr/>
          </p:nvGrpSpPr>
          <p:grpSpPr>
            <a:xfrm>
              <a:off x="31523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936" name="Gruppieren 79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38" name="Gruppieren 79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40" name="Rechteck 79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1" name="Rechteck 79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2" name="Ellipse 79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3" name="Ellipse 79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4" name="Textfeld 79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45" name="Textfeld 79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6" name="Ellipse 79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7" name="Ellipse 79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8" name="Textfeld 79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49" name="Textfeld 79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0" name="Ellipse 7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1" name="Ellipse 7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2" name="Textfeld 7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3" name="Textfeld 7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4" name="Ellipse 7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5" name="Ellipse 7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6" name="Textfeld 7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57" name="Textfeld 7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58" name="Rechteck 7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9" name="Rechteck 7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0" name="Rechteck 7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1" name="Rechteck 7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2" name="Rechteck 7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3" name="Rechteck 7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4" name="Rechteck 7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5" name="Rechteck 7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39" name="Textfeld 79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937" name="Textfeld 79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6" name="Gruppieren 7805"/>
            <p:cNvGrpSpPr/>
            <p:nvPr/>
          </p:nvGrpSpPr>
          <p:grpSpPr>
            <a:xfrm>
              <a:off x="347923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906" name="Gruppieren 79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08" name="Gruppieren 79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10" name="Rechteck 79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11" name="Rechteck 79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2" name="Ellipse 79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3" name="Ellipse 79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4" name="Textfeld 79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15" name="Textfeld 79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916" name="Ellipse 79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7" name="Ellipse 79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8" name="Textfeld 79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19" name="Textfeld 79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920" name="Ellipse 79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1" name="Ellipse 79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2" name="Textfeld 79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23" name="Textfeld 79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924" name="Ellipse 79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25" name="Ellipse 79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6" name="Textfeld 79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27" name="Textfeld 79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928" name="Rechteck 79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9" name="Rechteck 79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0" name="Rechteck 79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1" name="Rechteck 79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2" name="Rechteck 79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3" name="Rechteck 79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4" name="Rechteck 79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5" name="Rechteck 79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09" name="Textfeld 79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907" name="Textfeld 79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7" name="Gruppieren 7806"/>
            <p:cNvGrpSpPr/>
            <p:nvPr/>
          </p:nvGrpSpPr>
          <p:grpSpPr>
            <a:xfrm>
              <a:off x="3805309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84" name="Gruppieren 78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86" name="Gruppieren 78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8" name="Rechteck 78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89" name="Rechteck 78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0" name="Ellipse 78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1" name="Ellipse 78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2" name="Ellipse 78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3" name="Ellipse 78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4" name="Ellipse 78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5" name="Ellipse 78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6" name="Ellipse 78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7" name="Ellipse 78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8" name="Rechteck 78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9" name="Rechteck 78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0" name="Rechteck 78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1" name="Rechteck 79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2" name="Rechteck 79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3" name="Rechteck 79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4" name="Rechteck 79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5" name="Rechteck 79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87" name="Textfeld 78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885" name="Textfeld 78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8" name="Gruppieren 7807"/>
            <p:cNvGrpSpPr/>
            <p:nvPr/>
          </p:nvGrpSpPr>
          <p:grpSpPr>
            <a:xfrm>
              <a:off x="412718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854" name="Gruppieren 7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56" name="Gruppieren 7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58" name="Rechteck 7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9" name="Rechteck 7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0" name="Ellipse 7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1" name="Ellipse 7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2" name="Textfeld 7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63" name="Textfeld 7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64" name="Ellipse 7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5" name="Ellipse 7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6" name="Textfeld 7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7" name="Textfeld 7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8" name="Ellipse 7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9" name="Ellipse 7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70" name="Textfeld 7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1" name="Textfeld 7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2" name="Ellipse 7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3" name="Ellipse 7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4" name="Textfeld 7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5" name="Textfeld 7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76" name="Rechteck 7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7" name="Rechteck 7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8" name="Rechteck 7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9" name="Rechteck 7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0" name="Rechteck 7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1" name="Rechteck 7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2" name="Rechteck 7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3" name="Rechteck 7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57" name="Textfeld 7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5" name="Textfeld 7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09" name="Rechteck 7808"/>
            <p:cNvSpPr/>
            <p:nvPr/>
          </p:nvSpPr>
          <p:spPr>
            <a:xfrm>
              <a:off x="3518976" y="133911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7810" name="Gruppieren 7809"/>
            <p:cNvGrpSpPr/>
            <p:nvPr/>
          </p:nvGrpSpPr>
          <p:grpSpPr>
            <a:xfrm>
              <a:off x="4778612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50" name="Gruppieren 78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7852" name="Rechteck 78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53" name="Textfeld 78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851" name="Textfeld 78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11" name="Textfeld 7810"/>
            <p:cNvSpPr txBox="1"/>
            <p:nvPr/>
          </p:nvSpPr>
          <p:spPr>
            <a:xfrm>
              <a:off x="2586406" y="276305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  <p:grpSp>
          <p:nvGrpSpPr>
            <p:cNvPr id="7812" name="Gruppieren 7811"/>
            <p:cNvGrpSpPr/>
            <p:nvPr/>
          </p:nvGrpSpPr>
          <p:grpSpPr>
            <a:xfrm>
              <a:off x="4454058" y="1327262"/>
              <a:ext cx="324950" cy="1602737"/>
              <a:chOff x="2526020" y="269422"/>
              <a:chExt cx="324950" cy="1602737"/>
            </a:xfrm>
          </p:grpSpPr>
          <p:sp>
            <p:nvSpPr>
              <p:cNvPr id="7813" name="Rechteck 7812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4" name="Ellipse 7813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5" name="Ellipse 7814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6" name="Ellipse 7815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7" name="Ellipse 7816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8" name="Textfeld 7817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19" name="Textfeld 7818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20" name="Ellipse 7819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1" name="Ellipse 7820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2" name="Ellipse 7821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3" name="Ellipse 7822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4" name="Ellipse 7823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5" name="Ellipse 7824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6" name="Ellipse 7825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7" name="Ellipse 7826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8" name="Ellipse 7827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9" name="Ellipse 7828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0" name="Ellipse 7829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1" name="Ellipse 7830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832" name="Gruppieren 7831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833" name="Rechteck 7832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4" name="Rechteck 7833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5" name="Rechteck 7834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6" name="Rechteck 7835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37" name="Rechteck 7836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8" name="Rechteck 7837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9" name="Rechteck 7838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0" name="Rechteck 7839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1" name="Rechteck 7840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2" name="Rechteck 7841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3" name="Rechteck 7842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4" name="Rechteck 7843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5" name="Rechteck 7844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6" name="Rechteck 7845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7" name="Rechteck 7846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8" name="Rechteck 7847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9" name="Rechteck 7848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233" name="Gruppieren 8232"/>
          <p:cNvGrpSpPr/>
          <p:nvPr/>
        </p:nvGrpSpPr>
        <p:grpSpPr>
          <a:xfrm>
            <a:off x="3761062" y="4874917"/>
            <a:ext cx="2876963" cy="1654831"/>
            <a:chOff x="2584415" y="1276473"/>
            <a:chExt cx="2876963" cy="1654831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1" name="Gruppieren 8240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63" name="Gruppieren 83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65" name="Gruppieren 83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7" name="Rechteck 83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68" name="Rechteck 83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9" name="Ellipse 83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0" name="Ellipse 83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1" name="Textfeld 83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72" name="Textfeld 83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373" name="Ellipse 83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4" name="Ellipse 83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5" name="Textfeld 83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76" name="Textfeld 83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377" name="Ellipse 83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8" name="Ellipse 83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9" name="Textfeld 83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80" name="Textfeld 83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381" name="Ellipse 83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2" name="Ellipse 83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3" name="Textfeld 83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84" name="Textfeld 83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385" name="Rechteck 83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6" name="Rechteck 83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7" name="Rechteck 83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8" name="Rechteck 83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9" name="Rechteck 83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0" name="Rechteck 83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1" name="Rechteck 83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2" name="Rechteck 83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66" name="Textfeld 83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364" name="Textfeld 83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242" name="Gruppieren 8241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341" name="Gruppieren 8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343" name="Gruppieren 83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345" name="Rechteck 8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46" name="Rechteck 8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7" name="Ellipse 8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8" name="Ellipse 8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9" name="Ellipse 83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0" name="Ellipse 83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1" name="Ellipse 83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52" name="Ellipse 83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3" name="Ellipse 8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4" name="Ellipse 8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5" name="Rechteck 83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6" name="Rechteck 83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7" name="Rechteck 83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8" name="Rechteck 83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9" name="Rechteck 83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0" name="Rechteck 83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1" name="Rechteck 83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2" name="Rechteck 83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44" name="Textfeld 8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342" name="Textfeld 8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246" name="Rechteck 8245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247" name="Gruppieren 8246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445" name="Gruppieren 8444"/>
          <p:cNvGrpSpPr/>
          <p:nvPr/>
        </p:nvGrpSpPr>
        <p:grpSpPr>
          <a:xfrm>
            <a:off x="6758410" y="4867199"/>
            <a:ext cx="2876963" cy="1654831"/>
            <a:chOff x="2584415" y="1276473"/>
            <a:chExt cx="2876963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3" name="Gruppieren 8452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75" name="Gruppieren 8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77" name="Gruppieren 8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79" name="Rechteck 8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0" name="Rechteck 8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1" name="Ellipse 8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2" name="Ellipse 8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3" name="Textfeld 8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4" name="Textfeld 8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585" name="Ellipse 8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6" name="Ellipse 8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7" name="Textfeld 8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88" name="Textfeld 8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589" name="Ellipse 8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0" name="Ellipse 8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1" name="Textfeld 8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2" name="Textfeld 8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593" name="Ellipse 8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4" name="Ellipse 8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5" name="Textfeld 8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96" name="Textfeld 8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597" name="Rechteck 8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8" name="Rechteck 8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9" name="Rechteck 8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0" name="Rechteck 8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1" name="Rechteck 8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2" name="Rechteck 8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3" name="Rechteck 8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4" name="Rechteck 8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78" name="Textfeld 8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576" name="Textfeld 8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4" name="Gruppieren 8453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553" name="Gruppieren 85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555" name="Gruppieren 85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57" name="Rechteck 8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58" name="Rechteck 8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9" name="Ellipse 8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0" name="Ellipse 8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1" name="Ellipse 8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2" name="Ellipse 8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3" name="Ellipse 8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64" name="Ellipse 8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5" name="Ellipse 85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6" name="Ellipse 85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7" name="Rechteck 85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8" name="Rechteck 85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9" name="Rechteck 85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0" name="Rechteck 85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1" name="Rechteck 85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2" name="Rechteck 85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3" name="Rechteck 85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4" name="Rechteck 85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56" name="Textfeld 8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554" name="Textfeld 8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458" name="Rechteck 8457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459" name="Gruppieren 8458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3" name="Gruppieren 8862"/>
          <p:cNvGrpSpPr/>
          <p:nvPr/>
        </p:nvGrpSpPr>
        <p:grpSpPr>
          <a:xfrm>
            <a:off x="5396266" y="920650"/>
            <a:ext cx="6108962" cy="1652928"/>
            <a:chOff x="1116267" y="770205"/>
            <a:chExt cx="6108962" cy="1652928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7" name="Gruppieren 8876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097" name="Gruppieren 9096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099" name="Gruppieren 909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101" name="Rechteck 9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02" name="Rechteck 9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3" name="Ellipse 9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4" name="Ellipse 9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5" name="Ellipse 91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6" name="Ellipse 91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7" name="Ellipse 91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8" name="Ellipse 91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9" name="Ellipse 9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0" name="Ellipse 9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1" name="Rechteck 9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2" name="Rechteck 9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3" name="Rechteck 91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4" name="Rechteck 91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5" name="Rechteck 91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6" name="Rechteck 91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7" name="Rechteck 91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8" name="Rechteck 91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00" name="Textfeld 9099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098" name="Textfeld 9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9" name="Gruppieren 8878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9064" name="Rechteck 9063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9065" name="Rechteck 9064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066" name="Textfeld 9065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447" name="Gruppieren 2446"/>
          <p:cNvGrpSpPr/>
          <p:nvPr/>
        </p:nvGrpSpPr>
        <p:grpSpPr>
          <a:xfrm>
            <a:off x="5600322" y="2851896"/>
            <a:ext cx="2844318" cy="1655156"/>
            <a:chOff x="2585049" y="1276147"/>
            <a:chExt cx="2844318" cy="1655156"/>
          </a:xfrm>
        </p:grpSpPr>
        <p:grpSp>
          <p:nvGrpSpPr>
            <p:cNvPr id="2448" name="Gruppieren 2447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638" name="Gruppieren 263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40" name="Gruppieren 263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42" name="Rechteck 26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3" name="Rechteck 26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4" name="Ellipse 26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5" name="Ellipse 26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6" name="Ellipse 26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Ellipse 26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0" name="Ellipse 26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Rechteck 26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Rechteck 26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Rechteck 26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41" name="Textfeld 26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39" name="Textfeld 26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449" name="Rechteck 244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0" name="Rechteck 244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1" name="Rechteck 245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2" name="Rechteck 245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3" name="Rechteck 245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454" name="Gruppieren 245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608" name="Gruppieren 26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10" name="Gruppieren 26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12" name="Rechteck 26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3" name="Rechteck 26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4" name="Ellipse 26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5" name="Ellipse 26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6" name="Textfeld 26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17" name="Textfeld 26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18" name="Ellipse 26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9" name="Ellipse 26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0" name="Textfeld 26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21" name="Textfeld 26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22" name="Ellipse 26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3" name="Ellipse 26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4" name="Textfeld 26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625" name="Textfeld 26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626" name="Ellipse 26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7" name="Ellipse 26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8" name="Textfeld 26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629" name="Textfeld 26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30" name="Rechteck 26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1" name="Rechteck 26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2" name="Rechteck 26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Rechteck 26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Rechteck 26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11" name="Textfeld 26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09" name="Textfeld 26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455" name="Gruppieren 2454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78" name="Gruppieren 25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0" name="Gruppieren 25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2" name="Rechteck 25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3" name="Rechteck 25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4" name="Ellipse 25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5" name="Ellipse 25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6" name="Textfeld 25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87" name="Textfeld 25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Ellipse 25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Textfeld 25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Ellipse 25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95" name="Textfeld 25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Ellipse 25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99" name="Textfeld 25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00" name="Rechteck 25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Rechteck 26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2" name="Rechteck 26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1" name="Textfeld 25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579" name="Textfeld 25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456" name="Gruppieren 2455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556" name="Gruppieren 25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558" name="Gruppieren 25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560" name="Rechteck 25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61" name="Rechteck 25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2" name="Ellipse 25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3" name="Ellipse 25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4" name="Ellipse 25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5" name="Ellipse 25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6" name="Ellipse 25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7" name="Ellipse 25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8" name="Ellipse 25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9" name="Ellipse 25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0" name="Rechteck 25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1" name="Rechteck 25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2" name="Rechteck 25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3" name="Rechteck 25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4" name="Rechteck 25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9" name="Textfeld 25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57" name="Textfeld 25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457" name="Gruppieren 2456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26" name="Gruppieren 25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8" name="Gruppieren 25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30" name="Rechteck 25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1" name="Rechteck 25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Ellipse 25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Ellipse 25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4" name="Textfeld 25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5" name="Textfeld 25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6" name="Ellipse 25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7" name="Ellipse 25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8" name="Textfeld 25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39" name="Textfeld 25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40" name="Ellipse 25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1" name="Ellipse 25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2" name="Textfeld 254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43" name="Textfeld 2542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44" name="Ellipse 25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Ellipse 25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Textfeld 25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47" name="Textfeld 25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1" name="Rechteck 25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2" name="Rechteck 25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3" name="Rechteck 25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4" name="Rechteck 25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5" name="Rechteck 25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9" name="Textfeld 25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527" name="Textfeld 25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458" name="Gruppieren 2457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2498" name="Gruppieren 2497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500" name="Gruppieren 249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502" name="Rechteck 25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3" name="Rechteck 25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4" name="Ellipse 25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5" name="Ellipse 25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Textfeld 25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07" name="Textfeld 25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08" name="Ellipse 25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9" name="Ellipse 25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1" name="Ellipse 25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2" name="Textfeld 25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3" name="Textfeld 25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4" name="Ellipse 25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15" name="Ellipse 25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Textfeld 25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7" name="Textfeld 25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8" name="Rechteck 25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Rechteck 25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Rechteck 25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1" name="Rechteck 25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2" name="Rechteck 25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3" name="Rechteck 25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4" name="Rechteck 25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5" name="Rechteck 25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01" name="Textfeld 25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99" name="Textfeld 24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459" name="Gruppieren 2458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2494" name="Gruppieren 2493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2496" name="Rechteck 24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497" name="Textfeld 2496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495" name="Textfeld 2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460" name="Rechteck 2459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461" name="Textfeld 2460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2462" name="Gruppieren 2461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2463" name="Gruppieren 2462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467" name="Gruppieren 2466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2469" name="Gruppieren 2468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2471" name="Rechteck 247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72" name="Rechteck 247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3" name="Ellipse 247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4" name="Ellipse 247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5" name="Textfeld 2474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2476" name="Ellipse 247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7" name="Ellipse 247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8" name="Textfeld 247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79" name="Textfeld 247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80" name="Ellipse 24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1" name="Ellipse 24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2" name="Textfeld 248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3" name="Textfeld 248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4" name="Ellipse 248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85" name="Ellipse 248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6" name="Rechteck 248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7" name="Rechteck 248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8" name="Rechteck 248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9" name="Rechteck 248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0" name="Rechteck 248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1" name="Rechteck 249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2" name="Rechteck 249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3" name="Rechteck 249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2468" name="Textfeld 246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2464" name="Textfeld 2463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2465" name="Textfeld 2464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2466" name="Textfeld 2465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660" name="Gruppieren 2659"/>
          <p:cNvGrpSpPr/>
          <p:nvPr/>
        </p:nvGrpSpPr>
        <p:grpSpPr>
          <a:xfrm>
            <a:off x="391231" y="4873212"/>
            <a:ext cx="1866985" cy="1656756"/>
            <a:chOff x="391231" y="4873212"/>
            <a:chExt cx="1866985" cy="1656756"/>
          </a:xfrm>
        </p:grpSpPr>
        <p:grpSp>
          <p:nvGrpSpPr>
            <p:cNvPr id="2661" name="Gruppieren 2660"/>
            <p:cNvGrpSpPr/>
            <p:nvPr/>
          </p:nvGrpSpPr>
          <p:grpSpPr>
            <a:xfrm>
              <a:off x="635039" y="4873212"/>
              <a:ext cx="324950" cy="1652928"/>
              <a:chOff x="1694292" y="1141150"/>
              <a:chExt cx="324950" cy="1652928"/>
            </a:xfrm>
          </p:grpSpPr>
          <p:grpSp>
            <p:nvGrpSpPr>
              <p:cNvPr id="2766" name="Gruppieren 27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768" name="Gruppieren 27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770" name="Rechteck 27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71" name="Rechteck 27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2" name="Ellipse 27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73" name="Ellipse 27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4" name="Ellipse 27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5" name="Ellipse 27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6" name="Ellipse 27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7" name="Ellipse 27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8" name="Ellipse 27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9" name="Ellipse 27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0" name="Rechteck 27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1" name="Rechteck 27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2" name="Rechteck 27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3" name="Rechteck 27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4" name="Rechteck 27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5" name="Rechteck 27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69" name="Textfeld 27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767" name="Textfeld 27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2" name="Rechteck 2661"/>
            <p:cNvSpPr/>
            <p:nvPr/>
          </p:nvSpPr>
          <p:spPr>
            <a:xfrm>
              <a:off x="395655" y="503591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3" name="Rechteck 2662"/>
            <p:cNvSpPr/>
            <p:nvPr/>
          </p:nvSpPr>
          <p:spPr>
            <a:xfrm>
              <a:off x="472431" y="521731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428957" y="525998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473101" y="582580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429627" y="586848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7" name="Gruppieren 2666"/>
            <p:cNvGrpSpPr/>
            <p:nvPr/>
          </p:nvGrpSpPr>
          <p:grpSpPr>
            <a:xfrm>
              <a:off x="958529" y="4873212"/>
              <a:ext cx="327049" cy="1652928"/>
              <a:chOff x="1692193" y="1141150"/>
              <a:chExt cx="327049" cy="1652928"/>
            </a:xfrm>
          </p:grpSpPr>
          <p:grpSp>
            <p:nvGrpSpPr>
              <p:cNvPr id="2736" name="Gruppieren 27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38" name="Gruppieren 27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40" name="Rechteck 27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1" name="Rechteck 27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2" name="Ellipse 27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3" name="Ellipse 27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4" name="Textfeld 27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45" name="Textfeld 27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46" name="Ellipse 27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7" name="Ellipse 27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8" name="Textfeld 27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49" name="Textfeld 27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50" name="Ellipse 27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1" name="Ellipse 27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2" name="Textfeld 27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53" name="Textfeld 27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754" name="Ellipse 27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5" name="Ellipse 27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6" name="Textfeld 27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757" name="Textfeld 27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758" name="Rechteck 27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Rechteck 27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0" name="Rechteck 27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1" name="Rechteck 27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2" name="Rechteck 27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3" name="Rechteck 27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Rechteck 27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5" name="Rechteck 27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39" name="Textfeld 27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737" name="Textfeld 2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668" name="Gruppieren 2667"/>
            <p:cNvGrpSpPr/>
            <p:nvPr/>
          </p:nvGrpSpPr>
          <p:grpSpPr>
            <a:xfrm>
              <a:off x="1283861" y="4875030"/>
              <a:ext cx="327049" cy="1652928"/>
              <a:chOff x="1692193" y="1141150"/>
              <a:chExt cx="327049" cy="1652928"/>
            </a:xfrm>
          </p:grpSpPr>
          <p:grpSp>
            <p:nvGrpSpPr>
              <p:cNvPr id="2706" name="Gruppieren 27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08" name="Gruppieren 27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10" name="Rechteck 27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1" name="Rechteck 27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2" name="Ellipse 27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3" name="Ellipse 27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4" name="Textfeld 27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15" name="Textfeld 27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16" name="Ellipse 27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7" name="Ellipse 27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8" name="Textfeld 27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19" name="Textfeld 27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20" name="Ellipse 27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1" name="Ellipse 27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2" name="Textfeld 27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3" name="Textfeld 27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4" name="Ellipse 27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5" name="Ellipse 27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Textfeld 27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27" name="Textfeld 27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28" name="Rechteck 27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9" name="Rechteck 27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Rechteck 27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1" name="Rechteck 27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2" name="Rechteck 27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Rechteck 27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Rechteck 27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09" name="Textfeld 27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707" name="Textfeld 27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2669" name="Gruppieren 2668"/>
            <p:cNvGrpSpPr/>
            <p:nvPr/>
          </p:nvGrpSpPr>
          <p:grpSpPr>
            <a:xfrm>
              <a:off x="1607540" y="4875740"/>
              <a:ext cx="327049" cy="1652928"/>
              <a:chOff x="1692193" y="1141150"/>
              <a:chExt cx="327049" cy="1652928"/>
            </a:xfrm>
          </p:grpSpPr>
          <p:grpSp>
            <p:nvGrpSpPr>
              <p:cNvPr id="2676" name="Gruppieren 267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78" name="Gruppieren 267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80" name="Rechteck 26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81" name="Rechteck 26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2" name="Ellipse 26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3" name="Ellipse 26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4" name="Textfeld 26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85" name="Textfeld 26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86" name="Ellipse 26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7" name="Ellipse 26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8" name="Textfeld 268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89" name="Textfeld 268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90" name="Ellipse 26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1" name="Ellipse 26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2" name="Textfeld 269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693" name="Textfeld 269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694" name="Ellipse 269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95" name="Ellipse 269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6" name="Textfeld 269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697" name="Textfeld 269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98" name="Rechteck 26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9" name="Rechteck 26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0" name="Rechteck 26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1" name="Rechteck 27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2" name="Rechteck 27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3" name="Rechteck 27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4" name="Rechteck 27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5" name="Rechteck 27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79" name="Textfeld 267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677" name="Textfeld 26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670" name="Gruppieren 2669"/>
            <p:cNvGrpSpPr/>
            <p:nvPr/>
          </p:nvGrpSpPr>
          <p:grpSpPr>
            <a:xfrm>
              <a:off x="1933266" y="4877040"/>
              <a:ext cx="324950" cy="1652928"/>
              <a:chOff x="1694292" y="1141150"/>
              <a:chExt cx="324950" cy="1652928"/>
            </a:xfrm>
          </p:grpSpPr>
          <p:grpSp>
            <p:nvGrpSpPr>
              <p:cNvPr id="2672" name="Gruppieren 267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674" name="Rechteck 267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675" name="Textfeld 26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673" name="Textfeld 26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671" name="Textfeld 2670"/>
            <p:cNvSpPr txBox="1"/>
            <p:nvPr/>
          </p:nvSpPr>
          <p:spPr>
            <a:xfrm>
              <a:off x="391231" y="635625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4014845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317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18-19</a:t>
            </a:r>
            <a:endParaRPr lang="de-DE" dirty="0"/>
          </a:p>
        </p:txBody>
      </p:sp>
      <p:grpSp>
        <p:nvGrpSpPr>
          <p:cNvPr id="3113" name="Gruppieren 3112"/>
          <p:cNvGrpSpPr/>
          <p:nvPr/>
        </p:nvGrpSpPr>
        <p:grpSpPr>
          <a:xfrm>
            <a:off x="391231" y="938772"/>
            <a:ext cx="4478656" cy="1652928"/>
            <a:chOff x="2562931" y="1103872"/>
            <a:chExt cx="4478656" cy="1652928"/>
          </a:xfrm>
        </p:grpSpPr>
        <p:grpSp>
          <p:nvGrpSpPr>
            <p:cNvPr id="3114" name="Gruppieren 3113"/>
            <p:cNvGrpSpPr/>
            <p:nvPr/>
          </p:nvGrpSpPr>
          <p:grpSpPr>
            <a:xfrm>
              <a:off x="2562931" y="1103872"/>
              <a:ext cx="4478656" cy="1652928"/>
              <a:chOff x="1449501" y="1141150"/>
              <a:chExt cx="4478656" cy="1652928"/>
            </a:xfrm>
          </p:grpSpPr>
          <p:grpSp>
            <p:nvGrpSpPr>
              <p:cNvPr id="3116" name="Gruppieren 3115"/>
              <p:cNvGrpSpPr/>
              <p:nvPr/>
            </p:nvGrpSpPr>
            <p:grpSpPr>
              <a:xfrm>
                <a:off x="1694292" y="1141150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6523" name="Gruppieren 6522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6525" name="Gruppieren 6524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6527" name="Rechteck 652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528" name="Rechteck 652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29" name="Ellipse 652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530" name="Ellipse 652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1" name="Ellipse 653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2" name="Ellipse 653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3" name="Ellipse 653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4" name="Ellipse 653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5" name="Ellipse 653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6" name="Ellipse 653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7" name="Rechteck 653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8" name="Rechteck 653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9" name="Rechteck 653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40" name="Rechteck 653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41" name="Rechteck 654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42" name="Rechteck 654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43" name="Rechteck 654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44" name="Rechteck 654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6526" name="Textfeld 652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6524" name="Textfeld 652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BK1100</a:t>
                  </a:r>
                </a:p>
              </p:txBody>
            </p:sp>
          </p:grpSp>
          <p:sp>
            <p:nvSpPr>
              <p:cNvPr id="3117" name="Rechteck 3116"/>
              <p:cNvSpPr/>
              <p:nvPr/>
            </p:nvSpPr>
            <p:spPr>
              <a:xfrm>
                <a:off x="1454908" y="1303851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18" name="Rechteck 3117"/>
              <p:cNvSpPr/>
              <p:nvPr/>
            </p:nvSpPr>
            <p:spPr>
              <a:xfrm>
                <a:off x="1531684" y="1485251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19" name="Rechteck 3118"/>
              <p:cNvSpPr/>
              <p:nvPr/>
            </p:nvSpPr>
            <p:spPr>
              <a:xfrm>
                <a:off x="1488210" y="1527927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20" name="Rechteck 3119"/>
              <p:cNvSpPr/>
              <p:nvPr/>
            </p:nvSpPr>
            <p:spPr>
              <a:xfrm>
                <a:off x="1532354" y="2093742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21" name="Rechteck 3120"/>
              <p:cNvSpPr/>
              <p:nvPr/>
            </p:nvSpPr>
            <p:spPr>
              <a:xfrm>
                <a:off x="1488880" y="2136418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122" name="Gruppieren 3121"/>
              <p:cNvGrpSpPr/>
              <p:nvPr/>
            </p:nvGrpSpPr>
            <p:grpSpPr>
              <a:xfrm>
                <a:off x="2017782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6494" name="Gruppieren 649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6496" name="Gruppieren 649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6498" name="Rechteck 649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499" name="Rechteck 649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00" name="Ellipse 649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501" name="Ellipse 650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02" name="Textfeld 650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6503" name="Ellipse 650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04" name="Ellipse 650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05" name="Textfeld 6504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506" name="Textfeld 6505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507" name="Ellipse 650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08" name="Ellipse 650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09" name="Textfeld 6508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510" name="Textfeld 6509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511" name="Ellipse 651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12" name="Ellipse 651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13" name="Textfeld 6512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6514" name="Textfeld 6513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6515" name="Rechteck 651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16" name="Rechteck 651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17" name="Rechteck 651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18" name="Rechteck 651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19" name="Rechteck 651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20" name="Rechteck 651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21" name="Rechteck 652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22" name="Rechteck 652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6497" name="Textfeld 649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6495" name="Textfeld 649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3123" name="Gruppieren 3122"/>
              <p:cNvGrpSpPr/>
              <p:nvPr/>
            </p:nvGrpSpPr>
            <p:grpSpPr>
              <a:xfrm>
                <a:off x="2344707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6464" name="Gruppieren 646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6466" name="Gruppieren 646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6468" name="Rechteck 646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469" name="Rechteck 646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70" name="Ellipse 646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71" name="Ellipse 647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72" name="Textfeld 647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6473" name="Textfeld 647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6474" name="Ellipse 647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75" name="Ellipse 647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76" name="Textfeld 647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77" name="Textfeld 647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78" name="Ellipse 647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79" name="Ellipse 647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80" name="Textfeld 647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81" name="Textfeld 648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82" name="Ellipse 648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483" name="Ellipse 648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84" name="Textfeld 648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6485" name="Textfeld 648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6486" name="Rechteck 648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87" name="Rechteck 648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88" name="Rechteck 648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89" name="Rechteck 648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90" name="Rechteck 648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91" name="Rechteck 649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92" name="Rechteck 649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93" name="Rechteck 649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6467" name="Textfeld 646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6465" name="Textfeld 646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3124" name="Gruppieren 3123"/>
              <p:cNvGrpSpPr/>
              <p:nvPr/>
            </p:nvGrpSpPr>
            <p:grpSpPr>
              <a:xfrm>
                <a:off x="2668686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6434" name="Gruppieren 643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6436" name="Gruppieren 643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6438" name="Rechteck 643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439" name="Rechteck 643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40" name="Ellipse 643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41" name="Ellipse 644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42" name="Textfeld 644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6443" name="Textfeld 644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6444" name="Ellipse 644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45" name="Ellipse 644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46" name="Textfeld 644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47" name="Textfeld 644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48" name="Ellipse 644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49" name="Ellipse 644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50" name="Textfeld 644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51" name="Textfeld 645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52" name="Ellipse 645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53" name="Ellipse 645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54" name="Textfeld 645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6455" name="Textfeld 645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6456" name="Rechteck 645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57" name="Rechteck 645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58" name="Rechteck 645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59" name="Rechteck 645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60" name="Rechteck 645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61" name="Rechteck 646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62" name="Rechteck 646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63" name="Rechteck 646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6437" name="Textfeld 643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6435" name="Textfeld 643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3125" name="Gruppieren 3124"/>
              <p:cNvGrpSpPr/>
              <p:nvPr/>
            </p:nvGrpSpPr>
            <p:grpSpPr>
              <a:xfrm>
                <a:off x="2992665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6404" name="Gruppieren 640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6406" name="Gruppieren 640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6408" name="Rechteck 640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409" name="Rechteck 640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10" name="Ellipse 640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11" name="Ellipse 641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12" name="Textfeld 641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6413" name="Textfeld 641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6414" name="Ellipse 641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15" name="Ellipse 641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16" name="Textfeld 641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17" name="Textfeld 641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18" name="Ellipse 641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19" name="Ellipse 641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20" name="Textfeld 641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21" name="Textfeld 642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22" name="Ellipse 642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23" name="Ellipse 642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24" name="Textfeld 642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6425" name="Textfeld 642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6426" name="Rechteck 642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27" name="Rechteck 642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28" name="Rechteck 642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29" name="Rechteck 642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30" name="Rechteck 642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31" name="Rechteck 643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32" name="Rechteck 643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33" name="Rechteck 643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6407" name="Textfeld 640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6405" name="Textfeld 640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3126" name="Gruppieren 3125"/>
              <p:cNvGrpSpPr/>
              <p:nvPr/>
            </p:nvGrpSpPr>
            <p:grpSpPr>
              <a:xfrm>
                <a:off x="3646417" y="1141150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6382" name="Gruppieren 6381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6384" name="Gruppieren 6383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6386" name="Rechteck 638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387" name="Rechteck 638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88" name="Ellipse 638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89" name="Ellipse 638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0" name="Ellipse 638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1" name="Ellipse 639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392" name="Ellipse 639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3" name="Ellipse 639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394" name="Ellipse 639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5" name="Ellipse 639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6" name="Rechteck 639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7" name="Rechteck 639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8" name="Rechteck 639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9" name="Rechteck 639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00" name="Rechteck 639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01" name="Rechteck 640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02" name="Rechteck 640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03" name="Rechteck 640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6385" name="Textfeld 638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6383" name="Textfeld 638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3127" name="Gruppieren 3126"/>
              <p:cNvGrpSpPr/>
              <p:nvPr/>
            </p:nvGrpSpPr>
            <p:grpSpPr>
              <a:xfrm>
                <a:off x="3971243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261" name="Gruppieren 326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263" name="Gruppieren 326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265" name="Rechteck 326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66" name="Rechteck 326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7" name="Ellipse 326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8" name="Ellipse 326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9" name="Textfeld 326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270" name="Textfeld 326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271" name="Ellipse 327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2" name="Ellipse 327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64" name="Textfeld 636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6365" name="Textfeld 6364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6366" name="Ellipse 636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67" name="Ellipse 636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68" name="Textfeld 636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6369" name="Textfeld 6368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6370" name="Ellipse 636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371" name="Ellipse 637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72" name="Textfeld 637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6373" name="Textfeld 6372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6374" name="Rechteck 637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75" name="Rechteck 637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76" name="Rechteck 637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77" name="Rechteck 637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78" name="Rechteck 637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79" name="Rechteck 637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80" name="Rechteck 637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81" name="Rechteck 638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264" name="Textfeld 326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3262" name="Textfeld 326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3128" name="Gruppieren 3127"/>
              <p:cNvGrpSpPr/>
              <p:nvPr/>
            </p:nvGrpSpPr>
            <p:grpSpPr>
              <a:xfrm>
                <a:off x="4295222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231" name="Gruppieren 323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233" name="Gruppieren 323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235" name="Rechteck 323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36" name="Rechteck 323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7" name="Ellipse 323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8" name="Ellipse 323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9" name="Textfeld 323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240" name="Textfeld 323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241" name="Ellipse 324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2" name="Ellipse 324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3" name="Textfeld 324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44" name="Textfeld 324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45" name="Ellipse 324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6" name="Ellipse 324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7" name="Textfeld 324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48" name="Textfeld 324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49" name="Ellipse 324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0" name="Ellipse 324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1" name="Textfeld 325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252" name="Textfeld 325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253" name="Rechteck 325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4" name="Rechteck 325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5" name="Rechteck 325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6" name="Rechteck 325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7" name="Rechteck 325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8" name="Rechteck 325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9" name="Rechteck 325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0" name="Rechteck 325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234" name="Textfeld 323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9</a:t>
                    </a:r>
                  </a:p>
                </p:txBody>
              </p:sp>
            </p:grpSp>
            <p:sp>
              <p:nvSpPr>
                <p:cNvPr id="3232" name="Textfeld 323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3129" name="Gruppieren 3128"/>
              <p:cNvGrpSpPr/>
              <p:nvPr/>
            </p:nvGrpSpPr>
            <p:grpSpPr>
              <a:xfrm>
                <a:off x="4619201" y="1141150"/>
                <a:ext cx="371759" cy="1652928"/>
                <a:chOff x="1692193" y="1141150"/>
                <a:chExt cx="371759" cy="1652928"/>
              </a:xfrm>
            </p:grpSpPr>
            <p:grpSp>
              <p:nvGrpSpPr>
                <p:cNvPr id="3201" name="Gruppieren 3200"/>
                <p:cNvGrpSpPr/>
                <p:nvPr/>
              </p:nvGrpSpPr>
              <p:grpSpPr>
                <a:xfrm>
                  <a:off x="1692193" y="1141150"/>
                  <a:ext cx="371759" cy="1536639"/>
                  <a:chOff x="1692193" y="1141150"/>
                  <a:chExt cx="371759" cy="1536639"/>
                </a:xfrm>
              </p:grpSpPr>
              <p:grpSp>
                <p:nvGrpSpPr>
                  <p:cNvPr id="3203" name="Gruppieren 320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205" name="Rechteck 320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06" name="Rechteck 320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7" name="Ellipse 320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8" name="Ellipse 320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9" name="Textfeld 320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210" name="Textfeld 320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211" name="Ellipse 321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2" name="Ellipse 321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3" name="Textfeld 321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4" name="Textfeld 321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5" name="Ellipse 321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6" name="Ellipse 321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7" name="Textfeld 321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8" name="Textfeld 321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9" name="Ellipse 321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0" name="Ellipse 321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1" name="Textfeld 322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222" name="Textfeld 322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223" name="Rechteck 322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4" name="Rechteck 322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5" name="Rechteck 322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6" name="Rechteck 322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7" name="Rechteck 322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8" name="Rechteck 322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9" name="Rechteck 322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0" name="Rechteck 322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204" name="Textfeld 3203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10</a:t>
                    </a:r>
                  </a:p>
                </p:txBody>
              </p:sp>
            </p:grpSp>
            <p:sp>
              <p:nvSpPr>
                <p:cNvPr id="3202" name="Textfeld 320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3130" name="Gruppieren 3129"/>
              <p:cNvGrpSpPr/>
              <p:nvPr/>
            </p:nvGrpSpPr>
            <p:grpSpPr>
              <a:xfrm>
                <a:off x="4942037" y="1147824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3171" name="Gruppieren 3170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3173" name="Gruppieren 317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175" name="Rechteck 317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176" name="Rechteck 317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7" name="Ellipse 317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8" name="Ellipse 317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9" name="Textfeld 317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180" name="Textfeld 317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181" name="Ellipse 318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2" name="Ellipse 318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3" name="Textfeld 318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84" name="Textfeld 318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85" name="Ellipse 318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6" name="Ellipse 318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7" name="Textfeld 318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88" name="Textfeld 318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89" name="Ellipse 318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0" name="Ellipse 318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1" name="Textfeld 319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192" name="Textfeld 319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193" name="Rechteck 319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4" name="Rechteck 319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5" name="Rechteck 319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6" name="Rechteck 319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7" name="Rechteck 319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8" name="Rechteck 319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9" name="Rechteck 319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0" name="Rechteck 319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174" name="Textfeld 3173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11</a:t>
                    </a:r>
                  </a:p>
                </p:txBody>
              </p:sp>
            </p:grpSp>
            <p:sp>
              <p:nvSpPr>
                <p:cNvPr id="3172" name="Textfeld 317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131" name="Rechteck 3130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3132" name="Rechteck 3131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133" name="Textfeld 3132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  <p:grpSp>
            <p:nvGrpSpPr>
              <p:cNvPr id="3134" name="Gruppieren 3133"/>
              <p:cNvGrpSpPr/>
              <p:nvPr/>
            </p:nvGrpSpPr>
            <p:grpSpPr>
              <a:xfrm>
                <a:off x="5264708" y="1147824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3141" name="Gruppieren 3140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3143" name="Gruppieren 314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145" name="Rechteck 314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146" name="Rechteck 314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7" name="Ellipse 314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8" name="Ellipse 314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9" name="Textfeld 314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150" name="Textfeld 314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151" name="Ellipse 315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52" name="Ellipse 315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53" name="Textfeld 315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54" name="Textfeld 315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55" name="Ellipse 315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56" name="Ellipse 315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57" name="Textfeld 315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58" name="Textfeld 315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59" name="Ellipse 315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0" name="Ellipse 315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1" name="Textfeld 316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3162" name="Textfeld 316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3163" name="Rechteck 316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4" name="Rechteck 316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5" name="Rechteck 316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6" name="Rechteck 316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7" name="Rechteck 316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8" name="Rechteck 316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9" name="Rechteck 316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0" name="Rechteck 316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144" name="Textfeld 3143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12</a:t>
                    </a:r>
                  </a:p>
                </p:txBody>
              </p:sp>
            </p:grpSp>
            <p:sp>
              <p:nvSpPr>
                <p:cNvPr id="3142" name="Textfeld 314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EL3162</a:t>
                  </a:r>
                </a:p>
              </p:txBody>
            </p:sp>
          </p:grpSp>
          <p:grpSp>
            <p:nvGrpSpPr>
              <p:cNvPr id="3135" name="Gruppieren 3134"/>
              <p:cNvGrpSpPr/>
              <p:nvPr/>
            </p:nvGrpSpPr>
            <p:grpSpPr>
              <a:xfrm>
                <a:off x="5581720" y="1155513"/>
                <a:ext cx="346437" cy="1638565"/>
                <a:chOff x="1686699" y="1155513"/>
                <a:chExt cx="346437" cy="1638565"/>
              </a:xfrm>
            </p:grpSpPr>
            <p:grpSp>
              <p:nvGrpSpPr>
                <p:cNvPr id="3137" name="Gruppieren 3136"/>
                <p:cNvGrpSpPr/>
                <p:nvPr/>
              </p:nvGrpSpPr>
              <p:grpSpPr>
                <a:xfrm>
                  <a:off x="1686699" y="1155513"/>
                  <a:ext cx="346437" cy="1473700"/>
                  <a:chOff x="1686699" y="1155513"/>
                  <a:chExt cx="346437" cy="1473700"/>
                </a:xfrm>
              </p:grpSpPr>
              <p:sp>
                <p:nvSpPr>
                  <p:cNvPr id="3139" name="Rechteck 3138"/>
                  <p:cNvSpPr/>
                  <p:nvPr/>
                </p:nvSpPr>
                <p:spPr>
                  <a:xfrm>
                    <a:off x="1702261" y="1191341"/>
                    <a:ext cx="312023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40" name="Textfeld 3139"/>
                  <p:cNvSpPr txBox="1"/>
                  <p:nvPr/>
                </p:nvSpPr>
                <p:spPr>
                  <a:xfrm>
                    <a:off x="1686699" y="1155513"/>
                    <a:ext cx="346437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13</a:t>
                    </a:r>
                  </a:p>
                </p:txBody>
              </p:sp>
            </p:grpSp>
            <p:sp>
              <p:nvSpPr>
                <p:cNvPr id="3138" name="Textfeld 313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3136" name="Textfeld 3135"/>
              <p:cNvSpPr txBox="1"/>
              <p:nvPr/>
            </p:nvSpPr>
            <p:spPr>
              <a:xfrm>
                <a:off x="1449501" y="2625073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BC1</a:t>
                </a:r>
              </a:p>
            </p:txBody>
          </p:sp>
        </p:grpSp>
        <p:sp>
          <p:nvSpPr>
            <p:cNvPr id="3115" name="Textfeld 3114"/>
            <p:cNvSpPr txBox="1"/>
            <p:nvPr/>
          </p:nvSpPr>
          <p:spPr>
            <a:xfrm>
              <a:off x="3259611" y="1698586"/>
              <a:ext cx="14640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50" dirty="0" smtClean="0"/>
                <a:t>2</a:t>
              </a:r>
              <a:endParaRPr lang="de-DE" dirty="0"/>
            </a:p>
          </p:txBody>
        </p:sp>
      </p:grp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7687" name="Gruppieren 7686"/>
          <p:cNvGrpSpPr/>
          <p:nvPr/>
        </p:nvGrpSpPr>
        <p:grpSpPr>
          <a:xfrm>
            <a:off x="8553878" y="2850732"/>
            <a:ext cx="1551780" cy="1652928"/>
            <a:chOff x="2584649" y="1278375"/>
            <a:chExt cx="1551780" cy="1652928"/>
          </a:xfrm>
        </p:grpSpPr>
        <p:grpSp>
          <p:nvGrpSpPr>
            <p:cNvPr id="7688" name="Gruppieren 7687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68" name="Gruppieren 77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70" name="Gruppieren 77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72" name="Rechteck 77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3" name="Rechteck 77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4" name="Ellipse 77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5" name="Ellipse 77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6" name="Textfeld 77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77" name="Textfeld 77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778" name="Ellipse 7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9" name="Ellipse 7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0" name="Textfeld 777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81" name="Textfeld 77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782" name="Ellipse 77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3" name="Ellipse 77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4" name="Textfeld 77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85" name="Textfeld 77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86" name="Ellipse 77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7" name="Ellipse 77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8" name="Textfeld 77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89" name="Textfeld 77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90" name="Rechteck 77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1" name="Rechteck 77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2" name="Rechteck 77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3" name="Rechteck 77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4" name="Rechteck 77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5" name="Rechteck 77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6" name="Rechteck 77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7" name="Rechteck 77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71" name="Textfeld 77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769" name="Textfeld 77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689" name="Rechteck 768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0" name="Rechteck 768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1" name="Rechteck 769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2" name="Rechteck 769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3" name="Rechteck 769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694" name="Gruppieren 769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38" name="Gruppieren 77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40" name="Gruppieren 77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42" name="Rechteck 77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3" name="Rechteck 77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4" name="Ellipse 77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5" name="Ellipse 77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6" name="Textfeld 77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47" name="Textfeld 77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48" name="Ellipse 7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9" name="Ellipse 7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0" name="Textfeld 77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1" name="Textfeld 77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2" name="Ellipse 77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3" name="Ellipse 77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54" name="Textfeld 77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5" name="Textfeld 775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6" name="Ellipse 77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7" name="Ellipse 77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8" name="Textfeld 77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9" name="Textfeld 77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60" name="Rechteck 77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1" name="Rechteck 77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2" name="Rechteck 77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3" name="Rechteck 77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4" name="Rechteck 77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5" name="Rechteck 77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6" name="Rechteck 77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7" name="Rechteck 77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41" name="Textfeld 77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739" name="Textfeld 77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695" name="Gruppieren 7694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7736" name="Rechteck 7735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37" name="Textfeld 7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696" name="Textfeld 7695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7697" name="Gruppieren 7696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7699" name="Rechteck 769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0" name="Ellipse 769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1" name="Ellipse 770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2" name="Ellipse 770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3" name="Ellipse 770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4" name="Textfeld 770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7705" name="Textfeld 770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06" name="Ellipse 770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7" name="Ellipse 770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8" name="Ellipse 770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9" name="Ellipse 770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0" name="Ellipse 770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1" name="Ellipse 771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2" name="Ellipse 771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3" name="Ellipse 771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4" name="Ellipse 771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5" name="Ellipse 771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6" name="Ellipse 771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7" name="Ellipse 771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718" name="Gruppieren 771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719" name="Rechteck 771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0" name="Rechteck 771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1" name="Rechteck 772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2" name="Rechteck 772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23" name="Rechteck 772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4" name="Rechteck 772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5" name="Rechteck 772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6" name="Rechteck 772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7" name="Rechteck 772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8" name="Rechteck 772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9" name="Rechteck 772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0" name="Rechteck 772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1" name="Rechteck 773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2" name="Rechteck 773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3" name="Rechteck 773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4" name="Rechteck 773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5" name="Rechteck 773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7698" name="Textfeld 7697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  <p:grpSp>
        <p:nvGrpSpPr>
          <p:cNvPr id="7798" name="Gruppieren 7797"/>
          <p:cNvGrpSpPr/>
          <p:nvPr/>
        </p:nvGrpSpPr>
        <p:grpSpPr>
          <a:xfrm>
            <a:off x="10244840" y="2835616"/>
            <a:ext cx="2517156" cy="1652928"/>
            <a:chOff x="2586406" y="1278376"/>
            <a:chExt cx="2517156" cy="1652928"/>
          </a:xfrm>
        </p:grpSpPr>
        <p:grpSp>
          <p:nvGrpSpPr>
            <p:cNvPr id="7799" name="Gruppieren 7798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966" name="Gruppieren 79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968" name="Gruppieren 79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970" name="Rechteck 7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1" name="Rechteck 7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2" name="Ellipse 7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3" name="Ellipse 7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4" name="Ellipse 7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5" name="Ellipse 7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6" name="Ellipse 7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7" name="Ellipse 7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8" name="Ellipse 7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9" name="Ellipse 7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0" name="Rechteck 7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1" name="Rechteck 7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2" name="Rechteck 7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3" name="Rechteck 7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4" name="Rechteck 7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5" name="Rechteck 7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6" name="Rechteck 7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7" name="Rechteck 7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69" name="Textfeld 79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967" name="Textfeld 7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800" name="Rechteck 7799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1" name="Rechteck 7800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2" name="Rechteck 7801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3" name="Rechteck 7802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4" name="Rechteck 7803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805" name="Gruppieren 7804"/>
            <p:cNvGrpSpPr/>
            <p:nvPr/>
          </p:nvGrpSpPr>
          <p:grpSpPr>
            <a:xfrm>
              <a:off x="31523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936" name="Gruppieren 79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38" name="Gruppieren 79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40" name="Rechteck 79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1" name="Rechteck 79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2" name="Ellipse 79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3" name="Ellipse 79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4" name="Textfeld 79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45" name="Textfeld 79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6" name="Ellipse 79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7" name="Ellipse 79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8" name="Textfeld 79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49" name="Textfeld 79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0" name="Ellipse 7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1" name="Ellipse 7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2" name="Textfeld 7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3" name="Textfeld 7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4" name="Ellipse 7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5" name="Ellipse 7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6" name="Textfeld 7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57" name="Textfeld 7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58" name="Rechteck 7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9" name="Rechteck 7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0" name="Rechteck 7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1" name="Rechteck 7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2" name="Rechteck 7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3" name="Rechteck 7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4" name="Rechteck 7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5" name="Rechteck 7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39" name="Textfeld 79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937" name="Textfeld 79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6" name="Gruppieren 7805"/>
            <p:cNvGrpSpPr/>
            <p:nvPr/>
          </p:nvGrpSpPr>
          <p:grpSpPr>
            <a:xfrm>
              <a:off x="347923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906" name="Gruppieren 79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08" name="Gruppieren 79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10" name="Rechteck 79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11" name="Rechteck 79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2" name="Ellipse 79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3" name="Ellipse 79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4" name="Textfeld 79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15" name="Textfeld 79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916" name="Ellipse 79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7" name="Ellipse 79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8" name="Textfeld 79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19" name="Textfeld 79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920" name="Ellipse 79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1" name="Ellipse 79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2" name="Textfeld 79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23" name="Textfeld 79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924" name="Ellipse 79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25" name="Ellipse 79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6" name="Textfeld 79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27" name="Textfeld 79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928" name="Rechteck 79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9" name="Rechteck 79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0" name="Rechteck 79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1" name="Rechteck 79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2" name="Rechteck 79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3" name="Rechteck 79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4" name="Rechteck 79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5" name="Rechteck 79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09" name="Textfeld 79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907" name="Textfeld 79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7" name="Gruppieren 7806"/>
            <p:cNvGrpSpPr/>
            <p:nvPr/>
          </p:nvGrpSpPr>
          <p:grpSpPr>
            <a:xfrm>
              <a:off x="3805309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84" name="Gruppieren 78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86" name="Gruppieren 78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8" name="Rechteck 78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89" name="Rechteck 78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0" name="Ellipse 78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1" name="Ellipse 78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2" name="Ellipse 78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3" name="Ellipse 78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4" name="Ellipse 78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5" name="Ellipse 78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6" name="Ellipse 78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7" name="Ellipse 78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8" name="Rechteck 78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9" name="Rechteck 78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0" name="Rechteck 78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1" name="Rechteck 79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2" name="Rechteck 79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3" name="Rechteck 79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4" name="Rechteck 79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5" name="Rechteck 79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87" name="Textfeld 78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885" name="Textfeld 78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8" name="Gruppieren 7807"/>
            <p:cNvGrpSpPr/>
            <p:nvPr/>
          </p:nvGrpSpPr>
          <p:grpSpPr>
            <a:xfrm>
              <a:off x="412718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854" name="Gruppieren 7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56" name="Gruppieren 7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58" name="Rechteck 7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9" name="Rechteck 7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0" name="Ellipse 7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1" name="Ellipse 7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2" name="Textfeld 7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63" name="Textfeld 7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64" name="Ellipse 7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5" name="Ellipse 7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6" name="Textfeld 7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7" name="Textfeld 7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8" name="Ellipse 7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9" name="Ellipse 7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70" name="Textfeld 7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1" name="Textfeld 7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2" name="Ellipse 7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3" name="Ellipse 7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4" name="Textfeld 7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5" name="Textfeld 7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76" name="Rechteck 7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7" name="Rechteck 7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8" name="Rechteck 7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9" name="Rechteck 7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0" name="Rechteck 7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1" name="Rechteck 7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2" name="Rechteck 7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3" name="Rechteck 7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57" name="Textfeld 7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5" name="Textfeld 7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09" name="Rechteck 7808"/>
            <p:cNvSpPr/>
            <p:nvPr/>
          </p:nvSpPr>
          <p:spPr>
            <a:xfrm>
              <a:off x="3518976" y="133911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7810" name="Gruppieren 7809"/>
            <p:cNvGrpSpPr/>
            <p:nvPr/>
          </p:nvGrpSpPr>
          <p:grpSpPr>
            <a:xfrm>
              <a:off x="4778612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50" name="Gruppieren 78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7852" name="Rechteck 78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53" name="Textfeld 78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851" name="Textfeld 78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11" name="Textfeld 7810"/>
            <p:cNvSpPr txBox="1"/>
            <p:nvPr/>
          </p:nvSpPr>
          <p:spPr>
            <a:xfrm>
              <a:off x="2586406" y="276305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  <p:grpSp>
          <p:nvGrpSpPr>
            <p:cNvPr id="7812" name="Gruppieren 7811"/>
            <p:cNvGrpSpPr/>
            <p:nvPr/>
          </p:nvGrpSpPr>
          <p:grpSpPr>
            <a:xfrm>
              <a:off x="4454058" y="1327262"/>
              <a:ext cx="324950" cy="1602737"/>
              <a:chOff x="2526020" y="269422"/>
              <a:chExt cx="324950" cy="1602737"/>
            </a:xfrm>
          </p:grpSpPr>
          <p:sp>
            <p:nvSpPr>
              <p:cNvPr id="7813" name="Rechteck 7812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4" name="Ellipse 7813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5" name="Ellipse 7814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6" name="Ellipse 7815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7" name="Ellipse 7816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8" name="Textfeld 7817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19" name="Textfeld 7818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20" name="Ellipse 7819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1" name="Ellipse 7820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2" name="Ellipse 7821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3" name="Ellipse 7822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4" name="Ellipse 7823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5" name="Ellipse 7824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6" name="Ellipse 7825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7" name="Ellipse 7826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8" name="Ellipse 7827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9" name="Ellipse 7828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0" name="Ellipse 7829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1" name="Ellipse 7830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832" name="Gruppieren 7831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833" name="Rechteck 7832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4" name="Rechteck 7833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5" name="Rechteck 7834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6" name="Rechteck 7835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37" name="Rechteck 7836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8" name="Rechteck 7837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9" name="Rechteck 7838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0" name="Rechteck 7839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1" name="Rechteck 7840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2" name="Rechteck 7841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3" name="Rechteck 7842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4" name="Rechteck 7843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5" name="Rechteck 7844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6" name="Rechteck 7845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7" name="Rechteck 7846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8" name="Rechteck 7847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9" name="Rechteck 7848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233" name="Gruppieren 8232"/>
          <p:cNvGrpSpPr/>
          <p:nvPr/>
        </p:nvGrpSpPr>
        <p:grpSpPr>
          <a:xfrm>
            <a:off x="3761062" y="4874917"/>
            <a:ext cx="2876963" cy="1654831"/>
            <a:chOff x="2584415" y="1276473"/>
            <a:chExt cx="2876963" cy="1654831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1" name="Gruppieren 8240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63" name="Gruppieren 83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65" name="Gruppieren 83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7" name="Rechteck 83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68" name="Rechteck 83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9" name="Ellipse 83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0" name="Ellipse 83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1" name="Textfeld 83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72" name="Textfeld 83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373" name="Ellipse 83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4" name="Ellipse 83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5" name="Textfeld 83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76" name="Textfeld 83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377" name="Ellipse 83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8" name="Ellipse 83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9" name="Textfeld 83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80" name="Textfeld 83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381" name="Ellipse 83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2" name="Ellipse 83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3" name="Textfeld 83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84" name="Textfeld 83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385" name="Rechteck 83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6" name="Rechteck 83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7" name="Rechteck 83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8" name="Rechteck 83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9" name="Rechteck 83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0" name="Rechteck 83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1" name="Rechteck 83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2" name="Rechteck 83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66" name="Textfeld 83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364" name="Textfeld 83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242" name="Gruppieren 8241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341" name="Gruppieren 8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343" name="Gruppieren 83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345" name="Rechteck 8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46" name="Rechteck 8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7" name="Ellipse 8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8" name="Ellipse 8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9" name="Ellipse 83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0" name="Ellipse 83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1" name="Ellipse 83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52" name="Ellipse 83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3" name="Ellipse 8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4" name="Ellipse 8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5" name="Rechteck 83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6" name="Rechteck 83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7" name="Rechteck 83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8" name="Rechteck 83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9" name="Rechteck 83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0" name="Rechteck 83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1" name="Rechteck 83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2" name="Rechteck 83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44" name="Textfeld 8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342" name="Textfeld 8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246" name="Rechteck 8245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247" name="Gruppieren 8246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445" name="Gruppieren 8444"/>
          <p:cNvGrpSpPr/>
          <p:nvPr/>
        </p:nvGrpSpPr>
        <p:grpSpPr>
          <a:xfrm>
            <a:off x="6758410" y="4867199"/>
            <a:ext cx="2876963" cy="1654831"/>
            <a:chOff x="2584415" y="1276473"/>
            <a:chExt cx="2876963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3" name="Gruppieren 8452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75" name="Gruppieren 8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77" name="Gruppieren 8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79" name="Rechteck 8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0" name="Rechteck 8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1" name="Ellipse 8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2" name="Ellipse 8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3" name="Textfeld 8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4" name="Textfeld 8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585" name="Ellipse 8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6" name="Ellipse 8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7" name="Textfeld 8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88" name="Textfeld 8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589" name="Ellipse 8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0" name="Ellipse 8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1" name="Textfeld 8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2" name="Textfeld 8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593" name="Ellipse 8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4" name="Ellipse 8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5" name="Textfeld 8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96" name="Textfeld 8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597" name="Rechteck 8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8" name="Rechteck 8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9" name="Rechteck 8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0" name="Rechteck 8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1" name="Rechteck 8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2" name="Rechteck 8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3" name="Rechteck 8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4" name="Rechteck 8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78" name="Textfeld 8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576" name="Textfeld 8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4" name="Gruppieren 8453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553" name="Gruppieren 85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555" name="Gruppieren 85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57" name="Rechteck 8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58" name="Rechteck 8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9" name="Ellipse 8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0" name="Ellipse 8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1" name="Ellipse 8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2" name="Ellipse 8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3" name="Ellipse 8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64" name="Ellipse 8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5" name="Ellipse 85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6" name="Ellipse 85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7" name="Rechteck 85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8" name="Rechteck 85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9" name="Rechteck 85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0" name="Rechteck 85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1" name="Rechteck 85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2" name="Rechteck 85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3" name="Rechteck 85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4" name="Rechteck 85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56" name="Textfeld 8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554" name="Textfeld 8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458" name="Rechteck 8457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459" name="Gruppieren 8458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3" name="Gruppieren 8862"/>
          <p:cNvGrpSpPr/>
          <p:nvPr/>
        </p:nvGrpSpPr>
        <p:grpSpPr>
          <a:xfrm>
            <a:off x="5396266" y="920650"/>
            <a:ext cx="6108962" cy="1652928"/>
            <a:chOff x="1116267" y="770205"/>
            <a:chExt cx="6108962" cy="1652928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7" name="Gruppieren 8876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097" name="Gruppieren 9096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099" name="Gruppieren 909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101" name="Rechteck 9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02" name="Rechteck 9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3" name="Ellipse 9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4" name="Ellipse 9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5" name="Ellipse 91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6" name="Ellipse 91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7" name="Ellipse 91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8" name="Ellipse 91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9" name="Ellipse 9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0" name="Ellipse 9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1" name="Rechteck 9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2" name="Rechteck 9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3" name="Rechteck 91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4" name="Rechteck 91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5" name="Rechteck 91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6" name="Rechteck 91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7" name="Rechteck 91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8" name="Rechteck 91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00" name="Textfeld 9099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098" name="Textfeld 9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9" name="Gruppieren 8878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9064" name="Rechteck 9063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9065" name="Rechteck 9064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066" name="Textfeld 9065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447" name="Gruppieren 2446"/>
          <p:cNvGrpSpPr/>
          <p:nvPr/>
        </p:nvGrpSpPr>
        <p:grpSpPr>
          <a:xfrm>
            <a:off x="5600322" y="2851896"/>
            <a:ext cx="2844318" cy="1655156"/>
            <a:chOff x="2585049" y="1276147"/>
            <a:chExt cx="2844318" cy="1655156"/>
          </a:xfrm>
        </p:grpSpPr>
        <p:grpSp>
          <p:nvGrpSpPr>
            <p:cNvPr id="2448" name="Gruppieren 2447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638" name="Gruppieren 263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40" name="Gruppieren 263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42" name="Rechteck 26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3" name="Rechteck 26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4" name="Ellipse 26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5" name="Ellipse 26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6" name="Ellipse 26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Ellipse 26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0" name="Ellipse 26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Rechteck 26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Rechteck 26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Rechteck 26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41" name="Textfeld 26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39" name="Textfeld 26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449" name="Rechteck 244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0" name="Rechteck 244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1" name="Rechteck 245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2" name="Rechteck 245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3" name="Rechteck 245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454" name="Gruppieren 245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608" name="Gruppieren 26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10" name="Gruppieren 26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12" name="Rechteck 26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3" name="Rechteck 26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4" name="Ellipse 26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5" name="Ellipse 26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6" name="Textfeld 26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17" name="Textfeld 26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18" name="Ellipse 26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9" name="Ellipse 26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0" name="Textfeld 26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21" name="Textfeld 26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22" name="Ellipse 26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3" name="Ellipse 26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4" name="Textfeld 26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625" name="Textfeld 26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626" name="Ellipse 26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7" name="Ellipse 26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8" name="Textfeld 26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629" name="Textfeld 26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30" name="Rechteck 26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1" name="Rechteck 26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2" name="Rechteck 26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Rechteck 26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Rechteck 26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11" name="Textfeld 26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09" name="Textfeld 26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455" name="Gruppieren 2454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78" name="Gruppieren 25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0" name="Gruppieren 25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2" name="Rechteck 25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3" name="Rechteck 25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4" name="Ellipse 25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5" name="Ellipse 25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6" name="Textfeld 25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87" name="Textfeld 25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Ellipse 25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Textfeld 25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Ellipse 25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95" name="Textfeld 25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Ellipse 25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99" name="Textfeld 25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00" name="Rechteck 25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Rechteck 26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2" name="Rechteck 26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1" name="Textfeld 25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579" name="Textfeld 25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456" name="Gruppieren 2455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556" name="Gruppieren 25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558" name="Gruppieren 25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560" name="Rechteck 25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61" name="Rechteck 25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2" name="Ellipse 25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3" name="Ellipse 25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4" name="Ellipse 25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5" name="Ellipse 25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6" name="Ellipse 25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7" name="Ellipse 25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8" name="Ellipse 25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9" name="Ellipse 25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0" name="Rechteck 25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1" name="Rechteck 25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2" name="Rechteck 25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3" name="Rechteck 25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4" name="Rechteck 25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9" name="Textfeld 25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57" name="Textfeld 25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457" name="Gruppieren 2456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26" name="Gruppieren 25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8" name="Gruppieren 25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30" name="Rechteck 25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1" name="Rechteck 25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Ellipse 25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Ellipse 25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4" name="Textfeld 25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5" name="Textfeld 25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6" name="Ellipse 25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7" name="Ellipse 25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8" name="Textfeld 25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39" name="Textfeld 25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40" name="Ellipse 25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1" name="Ellipse 25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2" name="Textfeld 254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43" name="Textfeld 2542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44" name="Ellipse 25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Ellipse 25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Textfeld 25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47" name="Textfeld 25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1" name="Rechteck 25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2" name="Rechteck 25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3" name="Rechteck 25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4" name="Rechteck 25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5" name="Rechteck 25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9" name="Textfeld 25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527" name="Textfeld 25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458" name="Gruppieren 2457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2498" name="Gruppieren 2497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500" name="Gruppieren 249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502" name="Rechteck 25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3" name="Rechteck 25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4" name="Ellipse 25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5" name="Ellipse 25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Textfeld 25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07" name="Textfeld 25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08" name="Ellipse 25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9" name="Ellipse 25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1" name="Ellipse 25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2" name="Textfeld 25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3" name="Textfeld 25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4" name="Ellipse 25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15" name="Ellipse 25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Textfeld 25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7" name="Textfeld 25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8" name="Rechteck 25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Rechteck 25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Rechteck 25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1" name="Rechteck 25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2" name="Rechteck 25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3" name="Rechteck 25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4" name="Rechteck 25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5" name="Rechteck 25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01" name="Textfeld 25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99" name="Textfeld 24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459" name="Gruppieren 2458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2494" name="Gruppieren 2493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2496" name="Rechteck 24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497" name="Textfeld 2496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495" name="Textfeld 2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460" name="Rechteck 2459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461" name="Textfeld 2460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2462" name="Gruppieren 2461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2463" name="Gruppieren 2462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467" name="Gruppieren 2466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2469" name="Gruppieren 2468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2471" name="Rechteck 247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72" name="Rechteck 247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3" name="Ellipse 247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4" name="Ellipse 247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5" name="Textfeld 2474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2476" name="Ellipse 247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7" name="Ellipse 247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8" name="Textfeld 247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79" name="Textfeld 247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80" name="Ellipse 24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1" name="Ellipse 24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2" name="Textfeld 248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3" name="Textfeld 248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4" name="Ellipse 248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85" name="Ellipse 248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6" name="Rechteck 248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7" name="Rechteck 248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8" name="Rechteck 248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9" name="Rechteck 248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0" name="Rechteck 248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1" name="Rechteck 249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2" name="Rechteck 249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3" name="Rechteck 249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2468" name="Textfeld 246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2464" name="Textfeld 2463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2465" name="Textfeld 2464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2466" name="Textfeld 2465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334" name="Gruppieren 2333"/>
          <p:cNvGrpSpPr/>
          <p:nvPr/>
        </p:nvGrpSpPr>
        <p:grpSpPr>
          <a:xfrm>
            <a:off x="391231" y="4872995"/>
            <a:ext cx="3169862" cy="1653145"/>
            <a:chOff x="2585007" y="1278159"/>
            <a:chExt cx="3169862" cy="1653145"/>
          </a:xfrm>
        </p:grpSpPr>
        <p:grpSp>
          <p:nvGrpSpPr>
            <p:cNvPr id="2335" name="Gruppieren 2334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2898" name="Gruppieren 289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900" name="Gruppieren 289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902" name="Rechteck 29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03" name="Rechteck 29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4" name="Ellipse 29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05" name="Ellipse 29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6" name="Ellipse 29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7" name="Ellipse 29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8" name="Ellipse 290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9" name="Ellipse 290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0" name="Ellipse 29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1" name="Ellipse 29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2" name="Rechteck 2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3" name="Rechteck 2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4" name="Rechteck 2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5" name="Rechteck 2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6" name="Rechteck 2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7" name="Rechteck 2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8" name="Rechteck 2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9" name="Rechteck 2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01" name="Textfeld 29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899" name="Textfeld 28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336" name="Rechteck 2335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37" name="Rechteck 2336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38" name="Rechteck 2337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39" name="Rechteck 2338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40" name="Rechteck 2339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341" name="Gruppieren 2340"/>
            <p:cNvGrpSpPr/>
            <p:nvPr/>
          </p:nvGrpSpPr>
          <p:grpSpPr>
            <a:xfrm>
              <a:off x="315230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2868" name="Gruppieren 28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70" name="Gruppieren 28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72" name="Rechteck 28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73" name="Rechteck 28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4" name="Ellipse 28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75" name="Ellipse 28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6" name="Textfeld 28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77" name="Textfeld 28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78" name="Ellipse 28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9" name="Ellipse 28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Textfeld 287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81" name="Textfeld 28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82" name="Ellipse 28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3" name="Ellipse 28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4" name="Textfeld 28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85" name="Textfeld 28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86" name="Ellipse 28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7" name="Ellipse 28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8" name="Textfeld 28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89" name="Textfeld 28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90" name="Rechteck 28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1" name="Rechteck 28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2" name="Rechteck 28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3" name="Rechteck 28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4" name="Rechteck 28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5" name="Rechteck 28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6" name="Rechteck 28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7" name="Rechteck 28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71" name="Textfeld 28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869" name="Textfeld 28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342" name="Gruppieren 2341"/>
            <p:cNvGrpSpPr/>
            <p:nvPr/>
          </p:nvGrpSpPr>
          <p:grpSpPr>
            <a:xfrm>
              <a:off x="347923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2838" name="Gruppieren 28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40" name="Gruppieren 28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42" name="Rechteck 28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3" name="Rechteck 28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4" name="Ellipse 28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5" name="Ellipse 28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6" name="Textfeld 28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47" name="Textfeld 28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48" name="Ellipse 28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Ellipse 28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Textfeld 28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1" name="Textfeld 28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2" name="Ellipse 28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Ellipse 28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4" name="Textfeld 28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5" name="Textfeld 285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6" name="Ellipse 28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7" name="Ellipse 28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8" name="Textfeld 28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59" name="Textfeld 28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60" name="Rechteck 28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Rechteck 28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Rechteck 28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3" name="Rechteck 28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4" name="Rechteck 28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Rechteck 28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41" name="Textfeld 28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839" name="Textfeld 28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343" name="Gruppieren 2342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2808" name="Gruppieren 28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10" name="Gruppieren 28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12" name="Rechteck 28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13" name="Rechteck 28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4" name="Ellipse 28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5" name="Ellipse 28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6" name="Textfeld 28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17" name="Textfeld 28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18" name="Ellipse 28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9" name="Ellipse 28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0" name="Textfeld 28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21" name="Textfeld 28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22" name="Ellipse 28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3" name="Ellipse 28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4" name="Textfeld 28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25" name="Textfeld 28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26" name="Ellipse 28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7" name="Ellipse 28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Textfeld 28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29" name="Textfeld 28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30" name="Rechteck 28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1" name="Rechteck 28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Rechteck 28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3" name="Rechteck 28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4" name="Rechteck 28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5" name="Rechteck 28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Rechteck 28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Rechteck 28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11" name="Textfeld 28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809" name="Textfeld 28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2344" name="Gruppieren 2343"/>
            <p:cNvGrpSpPr/>
            <p:nvPr/>
          </p:nvGrpSpPr>
          <p:grpSpPr>
            <a:xfrm>
              <a:off x="412718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2437" name="Gruppieren 243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39" name="Gruppieren 24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41" name="Rechteck 24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42" name="Rechteck 24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3" name="Ellipse 24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4" name="Ellipse 24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5" name="Textfeld 24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46" name="Textfeld 24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88" name="Ellipse 27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9" name="Ellipse 27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0" name="Textfeld 27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91" name="Textfeld 27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792" name="Ellipse 27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3" name="Ellipse 27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4" name="Textfeld 27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95" name="Textfeld 27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796" name="Ellipse 27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7" name="Ellipse 27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Textfeld 27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99" name="Textfeld 27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00" name="Rechteck 27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1" name="Rechteck 28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2" name="Rechteck 28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3" name="Rechteck 28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Rechteck 28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5" name="Rechteck 28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6" name="Rechteck 28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7" name="Rechteck 28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40" name="Textfeld 243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438" name="Textfeld 24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345" name="Gruppieren 2344"/>
            <p:cNvGrpSpPr/>
            <p:nvPr/>
          </p:nvGrpSpPr>
          <p:grpSpPr>
            <a:xfrm>
              <a:off x="4453280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2415" name="Gruppieren 241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417" name="Gruppieren 241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419" name="Rechteck 24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20" name="Rechteck 24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1" name="Ellipse 24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2" name="Ellipse 24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3" name="Ellipse 242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24" name="Ellipse 242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25" name="Ellipse 24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26" name="Ellipse 24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27" name="Ellipse 24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8" name="Ellipse 24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9" name="Rechteck 242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0" name="Rechteck 242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1" name="Rechteck 243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2" name="Rechteck 243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3" name="Rechteck 243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4" name="Rechteck 243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5" name="Rechteck 243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6" name="Rechteck 243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18" name="Textfeld 24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416" name="Textfeld 24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346" name="Gruppieren 2345"/>
            <p:cNvGrpSpPr/>
            <p:nvPr/>
          </p:nvGrpSpPr>
          <p:grpSpPr>
            <a:xfrm>
              <a:off x="47781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2385" name="Gruppieren 238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87" name="Gruppieren 238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89" name="Rechteck 23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90" name="Rechteck 23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1" name="Ellipse 23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2" name="Ellipse 23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3" name="Textfeld 239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94" name="Textfeld 239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95" name="Ellipse 23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Ellipse 23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7" name="Textfeld 239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98" name="Textfeld 239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99" name="Ellipse 23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0" name="Ellipse 23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1" name="Textfeld 24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402" name="Textfeld 24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403" name="Ellipse 24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4" name="Ellipse 24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5" name="Textfeld 24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406" name="Textfeld 24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407" name="Rechteck 24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8" name="Rechteck 24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Rechteck 24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0" name="Rechteck 24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1" name="Rechteck 24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2" name="Rechteck 24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3" name="Rechteck 24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4" name="Rechteck 24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88" name="Textfeld 238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386" name="Textfeld 23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347" name="Gruppieren 2346"/>
            <p:cNvGrpSpPr/>
            <p:nvPr/>
          </p:nvGrpSpPr>
          <p:grpSpPr>
            <a:xfrm>
              <a:off x="5102318" y="1278376"/>
              <a:ext cx="371759" cy="1652928"/>
              <a:chOff x="1692193" y="1141150"/>
              <a:chExt cx="371759" cy="1652928"/>
            </a:xfrm>
          </p:grpSpPr>
          <p:grpSp>
            <p:nvGrpSpPr>
              <p:cNvPr id="2355" name="Gruppieren 2354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357" name="Gruppieren 235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59" name="Rechteck 235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60" name="Rechteck 235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1" name="Ellipse 236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2" name="Ellipse 236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3" name="Textfeld 236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64" name="Textfeld 236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65" name="Ellipse 236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Ellipse 236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7" name="Textfeld 236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68" name="Textfeld 236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69" name="Ellipse 236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0" name="Ellipse 236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1" name="Textfeld 237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72" name="Textfeld 237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73" name="Ellipse 237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4" name="Ellipse 237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5" name="Textfeld 237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76" name="Textfeld 237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77" name="Rechteck 237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8" name="Rechteck 237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9" name="Rechteck 237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0" name="Rechteck 237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1" name="Rechteck 238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2" name="Rechteck 238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Rechteck 23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4" name="Rechteck 23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58" name="Textfeld 2357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356" name="Textfeld 235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2348" name="Rechteck 2347"/>
            <p:cNvSpPr/>
            <p:nvPr/>
          </p:nvSpPr>
          <p:spPr>
            <a:xfrm>
              <a:off x="4158557" y="1357566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2349" name="Gruppieren 2348"/>
            <p:cNvGrpSpPr/>
            <p:nvPr/>
          </p:nvGrpSpPr>
          <p:grpSpPr>
            <a:xfrm>
              <a:off x="5429919" y="1278159"/>
              <a:ext cx="324950" cy="1652928"/>
              <a:chOff x="1694292" y="1141150"/>
              <a:chExt cx="324950" cy="1652928"/>
            </a:xfrm>
          </p:grpSpPr>
          <p:grpSp>
            <p:nvGrpSpPr>
              <p:cNvPr id="2351" name="Gruppieren 235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353" name="Rechteck 235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354" name="Textfeld 235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352" name="Textfeld 23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350" name="Textfeld 2349"/>
            <p:cNvSpPr txBox="1"/>
            <p:nvPr/>
          </p:nvSpPr>
          <p:spPr>
            <a:xfrm>
              <a:off x="2585007" y="276142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3720905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 smtClean="0"/>
              <a:t>Clamps</a:t>
            </a:r>
            <a:r>
              <a:rPr lang="de-DE" dirty="0" smtClean="0"/>
              <a:t> Scenario 20</a:t>
            </a:r>
            <a:endParaRPr lang="de-DE" dirty="0"/>
          </a:p>
        </p:txBody>
      </p:sp>
      <p:grpSp>
        <p:nvGrpSpPr>
          <p:cNvPr id="3113" name="Gruppieren 3112"/>
          <p:cNvGrpSpPr/>
          <p:nvPr/>
        </p:nvGrpSpPr>
        <p:grpSpPr>
          <a:xfrm>
            <a:off x="391231" y="938772"/>
            <a:ext cx="4478656" cy="1652928"/>
            <a:chOff x="2562931" y="1103872"/>
            <a:chExt cx="4478656" cy="1652928"/>
          </a:xfrm>
        </p:grpSpPr>
        <p:grpSp>
          <p:nvGrpSpPr>
            <p:cNvPr id="3114" name="Gruppieren 3113"/>
            <p:cNvGrpSpPr/>
            <p:nvPr/>
          </p:nvGrpSpPr>
          <p:grpSpPr>
            <a:xfrm>
              <a:off x="2562931" y="1103872"/>
              <a:ext cx="4478656" cy="1652928"/>
              <a:chOff x="1449501" y="1141150"/>
              <a:chExt cx="4478656" cy="1652928"/>
            </a:xfrm>
          </p:grpSpPr>
          <p:grpSp>
            <p:nvGrpSpPr>
              <p:cNvPr id="3116" name="Gruppieren 3115"/>
              <p:cNvGrpSpPr/>
              <p:nvPr/>
            </p:nvGrpSpPr>
            <p:grpSpPr>
              <a:xfrm>
                <a:off x="1694292" y="1141150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6523" name="Gruppieren 6522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6525" name="Gruppieren 6524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6527" name="Rechteck 652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528" name="Rechteck 652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29" name="Ellipse 652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530" name="Ellipse 652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1" name="Ellipse 653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2" name="Ellipse 653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3" name="Ellipse 653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4" name="Ellipse 653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5" name="Ellipse 653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6" name="Ellipse 653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7" name="Rechteck 653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8" name="Rechteck 653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39" name="Rechteck 653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40" name="Rechteck 653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41" name="Rechteck 654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42" name="Rechteck 654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43" name="Rechteck 654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44" name="Rechteck 654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6526" name="Textfeld 652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6524" name="Textfeld 652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BK1100</a:t>
                  </a:r>
                </a:p>
              </p:txBody>
            </p:sp>
          </p:grpSp>
          <p:sp>
            <p:nvSpPr>
              <p:cNvPr id="3117" name="Rechteck 3116"/>
              <p:cNvSpPr/>
              <p:nvPr/>
            </p:nvSpPr>
            <p:spPr>
              <a:xfrm>
                <a:off x="1454908" y="1303851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18" name="Rechteck 3117"/>
              <p:cNvSpPr/>
              <p:nvPr/>
            </p:nvSpPr>
            <p:spPr>
              <a:xfrm>
                <a:off x="1531684" y="1485251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19" name="Rechteck 3118"/>
              <p:cNvSpPr/>
              <p:nvPr/>
            </p:nvSpPr>
            <p:spPr>
              <a:xfrm>
                <a:off x="1488210" y="1527927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20" name="Rechteck 3119"/>
              <p:cNvSpPr/>
              <p:nvPr/>
            </p:nvSpPr>
            <p:spPr>
              <a:xfrm>
                <a:off x="1532354" y="2093742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21" name="Rechteck 3120"/>
              <p:cNvSpPr/>
              <p:nvPr/>
            </p:nvSpPr>
            <p:spPr>
              <a:xfrm>
                <a:off x="1488880" y="2136418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122" name="Gruppieren 3121"/>
              <p:cNvGrpSpPr/>
              <p:nvPr/>
            </p:nvGrpSpPr>
            <p:grpSpPr>
              <a:xfrm>
                <a:off x="2017782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6494" name="Gruppieren 649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6496" name="Gruppieren 649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6498" name="Rechteck 649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499" name="Rechteck 649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00" name="Ellipse 649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501" name="Ellipse 650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02" name="Textfeld 650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6503" name="Ellipse 650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04" name="Ellipse 650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05" name="Textfeld 6504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506" name="Textfeld 6505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507" name="Ellipse 650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08" name="Ellipse 650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09" name="Textfeld 6508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510" name="Textfeld 6509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511" name="Ellipse 651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12" name="Ellipse 651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13" name="Textfeld 6512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6514" name="Textfeld 6513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6515" name="Rechteck 651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16" name="Rechteck 651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17" name="Rechteck 651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18" name="Rechteck 651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19" name="Rechteck 651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20" name="Rechteck 651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21" name="Rechteck 652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522" name="Rechteck 652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6497" name="Textfeld 649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6495" name="Textfeld 649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3123" name="Gruppieren 3122"/>
              <p:cNvGrpSpPr/>
              <p:nvPr/>
            </p:nvGrpSpPr>
            <p:grpSpPr>
              <a:xfrm>
                <a:off x="2344707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6464" name="Gruppieren 646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6466" name="Gruppieren 646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6468" name="Rechteck 646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469" name="Rechteck 646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70" name="Ellipse 646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71" name="Ellipse 647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72" name="Textfeld 647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6473" name="Textfeld 647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6474" name="Ellipse 647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75" name="Ellipse 647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76" name="Textfeld 647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77" name="Textfeld 647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78" name="Ellipse 647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79" name="Ellipse 647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80" name="Textfeld 647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81" name="Textfeld 648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82" name="Ellipse 648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483" name="Ellipse 648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84" name="Textfeld 648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6485" name="Textfeld 648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6486" name="Rechteck 648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87" name="Rechteck 648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88" name="Rechteck 648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89" name="Rechteck 648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90" name="Rechteck 648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91" name="Rechteck 649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92" name="Rechteck 649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93" name="Rechteck 649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6467" name="Textfeld 646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6465" name="Textfeld 646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3124" name="Gruppieren 3123"/>
              <p:cNvGrpSpPr/>
              <p:nvPr/>
            </p:nvGrpSpPr>
            <p:grpSpPr>
              <a:xfrm>
                <a:off x="2668686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6434" name="Gruppieren 643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6436" name="Gruppieren 643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6438" name="Rechteck 643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439" name="Rechteck 643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40" name="Ellipse 643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41" name="Ellipse 644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42" name="Textfeld 644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6443" name="Textfeld 644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6444" name="Ellipse 644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45" name="Ellipse 644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46" name="Textfeld 644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47" name="Textfeld 644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48" name="Ellipse 644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49" name="Ellipse 644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50" name="Textfeld 644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51" name="Textfeld 645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52" name="Ellipse 645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53" name="Ellipse 645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54" name="Textfeld 645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6455" name="Textfeld 645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6456" name="Rechteck 645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57" name="Rechteck 645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58" name="Rechteck 645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59" name="Rechteck 645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60" name="Rechteck 645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61" name="Rechteck 646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62" name="Rechteck 646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63" name="Rechteck 646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6437" name="Textfeld 643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6435" name="Textfeld 643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3125" name="Gruppieren 3124"/>
              <p:cNvGrpSpPr/>
              <p:nvPr/>
            </p:nvGrpSpPr>
            <p:grpSpPr>
              <a:xfrm>
                <a:off x="2992665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6404" name="Gruppieren 640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6406" name="Gruppieren 640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6408" name="Rechteck 640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409" name="Rechteck 640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10" name="Ellipse 640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11" name="Ellipse 641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12" name="Textfeld 641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6413" name="Textfeld 641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6414" name="Ellipse 641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15" name="Ellipse 641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16" name="Textfeld 641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17" name="Textfeld 641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18" name="Ellipse 641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19" name="Ellipse 641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20" name="Textfeld 641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21" name="Textfeld 642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6422" name="Ellipse 642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23" name="Ellipse 642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24" name="Textfeld 642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6425" name="Textfeld 642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6426" name="Rechteck 642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27" name="Rechteck 642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28" name="Rechteck 642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29" name="Rechteck 642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30" name="Rechteck 642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31" name="Rechteck 643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32" name="Rechteck 643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33" name="Rechteck 643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6407" name="Textfeld 640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6405" name="Textfeld 640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3126" name="Gruppieren 3125"/>
              <p:cNvGrpSpPr/>
              <p:nvPr/>
            </p:nvGrpSpPr>
            <p:grpSpPr>
              <a:xfrm>
                <a:off x="3646417" y="1141150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6382" name="Gruppieren 6381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6384" name="Gruppieren 6383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6386" name="Rechteck 638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387" name="Rechteck 638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88" name="Ellipse 638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89" name="Ellipse 638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0" name="Ellipse 638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1" name="Ellipse 639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392" name="Ellipse 639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3" name="Ellipse 639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394" name="Ellipse 639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5" name="Ellipse 639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6" name="Rechteck 639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7" name="Rechteck 639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8" name="Rechteck 639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99" name="Rechteck 639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00" name="Rechteck 639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01" name="Rechteck 640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02" name="Rechteck 640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403" name="Rechteck 640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6385" name="Textfeld 638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6383" name="Textfeld 638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3127" name="Gruppieren 3126"/>
              <p:cNvGrpSpPr/>
              <p:nvPr/>
            </p:nvGrpSpPr>
            <p:grpSpPr>
              <a:xfrm>
                <a:off x="3971243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261" name="Gruppieren 326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263" name="Gruppieren 326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265" name="Rechteck 326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66" name="Rechteck 326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7" name="Ellipse 326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8" name="Ellipse 326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9" name="Textfeld 326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270" name="Textfeld 326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271" name="Ellipse 327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2" name="Ellipse 327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64" name="Textfeld 636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6365" name="Textfeld 6364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6366" name="Ellipse 636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67" name="Ellipse 636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68" name="Textfeld 636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6369" name="Textfeld 6368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6370" name="Ellipse 636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6371" name="Ellipse 637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72" name="Textfeld 637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6373" name="Textfeld 6372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6374" name="Rechteck 637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75" name="Rechteck 637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76" name="Rechteck 637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77" name="Rechteck 637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78" name="Rechteck 637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79" name="Rechteck 637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80" name="Rechteck 637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6381" name="Rechteck 638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264" name="Textfeld 326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3262" name="Textfeld 326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3128" name="Gruppieren 3127"/>
              <p:cNvGrpSpPr/>
              <p:nvPr/>
            </p:nvGrpSpPr>
            <p:grpSpPr>
              <a:xfrm>
                <a:off x="4295222" y="1141150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231" name="Gruppieren 323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233" name="Gruppieren 323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235" name="Rechteck 323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36" name="Rechteck 323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7" name="Ellipse 323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8" name="Ellipse 323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9" name="Textfeld 323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240" name="Textfeld 323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241" name="Ellipse 324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2" name="Ellipse 324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3" name="Textfeld 324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44" name="Textfeld 324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45" name="Ellipse 324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6" name="Ellipse 324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7" name="Textfeld 324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48" name="Textfeld 324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49" name="Ellipse 324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0" name="Ellipse 324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1" name="Textfeld 325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252" name="Textfeld 325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253" name="Rechteck 325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4" name="Rechteck 325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5" name="Rechteck 325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6" name="Rechteck 325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7" name="Rechteck 325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8" name="Rechteck 325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9" name="Rechteck 325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0" name="Rechteck 325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234" name="Textfeld 323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9</a:t>
                    </a:r>
                  </a:p>
                </p:txBody>
              </p:sp>
            </p:grpSp>
            <p:sp>
              <p:nvSpPr>
                <p:cNvPr id="3232" name="Textfeld 323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3129" name="Gruppieren 3128"/>
              <p:cNvGrpSpPr/>
              <p:nvPr/>
            </p:nvGrpSpPr>
            <p:grpSpPr>
              <a:xfrm>
                <a:off x="4619201" y="1141150"/>
                <a:ext cx="371759" cy="1652928"/>
                <a:chOff x="1692193" y="1141150"/>
                <a:chExt cx="371759" cy="1652928"/>
              </a:xfrm>
            </p:grpSpPr>
            <p:grpSp>
              <p:nvGrpSpPr>
                <p:cNvPr id="3201" name="Gruppieren 3200"/>
                <p:cNvGrpSpPr/>
                <p:nvPr/>
              </p:nvGrpSpPr>
              <p:grpSpPr>
                <a:xfrm>
                  <a:off x="1692193" y="1141150"/>
                  <a:ext cx="371759" cy="1536639"/>
                  <a:chOff x="1692193" y="1141150"/>
                  <a:chExt cx="371759" cy="1536639"/>
                </a:xfrm>
              </p:grpSpPr>
              <p:grpSp>
                <p:nvGrpSpPr>
                  <p:cNvPr id="3203" name="Gruppieren 320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205" name="Rechteck 320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06" name="Rechteck 320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7" name="Ellipse 320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8" name="Ellipse 320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9" name="Textfeld 320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210" name="Textfeld 320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211" name="Ellipse 321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2" name="Ellipse 321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3" name="Textfeld 321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4" name="Textfeld 321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5" name="Ellipse 321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6" name="Ellipse 321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7" name="Textfeld 321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8" name="Textfeld 321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9" name="Ellipse 321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0" name="Ellipse 321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1" name="Textfeld 322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222" name="Textfeld 322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223" name="Rechteck 322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4" name="Rechteck 322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5" name="Rechteck 322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6" name="Rechteck 322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7" name="Rechteck 322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8" name="Rechteck 322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9" name="Rechteck 322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0" name="Rechteck 322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204" name="Textfeld 3203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10</a:t>
                    </a:r>
                  </a:p>
                </p:txBody>
              </p:sp>
            </p:grpSp>
            <p:sp>
              <p:nvSpPr>
                <p:cNvPr id="3202" name="Textfeld 320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3130" name="Gruppieren 3129"/>
              <p:cNvGrpSpPr/>
              <p:nvPr/>
            </p:nvGrpSpPr>
            <p:grpSpPr>
              <a:xfrm>
                <a:off x="4942037" y="1147824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3171" name="Gruppieren 3170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3173" name="Gruppieren 317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175" name="Rechteck 317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176" name="Rechteck 317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7" name="Ellipse 317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8" name="Ellipse 317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9" name="Textfeld 317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180" name="Textfeld 317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181" name="Ellipse 318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2" name="Ellipse 318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3" name="Textfeld 318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84" name="Textfeld 318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85" name="Ellipse 318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6" name="Ellipse 318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7" name="Textfeld 318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88" name="Textfeld 318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89" name="Ellipse 318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0" name="Ellipse 318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1" name="Textfeld 319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192" name="Textfeld 319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193" name="Rechteck 319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4" name="Rechteck 319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5" name="Rechteck 319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6" name="Rechteck 319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7" name="Rechteck 319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8" name="Rechteck 319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9" name="Rechteck 319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0" name="Rechteck 319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174" name="Textfeld 3173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11</a:t>
                    </a:r>
                  </a:p>
                </p:txBody>
              </p:sp>
            </p:grpSp>
            <p:sp>
              <p:nvSpPr>
                <p:cNvPr id="3172" name="Textfeld 317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131" name="Rechteck 3130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3132" name="Rechteck 3131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133" name="Textfeld 3132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  <p:grpSp>
            <p:nvGrpSpPr>
              <p:cNvPr id="3134" name="Gruppieren 3133"/>
              <p:cNvGrpSpPr/>
              <p:nvPr/>
            </p:nvGrpSpPr>
            <p:grpSpPr>
              <a:xfrm>
                <a:off x="5264708" y="1147824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3141" name="Gruppieren 3140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3143" name="Gruppieren 314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145" name="Rechteck 314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146" name="Rechteck 314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7" name="Ellipse 314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8" name="Ellipse 314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9" name="Textfeld 314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150" name="Textfeld 314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151" name="Ellipse 315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52" name="Ellipse 315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53" name="Textfeld 315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54" name="Textfeld 315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55" name="Ellipse 315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56" name="Ellipse 315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57" name="Textfeld 315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58" name="Textfeld 315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59" name="Ellipse 315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0" name="Ellipse 315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1" name="Textfeld 316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3162" name="Textfeld 316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3163" name="Rechteck 316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4" name="Rechteck 316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5" name="Rechteck 316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6" name="Rechteck 316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7" name="Rechteck 316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8" name="Rechteck 316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9" name="Rechteck 316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0" name="Rechteck 316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144" name="Textfeld 3143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12</a:t>
                    </a:r>
                  </a:p>
                </p:txBody>
              </p:sp>
            </p:grpSp>
            <p:sp>
              <p:nvSpPr>
                <p:cNvPr id="3142" name="Textfeld 314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EL3162</a:t>
                  </a:r>
                </a:p>
              </p:txBody>
            </p:sp>
          </p:grpSp>
          <p:grpSp>
            <p:nvGrpSpPr>
              <p:cNvPr id="3135" name="Gruppieren 3134"/>
              <p:cNvGrpSpPr/>
              <p:nvPr/>
            </p:nvGrpSpPr>
            <p:grpSpPr>
              <a:xfrm>
                <a:off x="5581720" y="1155513"/>
                <a:ext cx="346437" cy="1638565"/>
                <a:chOff x="1686699" y="1155513"/>
                <a:chExt cx="346437" cy="1638565"/>
              </a:xfrm>
            </p:grpSpPr>
            <p:grpSp>
              <p:nvGrpSpPr>
                <p:cNvPr id="3137" name="Gruppieren 3136"/>
                <p:cNvGrpSpPr/>
                <p:nvPr/>
              </p:nvGrpSpPr>
              <p:grpSpPr>
                <a:xfrm>
                  <a:off x="1686699" y="1155513"/>
                  <a:ext cx="346437" cy="1473700"/>
                  <a:chOff x="1686699" y="1155513"/>
                  <a:chExt cx="346437" cy="1473700"/>
                </a:xfrm>
              </p:grpSpPr>
              <p:sp>
                <p:nvSpPr>
                  <p:cNvPr id="3139" name="Rechteck 3138"/>
                  <p:cNvSpPr/>
                  <p:nvPr/>
                </p:nvSpPr>
                <p:spPr>
                  <a:xfrm>
                    <a:off x="1702261" y="1191341"/>
                    <a:ext cx="312023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40" name="Textfeld 3139"/>
                  <p:cNvSpPr txBox="1"/>
                  <p:nvPr/>
                </p:nvSpPr>
                <p:spPr>
                  <a:xfrm>
                    <a:off x="1686699" y="1155513"/>
                    <a:ext cx="346437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13</a:t>
                    </a:r>
                  </a:p>
                </p:txBody>
              </p:sp>
            </p:grpSp>
            <p:sp>
              <p:nvSpPr>
                <p:cNvPr id="3138" name="Textfeld 313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3136" name="Textfeld 3135"/>
              <p:cNvSpPr txBox="1"/>
              <p:nvPr/>
            </p:nvSpPr>
            <p:spPr>
              <a:xfrm>
                <a:off x="1449501" y="2625073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BC1</a:t>
                </a:r>
              </a:p>
            </p:txBody>
          </p:sp>
        </p:grpSp>
        <p:sp>
          <p:nvSpPr>
            <p:cNvPr id="3115" name="Textfeld 3114"/>
            <p:cNvSpPr txBox="1"/>
            <p:nvPr/>
          </p:nvSpPr>
          <p:spPr>
            <a:xfrm>
              <a:off x="3259611" y="1698586"/>
              <a:ext cx="14640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50" dirty="0" smtClean="0"/>
                <a:t>2</a:t>
              </a:r>
              <a:endParaRPr lang="de-DE" dirty="0"/>
            </a:p>
          </p:txBody>
        </p:sp>
      </p:grpSp>
      <p:grpSp>
        <p:nvGrpSpPr>
          <p:cNvPr id="7033" name="Gruppieren 7032"/>
          <p:cNvGrpSpPr/>
          <p:nvPr/>
        </p:nvGrpSpPr>
        <p:grpSpPr>
          <a:xfrm>
            <a:off x="395599" y="2872756"/>
            <a:ext cx="5142591" cy="1652928"/>
            <a:chOff x="1956535" y="219231"/>
            <a:chExt cx="51425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2200431" y="219231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1961047" y="381932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2037823" y="5633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1994349" y="6060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2038493" y="117182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1995019" y="121449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2850846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3174825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3498804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3822797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4149722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5" name="Gruppieren 7044"/>
            <p:cNvGrpSpPr/>
            <p:nvPr/>
          </p:nvGrpSpPr>
          <p:grpSpPr>
            <a:xfrm>
              <a:off x="5116123" y="219231"/>
              <a:ext cx="420326" cy="1652928"/>
              <a:chOff x="1688847" y="1141150"/>
              <a:chExt cx="420326" cy="1652928"/>
            </a:xfrm>
          </p:grpSpPr>
          <p:grpSp>
            <p:nvGrpSpPr>
              <p:cNvPr id="7276" name="Gruppieren 7275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7278" name="Gruppieren 727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80" name="Rechteck 72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81" name="Rechteck 72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2" name="Ellipse 72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3" name="Ellipse 72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4" name="Textfeld 72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85" name="Textfeld 72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86" name="Ellipse 72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7" name="Ellipse 72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8" name="Textfeld 728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89" name="Textfeld 728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0" name="Ellipse 72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1" name="Ellipse 72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2" name="Textfeld 729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93" name="Textfeld 729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94" name="Ellipse 729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5" name="Ellipse 729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6" name="Textfeld 729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7" name="Textfeld 729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8" name="Rechteck 72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9" name="Rechteck 72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0" name="Rechteck 72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1" name="Rechteck 73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2" name="Rechteck 73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3" name="Rechteck 73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4" name="Rechteck 73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5" name="Rechteck 73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79" name="Textfeld 7278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7277" name="Textfeld 72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4796588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5448176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5770847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6093884" y="22590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6415859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6743133" y="22590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4473934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1956535" y="1702276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2526020" y="269422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7687" name="Gruppieren 7686"/>
          <p:cNvGrpSpPr/>
          <p:nvPr/>
        </p:nvGrpSpPr>
        <p:grpSpPr>
          <a:xfrm>
            <a:off x="8553878" y="2850732"/>
            <a:ext cx="1551780" cy="1652928"/>
            <a:chOff x="2584649" y="1278375"/>
            <a:chExt cx="1551780" cy="1652928"/>
          </a:xfrm>
        </p:grpSpPr>
        <p:grpSp>
          <p:nvGrpSpPr>
            <p:cNvPr id="7688" name="Gruppieren 7687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68" name="Gruppieren 77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70" name="Gruppieren 77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72" name="Rechteck 77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3" name="Rechteck 77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4" name="Ellipse 77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5" name="Ellipse 77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6" name="Textfeld 77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77" name="Textfeld 77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778" name="Ellipse 7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9" name="Ellipse 7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0" name="Textfeld 777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81" name="Textfeld 77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782" name="Ellipse 77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3" name="Ellipse 77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4" name="Textfeld 77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85" name="Textfeld 77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86" name="Ellipse 77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7" name="Ellipse 77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8" name="Textfeld 77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89" name="Textfeld 77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90" name="Rechteck 77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1" name="Rechteck 77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2" name="Rechteck 77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3" name="Rechteck 77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4" name="Rechteck 77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5" name="Rechteck 77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6" name="Rechteck 77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7" name="Rechteck 77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71" name="Textfeld 77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769" name="Textfeld 77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689" name="Rechteck 768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0" name="Rechteck 768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1" name="Rechteck 769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2" name="Rechteck 769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3" name="Rechteck 769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694" name="Gruppieren 769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7738" name="Gruppieren 77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40" name="Gruppieren 77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42" name="Rechteck 77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3" name="Rechteck 77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4" name="Ellipse 77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5" name="Ellipse 77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6" name="Textfeld 77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47" name="Textfeld 77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48" name="Ellipse 7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9" name="Ellipse 7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0" name="Textfeld 77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1" name="Textfeld 77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2" name="Ellipse 77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3" name="Ellipse 77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54" name="Textfeld 77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5" name="Textfeld 775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6" name="Ellipse 77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7" name="Ellipse 77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8" name="Textfeld 77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9" name="Textfeld 77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60" name="Rechteck 77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1" name="Rechteck 77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2" name="Rechteck 77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3" name="Rechteck 77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4" name="Rechteck 77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5" name="Rechteck 77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6" name="Rechteck 77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7" name="Rechteck 77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41" name="Textfeld 77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739" name="Textfeld 77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695" name="Gruppieren 7694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7736" name="Rechteck 7735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37" name="Textfeld 7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696" name="Textfeld 7695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7697" name="Gruppieren 7696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7699" name="Rechteck 769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0" name="Ellipse 769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1" name="Ellipse 770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2" name="Ellipse 770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3" name="Ellipse 770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4" name="Textfeld 770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7705" name="Textfeld 770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06" name="Ellipse 770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07" name="Ellipse 770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8" name="Ellipse 770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09" name="Ellipse 770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0" name="Ellipse 770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1" name="Ellipse 771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2" name="Ellipse 771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3" name="Ellipse 771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4" name="Ellipse 771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715" name="Ellipse 771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6" name="Ellipse 771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717" name="Ellipse 771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718" name="Gruppieren 771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719" name="Rechteck 771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0" name="Rechteck 771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1" name="Rechteck 772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2" name="Rechteck 772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23" name="Rechteck 772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4" name="Rechteck 772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5" name="Rechteck 772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6" name="Rechteck 772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7" name="Rechteck 772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8" name="Rechteck 772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29" name="Rechteck 772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0" name="Rechteck 772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1" name="Rechteck 773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2" name="Rechteck 773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3" name="Rechteck 773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4" name="Rechteck 773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35" name="Rechteck 773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7698" name="Textfeld 7697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  <p:grpSp>
        <p:nvGrpSpPr>
          <p:cNvPr id="7798" name="Gruppieren 7797"/>
          <p:cNvGrpSpPr/>
          <p:nvPr/>
        </p:nvGrpSpPr>
        <p:grpSpPr>
          <a:xfrm>
            <a:off x="10244840" y="2835616"/>
            <a:ext cx="2517156" cy="1652928"/>
            <a:chOff x="2586406" y="1278376"/>
            <a:chExt cx="2517156" cy="1652928"/>
          </a:xfrm>
        </p:grpSpPr>
        <p:grpSp>
          <p:nvGrpSpPr>
            <p:cNvPr id="7799" name="Gruppieren 7798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966" name="Gruppieren 79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968" name="Gruppieren 79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970" name="Rechteck 7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1" name="Rechteck 7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2" name="Ellipse 7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3" name="Ellipse 7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4" name="Ellipse 7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5" name="Ellipse 7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6" name="Ellipse 7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7" name="Ellipse 7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8" name="Ellipse 7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9" name="Ellipse 7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0" name="Rechteck 7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1" name="Rechteck 7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2" name="Rechteck 7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3" name="Rechteck 7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4" name="Rechteck 7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5" name="Rechteck 7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6" name="Rechteck 7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7" name="Rechteck 7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69" name="Textfeld 79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967" name="Textfeld 7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800" name="Rechteck 7799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1" name="Rechteck 7800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2" name="Rechteck 7801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3" name="Rechteck 7802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4" name="Rechteck 7803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805" name="Gruppieren 7804"/>
            <p:cNvGrpSpPr/>
            <p:nvPr/>
          </p:nvGrpSpPr>
          <p:grpSpPr>
            <a:xfrm>
              <a:off x="31523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936" name="Gruppieren 79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38" name="Gruppieren 79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40" name="Rechteck 79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1" name="Rechteck 79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2" name="Ellipse 79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3" name="Ellipse 79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4" name="Textfeld 79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45" name="Textfeld 79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6" name="Ellipse 79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7" name="Ellipse 79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8" name="Textfeld 79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49" name="Textfeld 79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0" name="Ellipse 7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1" name="Ellipse 7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2" name="Textfeld 7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3" name="Textfeld 7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4" name="Ellipse 7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5" name="Ellipse 7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6" name="Textfeld 7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57" name="Textfeld 7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58" name="Rechteck 7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9" name="Rechteck 7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0" name="Rechteck 7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1" name="Rechteck 7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2" name="Rechteck 7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3" name="Rechteck 7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4" name="Rechteck 7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5" name="Rechteck 7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39" name="Textfeld 79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937" name="Textfeld 79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6" name="Gruppieren 7805"/>
            <p:cNvGrpSpPr/>
            <p:nvPr/>
          </p:nvGrpSpPr>
          <p:grpSpPr>
            <a:xfrm>
              <a:off x="347923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906" name="Gruppieren 79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08" name="Gruppieren 79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10" name="Rechteck 79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11" name="Rechteck 79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2" name="Ellipse 79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3" name="Ellipse 79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4" name="Textfeld 79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15" name="Textfeld 79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916" name="Ellipse 79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7" name="Ellipse 79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8" name="Textfeld 79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19" name="Textfeld 79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920" name="Ellipse 79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1" name="Ellipse 79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2" name="Textfeld 79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23" name="Textfeld 79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924" name="Ellipse 79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25" name="Ellipse 79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6" name="Textfeld 79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27" name="Textfeld 79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928" name="Rechteck 79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9" name="Rechteck 79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0" name="Rechteck 79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1" name="Rechteck 79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2" name="Rechteck 79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3" name="Rechteck 79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4" name="Rechteck 79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5" name="Rechteck 79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09" name="Textfeld 79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907" name="Textfeld 79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7" name="Gruppieren 7806"/>
            <p:cNvGrpSpPr/>
            <p:nvPr/>
          </p:nvGrpSpPr>
          <p:grpSpPr>
            <a:xfrm>
              <a:off x="3805309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84" name="Gruppieren 78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86" name="Gruppieren 78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8" name="Rechteck 78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89" name="Rechteck 78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0" name="Ellipse 78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1" name="Ellipse 78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2" name="Ellipse 78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3" name="Ellipse 78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4" name="Ellipse 78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5" name="Ellipse 78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6" name="Ellipse 78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7" name="Ellipse 78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8" name="Rechteck 78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9" name="Rechteck 78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0" name="Rechteck 78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1" name="Rechteck 79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2" name="Rechteck 79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3" name="Rechteck 79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4" name="Rechteck 79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5" name="Rechteck 79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87" name="Textfeld 78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885" name="Textfeld 78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08" name="Gruppieren 7807"/>
            <p:cNvGrpSpPr/>
            <p:nvPr/>
          </p:nvGrpSpPr>
          <p:grpSpPr>
            <a:xfrm>
              <a:off x="412718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854" name="Gruppieren 7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56" name="Gruppieren 7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58" name="Rechteck 7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9" name="Rechteck 7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0" name="Ellipse 7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1" name="Ellipse 7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2" name="Textfeld 7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63" name="Textfeld 7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64" name="Ellipse 7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5" name="Ellipse 7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6" name="Textfeld 7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7" name="Textfeld 7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8" name="Ellipse 7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9" name="Ellipse 7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70" name="Textfeld 7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1" name="Textfeld 7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2" name="Ellipse 7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3" name="Ellipse 7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4" name="Textfeld 7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5" name="Textfeld 7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76" name="Rechteck 7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7" name="Rechteck 7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8" name="Rechteck 7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9" name="Rechteck 7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0" name="Rechteck 7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1" name="Rechteck 7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2" name="Rechteck 7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3" name="Rechteck 7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57" name="Textfeld 7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5" name="Textfeld 7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09" name="Rechteck 7808"/>
            <p:cNvSpPr/>
            <p:nvPr/>
          </p:nvSpPr>
          <p:spPr>
            <a:xfrm>
              <a:off x="3518976" y="133911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7810" name="Gruppieren 7809"/>
            <p:cNvGrpSpPr/>
            <p:nvPr/>
          </p:nvGrpSpPr>
          <p:grpSpPr>
            <a:xfrm>
              <a:off x="4778612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50" name="Gruppieren 78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7852" name="Rechteck 78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53" name="Textfeld 78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851" name="Textfeld 78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811" name="Textfeld 7810"/>
            <p:cNvSpPr txBox="1"/>
            <p:nvPr/>
          </p:nvSpPr>
          <p:spPr>
            <a:xfrm>
              <a:off x="2586406" y="276305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  <p:grpSp>
          <p:nvGrpSpPr>
            <p:cNvPr id="7812" name="Gruppieren 7811"/>
            <p:cNvGrpSpPr/>
            <p:nvPr/>
          </p:nvGrpSpPr>
          <p:grpSpPr>
            <a:xfrm>
              <a:off x="4454058" y="1327262"/>
              <a:ext cx="324950" cy="1602737"/>
              <a:chOff x="2526020" y="269422"/>
              <a:chExt cx="324950" cy="1602737"/>
            </a:xfrm>
          </p:grpSpPr>
          <p:sp>
            <p:nvSpPr>
              <p:cNvPr id="7813" name="Rechteck 7812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4" name="Ellipse 7813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15" name="Ellipse 7814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6" name="Ellipse 7815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7" name="Ellipse 7816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18" name="Textfeld 7817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19" name="Textfeld 7818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20" name="Ellipse 7819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1" name="Ellipse 7820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2" name="Ellipse 7821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3" name="Ellipse 7822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4" name="Ellipse 7823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5" name="Ellipse 7824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6" name="Ellipse 7825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7" name="Ellipse 7826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28" name="Ellipse 7827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29" name="Ellipse 7828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0" name="Ellipse 7829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31" name="Ellipse 7830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832" name="Gruppieren 7831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833" name="Rechteck 7832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4" name="Rechteck 7833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5" name="Rechteck 7834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6" name="Rechteck 7835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37" name="Rechteck 7836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8" name="Rechteck 7837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9" name="Rechteck 7838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0" name="Rechteck 7839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1" name="Rechteck 7840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2" name="Rechteck 7841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3" name="Rechteck 7842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4" name="Rechteck 7843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5" name="Rechteck 7844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6" name="Rechteck 7845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7" name="Rechteck 7846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8" name="Rechteck 7847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49" name="Rechteck 7848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7988" name="Gruppieren 7987"/>
          <p:cNvGrpSpPr/>
          <p:nvPr/>
        </p:nvGrpSpPr>
        <p:grpSpPr>
          <a:xfrm>
            <a:off x="391231" y="4872995"/>
            <a:ext cx="3169862" cy="1653145"/>
            <a:chOff x="2585007" y="1278159"/>
            <a:chExt cx="3169862" cy="1653145"/>
          </a:xfrm>
        </p:grpSpPr>
        <p:grpSp>
          <p:nvGrpSpPr>
            <p:cNvPr id="7989" name="Gruppieren 7988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211" name="Gruppieren 821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213" name="Gruppieren 821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215" name="Rechteck 82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16" name="Rechteck 82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17" name="Ellipse 82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18" name="Ellipse 82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19" name="Ellipse 8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0" name="Ellipse 8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1" name="Ellipse 822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2" name="Ellipse 822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3" name="Ellipse 82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4" name="Ellipse 82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5" name="Rechteck 82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6" name="Rechteck 82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7" name="Rechteck 82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8" name="Rechteck 82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29" name="Rechteck 82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0" name="Rechteck 82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1" name="Rechteck 82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2" name="Rechteck 82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14" name="Textfeld 82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212" name="Textfeld 82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990" name="Rechteck 7989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91" name="Rechteck 7990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92" name="Rechteck 7991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93" name="Rechteck 7992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94" name="Rechteck 7993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995" name="Gruppieren 7994"/>
            <p:cNvGrpSpPr/>
            <p:nvPr/>
          </p:nvGrpSpPr>
          <p:grpSpPr>
            <a:xfrm>
              <a:off x="315230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181" name="Gruppieren 818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183" name="Gruppieren 81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85" name="Rechteck 81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86" name="Rechteck 81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7" name="Ellipse 81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88" name="Ellipse 81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9" name="Textfeld 81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190" name="Textfeld 81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191" name="Ellipse 81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2" name="Ellipse 81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3" name="Textfeld 81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194" name="Textfeld 819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195" name="Ellipse 81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6" name="Ellipse 81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7" name="Textfeld 81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198" name="Textfeld 81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199" name="Ellipse 81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0" name="Ellipse 81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1" name="Textfeld 82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202" name="Textfeld 82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203" name="Rechteck 82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4" name="Rechteck 82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5" name="Rechteck 82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6" name="Rechteck 82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7" name="Rechteck 82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8" name="Rechteck 82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9" name="Rechteck 82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10" name="Rechteck 82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84" name="Textfeld 81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182" name="Textfeld 81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996" name="Gruppieren 7995"/>
            <p:cNvGrpSpPr/>
            <p:nvPr/>
          </p:nvGrpSpPr>
          <p:grpSpPr>
            <a:xfrm>
              <a:off x="347923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151" name="Gruppieren 815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153" name="Gruppieren 815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55" name="Rechteck 815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56" name="Rechteck 815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7" name="Ellipse 815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8" name="Ellipse 815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9" name="Textfeld 815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160" name="Textfeld 815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161" name="Ellipse 81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2" name="Ellipse 81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3" name="Textfeld 81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64" name="Textfeld 81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65" name="Ellipse 81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6" name="Ellipse 81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7" name="Textfeld 81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68" name="Textfeld 81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69" name="Ellipse 81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70" name="Ellipse 81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1" name="Textfeld 81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172" name="Textfeld 81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173" name="Rechteck 81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4" name="Rechteck 81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5" name="Rechteck 81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6" name="Rechteck 81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7" name="Rechteck 81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8" name="Rechteck 81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79" name="Rechteck 81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0" name="Rechteck 81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54" name="Textfeld 815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152" name="Textfeld 81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997" name="Gruppieren 7996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121" name="Gruppieren 812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123" name="Gruppieren 812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25" name="Rechteck 81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26" name="Rechteck 81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7" name="Ellipse 81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8" name="Ellipse 81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9" name="Textfeld 81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130" name="Textfeld 81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131" name="Ellipse 81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2" name="Ellipse 81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3" name="Textfeld 81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134" name="Textfeld 81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35" name="Ellipse 81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6" name="Ellipse 81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7" name="Textfeld 813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138" name="Textfeld 813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139" name="Ellipse 81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0" name="Ellipse 81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1" name="Textfeld 814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142" name="Textfeld 814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143" name="Rechteck 81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4" name="Rechteck 81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5" name="Rechteck 81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6" name="Rechteck 81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7" name="Rechteck 81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8" name="Rechteck 81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9" name="Rechteck 81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0" name="Rechteck 81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24" name="Textfeld 812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122" name="Textfeld 81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998" name="Gruppieren 7997"/>
            <p:cNvGrpSpPr/>
            <p:nvPr/>
          </p:nvGrpSpPr>
          <p:grpSpPr>
            <a:xfrm>
              <a:off x="412718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091" name="Gruppieren 809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093" name="Gruppieren 809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095" name="Rechteck 80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96" name="Rechteck 80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7" name="Ellipse 80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8" name="Ellipse 80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9" name="Textfeld 809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100" name="Textfeld 809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101" name="Ellipse 810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2" name="Ellipse 810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3" name="Textfeld 810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104" name="Textfeld 810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105" name="Ellipse 810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6" name="Ellipse 810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7" name="Textfeld 810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108" name="Textfeld 810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109" name="Ellipse 8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0" name="Ellipse 8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1" name="Textfeld 811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112" name="Textfeld 811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113" name="Rechteck 811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4" name="Rechteck 811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5" name="Rechteck 811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6" name="Rechteck 811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7" name="Rechteck 811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8" name="Rechteck 811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9" name="Rechteck 811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0" name="Rechteck 811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94" name="Textfeld 80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092" name="Textfeld 80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999" name="Gruppieren 7998"/>
            <p:cNvGrpSpPr/>
            <p:nvPr/>
          </p:nvGrpSpPr>
          <p:grpSpPr>
            <a:xfrm>
              <a:off x="4453280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069" name="Gruppieren 806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071" name="Gruppieren 807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073" name="Rechteck 80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74" name="Rechteck 80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5" name="Ellipse 80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6" name="Ellipse 80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7" name="Ellipse 8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78" name="Ellipse 8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79" name="Ellipse 807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80" name="Ellipse 807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81" name="Ellipse 80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2" name="Ellipse 80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3" name="Rechteck 80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4" name="Rechteck 80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5" name="Rechteck 80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6" name="Rechteck 80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7" name="Rechteck 80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8" name="Rechteck 80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9" name="Rechteck 80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0" name="Rechteck 80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72" name="Textfeld 80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070" name="Textfeld 80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000" name="Gruppieren 7999"/>
            <p:cNvGrpSpPr/>
            <p:nvPr/>
          </p:nvGrpSpPr>
          <p:grpSpPr>
            <a:xfrm>
              <a:off x="47781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039" name="Gruppieren 80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041" name="Gruppieren 80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043" name="Rechteck 80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44" name="Rechteck 80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5" name="Ellipse 80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6" name="Ellipse 80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7" name="Textfeld 80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048" name="Textfeld 80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049" name="Ellipse 80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0" name="Ellipse 80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1" name="Textfeld 80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2" name="Textfeld 80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53" name="Ellipse 80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4" name="Ellipse 80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5" name="Textfeld 80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056" name="Textfeld 80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057" name="Ellipse 80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58" name="Ellipse 80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9" name="Textfeld 80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060" name="Textfeld 80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061" name="Rechteck 80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2" name="Rechteck 80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3" name="Rechteck 80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4" name="Rechteck 80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5" name="Rechteck 80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6" name="Rechteck 80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7" name="Rechteck 80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8" name="Rechteck 80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42" name="Textfeld 80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040" name="Textfeld 80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8001" name="Gruppieren 8000"/>
            <p:cNvGrpSpPr/>
            <p:nvPr/>
          </p:nvGrpSpPr>
          <p:grpSpPr>
            <a:xfrm>
              <a:off x="5102318" y="1278376"/>
              <a:ext cx="371759" cy="1652928"/>
              <a:chOff x="1692193" y="1141150"/>
              <a:chExt cx="371759" cy="1652928"/>
            </a:xfrm>
          </p:grpSpPr>
          <p:grpSp>
            <p:nvGrpSpPr>
              <p:cNvPr id="8009" name="Gruppieren 800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8011" name="Gruppieren 80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013" name="Rechteck 80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14" name="Rechteck 80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5" name="Ellipse 80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6" name="Ellipse 80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7" name="Textfeld 80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018" name="Textfeld 80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019" name="Ellipse 80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0" name="Ellipse 80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1" name="Textfeld 80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2" name="Textfeld 80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3" name="Ellipse 80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4" name="Ellipse 80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5" name="Textfeld 80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6" name="Textfeld 80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7" name="Ellipse 80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8" name="Ellipse 80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9" name="Textfeld 80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30" name="Textfeld 80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31" name="Rechteck 80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2" name="Rechteck 80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3" name="Rechteck 80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4" name="Rechteck 80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5" name="Rechteck 80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6" name="Rechteck 80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7" name="Rechteck 80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8" name="Rechteck 80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12" name="Textfeld 801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010" name="Textfeld 80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8002" name="Rechteck 8001"/>
            <p:cNvSpPr/>
            <p:nvPr/>
          </p:nvSpPr>
          <p:spPr>
            <a:xfrm>
              <a:off x="4158557" y="1357566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003" name="Gruppieren 8002"/>
            <p:cNvGrpSpPr/>
            <p:nvPr/>
          </p:nvGrpSpPr>
          <p:grpSpPr>
            <a:xfrm>
              <a:off x="5429919" y="1278159"/>
              <a:ext cx="324950" cy="1652928"/>
              <a:chOff x="1694292" y="1141150"/>
              <a:chExt cx="324950" cy="1652928"/>
            </a:xfrm>
          </p:grpSpPr>
          <p:grpSp>
            <p:nvGrpSpPr>
              <p:cNvPr id="8005" name="Gruppieren 800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8007" name="Rechteck 80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008" name="Textfeld 80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smtClean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006" name="Textfeld 80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004" name="Textfeld 8003"/>
            <p:cNvSpPr txBox="1"/>
            <p:nvPr/>
          </p:nvSpPr>
          <p:spPr>
            <a:xfrm>
              <a:off x="2585007" y="276142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</p:grpSp>
      <p:grpSp>
        <p:nvGrpSpPr>
          <p:cNvPr id="8233" name="Gruppieren 8232"/>
          <p:cNvGrpSpPr/>
          <p:nvPr/>
        </p:nvGrpSpPr>
        <p:grpSpPr>
          <a:xfrm>
            <a:off x="3761062" y="4874917"/>
            <a:ext cx="2876963" cy="1654831"/>
            <a:chOff x="2584415" y="1276473"/>
            <a:chExt cx="2876963" cy="1654831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1" name="Gruppieren 8240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63" name="Gruppieren 83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65" name="Gruppieren 83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7" name="Rechteck 83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68" name="Rechteck 83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9" name="Ellipse 83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0" name="Ellipse 83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1" name="Textfeld 83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72" name="Textfeld 83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373" name="Ellipse 83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4" name="Ellipse 83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5" name="Textfeld 83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76" name="Textfeld 83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377" name="Ellipse 83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8" name="Ellipse 83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9" name="Textfeld 83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80" name="Textfeld 83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381" name="Ellipse 83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2" name="Ellipse 83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3" name="Textfeld 83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84" name="Textfeld 83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385" name="Rechteck 83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6" name="Rechteck 83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7" name="Rechteck 83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8" name="Rechteck 83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9" name="Rechteck 83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0" name="Rechteck 83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1" name="Rechteck 83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2" name="Rechteck 83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66" name="Textfeld 83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364" name="Textfeld 83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242" name="Gruppieren 8241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341" name="Gruppieren 8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343" name="Gruppieren 83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345" name="Rechteck 8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46" name="Rechteck 8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7" name="Ellipse 8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8" name="Ellipse 8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9" name="Ellipse 83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0" name="Ellipse 83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1" name="Ellipse 83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52" name="Ellipse 83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3" name="Ellipse 8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4" name="Ellipse 8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5" name="Rechteck 83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6" name="Rechteck 83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7" name="Rechteck 83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8" name="Rechteck 83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9" name="Rechteck 83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0" name="Rechteck 83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1" name="Rechteck 83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2" name="Rechteck 83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44" name="Textfeld 8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342" name="Textfeld 8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246" name="Rechteck 8245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247" name="Gruppieren 8246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445" name="Gruppieren 8444"/>
          <p:cNvGrpSpPr/>
          <p:nvPr/>
        </p:nvGrpSpPr>
        <p:grpSpPr>
          <a:xfrm>
            <a:off x="6758410" y="4867199"/>
            <a:ext cx="2876963" cy="1654831"/>
            <a:chOff x="2584415" y="1276473"/>
            <a:chExt cx="2876963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3" name="Gruppieren 8452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75" name="Gruppieren 8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77" name="Gruppieren 8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79" name="Rechteck 8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0" name="Rechteck 8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1" name="Ellipse 8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2" name="Ellipse 8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3" name="Textfeld 8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4" name="Textfeld 8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585" name="Ellipse 8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6" name="Ellipse 8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7" name="Textfeld 8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88" name="Textfeld 8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589" name="Ellipse 8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0" name="Ellipse 8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1" name="Textfeld 8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2" name="Textfeld 8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593" name="Ellipse 8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4" name="Ellipse 8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5" name="Textfeld 8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96" name="Textfeld 8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597" name="Rechteck 8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8" name="Rechteck 8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9" name="Rechteck 8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0" name="Rechteck 8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1" name="Rechteck 8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2" name="Rechteck 8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3" name="Rechteck 8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4" name="Rechteck 8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78" name="Textfeld 8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576" name="Textfeld 8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4" name="Gruppieren 8453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553" name="Gruppieren 85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555" name="Gruppieren 85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57" name="Rechteck 8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58" name="Rechteck 8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9" name="Ellipse 8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0" name="Ellipse 8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1" name="Ellipse 8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2" name="Ellipse 8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3" name="Ellipse 8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64" name="Ellipse 8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5" name="Ellipse 85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6" name="Ellipse 85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7" name="Rechteck 85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8" name="Rechteck 85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9" name="Rechteck 85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0" name="Rechteck 85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1" name="Rechteck 85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2" name="Rechteck 85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3" name="Rechteck 85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4" name="Rechteck 85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56" name="Textfeld 8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554" name="Textfeld 8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458" name="Rechteck 8457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459" name="Gruppieren 8458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</a:t>
              </a:r>
              <a:r>
                <a:rPr lang="de-DE" sz="900" dirty="0" smtClean="0"/>
                <a:t>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 smtClean="0"/>
                <a:t>B2</a:t>
              </a:r>
              <a:endParaRPr lang="de-DE" sz="1400" dirty="0"/>
            </a:p>
          </p:txBody>
        </p:sp>
      </p:grpSp>
      <p:grpSp>
        <p:nvGrpSpPr>
          <p:cNvPr id="8657" name="Gruppieren 8656"/>
          <p:cNvGrpSpPr/>
          <p:nvPr/>
        </p:nvGrpSpPr>
        <p:grpSpPr>
          <a:xfrm>
            <a:off x="9830705" y="4843030"/>
            <a:ext cx="2520106" cy="1653719"/>
            <a:chOff x="2585049" y="1277585"/>
            <a:chExt cx="2520106" cy="1653719"/>
          </a:xfrm>
        </p:grpSpPr>
        <p:grpSp>
          <p:nvGrpSpPr>
            <p:cNvPr id="8658" name="Gruppieren 8657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818" name="Gruppieren 881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820" name="Gruppieren 881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822" name="Rechteck 88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3" name="Rechteck 88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4" name="Ellipse 88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5" name="Ellipse 88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6" name="Ellipse 88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7" name="Ellipse 88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8" name="Ellipse 882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9" name="Ellipse 882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0" name="Ellipse 8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1" name="Ellipse 8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2" name="Rechteck 88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3" name="Rechteck 88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4" name="Rechteck 88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5" name="Rechteck 88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6" name="Rechteck 88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7" name="Rechteck 88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8" name="Rechteck 88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9" name="Rechteck 88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21" name="Textfeld 882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819" name="Textfeld 8818"/>
              <p:cNvSpPr txBox="1"/>
              <p:nvPr/>
            </p:nvSpPr>
            <p:spPr>
              <a:xfrm>
                <a:off x="1694292" y="2628305"/>
                <a:ext cx="32078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659" name="Rechteck 8658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0" name="Rechteck 8659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1" name="Rechteck 8660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2" name="Rechteck 8661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3" name="Rechteck 8662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664" name="Gruppieren 8663"/>
            <p:cNvGrpSpPr/>
            <p:nvPr/>
          </p:nvGrpSpPr>
          <p:grpSpPr>
            <a:xfrm>
              <a:off x="3143754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88" name="Gruppieren 878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0" name="Gruppieren 87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92" name="Rechteck 87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93" name="Rechteck 87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4" name="Ellipse 87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5" name="Ellipse 87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6" name="Textfeld 87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97" name="Textfeld 87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98" name="Ellipse 87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9" name="Ellipse 87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0" name="Textfeld 879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1" name="Textfeld 88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2" name="Ellipse 88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3" name="Ellipse 88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4" name="Textfeld 88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5" name="Textfeld 88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6" name="Ellipse 88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07" name="Ellipse 88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8" name="Textfeld 88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809" name="Textfeld 88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810" name="Rechteck 88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1" name="Rechteck 88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2" name="Rechteck 88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3" name="Rechteck 88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4" name="Rechteck 881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5" name="Rechteck 881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6" name="Rechteck 881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7" name="Rechteck 881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91" name="Textfeld 879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789" name="Textfeld 87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665" name="Gruppieren 8664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58" name="Gruppieren 875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60" name="Gruppieren 87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62" name="Rechteck 87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63" name="Rechteck 87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4" name="Ellipse 87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5" name="Ellipse 87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6" name="Textfeld 87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67" name="Textfeld 87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768" name="Ellipse 87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9" name="Ellipse 87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0" name="Textfeld 87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71" name="Textfeld 87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772" name="Ellipse 87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3" name="Ellipse 87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4" name="Textfeld 87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775" name="Textfeld 877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776" name="Ellipse 87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7" name="Ellipse 87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8" name="Textfeld 87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779" name="Textfeld 87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780" name="Rechteck 87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1" name="Rechteck 87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2" name="Rechteck 87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3" name="Rechteck 87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4" name="Rechteck 87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5" name="Rechteck 87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6" name="Rechteck 87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7" name="Rechteck 87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61" name="Textfeld 87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759" name="Textfeld 87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666" name="Gruppieren 8665"/>
            <p:cNvGrpSpPr/>
            <p:nvPr/>
          </p:nvGrpSpPr>
          <p:grpSpPr>
            <a:xfrm>
              <a:off x="4129287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736" name="Gruppieren 873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738" name="Gruppieren 873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740" name="Rechteck 87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41" name="Rechteck 87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2" name="Ellipse 87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3" name="Ellipse 87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4" name="Ellipse 87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5" name="Ellipse 87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6" name="Ellipse 87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47" name="Ellipse 87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8" name="Ellipse 87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9" name="Ellipse 87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0" name="Rechteck 87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1" name="Rechteck 87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2" name="Rechteck 87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3" name="Rechteck 87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4" name="Rechteck 87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5" name="Rechteck 87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6" name="Rechteck 87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7" name="Rechteck 87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39" name="Textfeld 87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737" name="Textfeld 8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667" name="Gruppieren 8666"/>
            <p:cNvGrpSpPr/>
            <p:nvPr/>
          </p:nvGrpSpPr>
          <p:grpSpPr>
            <a:xfrm>
              <a:off x="445118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06" name="Gruppieren 87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08" name="Gruppieren 87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10" name="Rechteck 87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1" name="Rechteck 87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2" name="Ellipse 87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3" name="Ellipse 87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4" name="Textfeld 87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15" name="Textfeld 87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16" name="Ellipse 87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7" name="Ellipse 87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8" name="Textfeld 87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19" name="Textfeld 8718"/>
                  <p:cNvSpPr txBox="1"/>
                  <p:nvPr/>
                </p:nvSpPr>
                <p:spPr>
                  <a:xfrm>
                    <a:off x="1815728" y="19596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0" name="Ellipse 87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21" name="Ellipse 87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22" name="Textfeld 872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3" name="Textfeld 8722"/>
                  <p:cNvSpPr txBox="1"/>
                  <p:nvPr/>
                </p:nvSpPr>
                <p:spPr>
                  <a:xfrm>
                    <a:off x="1824171" y="219913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4" name="Ellipse 87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5" name="Ellipse 87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6" name="Textfeld 87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727" name="Textfeld 87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728" name="Rechteck 87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9" name="Rechteck 87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0" name="Rechteck 87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1" name="Rechteck 87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2" name="Rechteck 87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3" name="Rechteck 87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4" name="Rechteck 87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5" name="Rechteck 87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09" name="Textfeld 87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707" name="Textfeld 87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668" name="Gruppieren 8667"/>
            <p:cNvGrpSpPr/>
            <p:nvPr/>
          </p:nvGrpSpPr>
          <p:grpSpPr>
            <a:xfrm>
              <a:off x="478020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702" name="Gruppieren 870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8704" name="Rechteck 870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705" name="Textfeld 87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03" name="Textfeld 87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669" name="Rechteck 8668"/>
            <p:cNvSpPr/>
            <p:nvPr/>
          </p:nvSpPr>
          <p:spPr>
            <a:xfrm>
              <a:off x="3837924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670" name="Gruppieren 8669"/>
            <p:cNvGrpSpPr/>
            <p:nvPr/>
          </p:nvGrpSpPr>
          <p:grpSpPr>
            <a:xfrm>
              <a:off x="3469788" y="1277585"/>
              <a:ext cx="331945" cy="1652928"/>
              <a:chOff x="1687297" y="1141150"/>
              <a:chExt cx="331945" cy="1652928"/>
            </a:xfrm>
          </p:grpSpPr>
          <p:grpSp>
            <p:nvGrpSpPr>
              <p:cNvPr id="8672" name="Gruppieren 8671"/>
              <p:cNvGrpSpPr/>
              <p:nvPr/>
            </p:nvGrpSpPr>
            <p:grpSpPr>
              <a:xfrm>
                <a:off x="1692193" y="1141150"/>
                <a:ext cx="327049" cy="1537301"/>
                <a:chOff x="1692193" y="1141150"/>
                <a:chExt cx="327049" cy="1537301"/>
              </a:xfrm>
            </p:grpSpPr>
            <p:grpSp>
              <p:nvGrpSpPr>
                <p:cNvPr id="8674" name="Gruppieren 8673"/>
                <p:cNvGrpSpPr/>
                <p:nvPr/>
              </p:nvGrpSpPr>
              <p:grpSpPr>
                <a:xfrm>
                  <a:off x="1692193" y="1191340"/>
                  <a:ext cx="327049" cy="1487111"/>
                  <a:chOff x="1692193" y="1191340"/>
                  <a:chExt cx="327049" cy="1487111"/>
                </a:xfrm>
              </p:grpSpPr>
              <p:sp>
                <p:nvSpPr>
                  <p:cNvPr id="8676" name="Rechteck 8675"/>
                  <p:cNvSpPr/>
                  <p:nvPr/>
                </p:nvSpPr>
                <p:spPr>
                  <a:xfrm>
                    <a:off x="1694134" y="1191340"/>
                    <a:ext cx="325108" cy="1438663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77" name="Rechteck 86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8" name="Ellipse 86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9" name="Ellipse 86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80" name="Textfeld 86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81" name="Textfeld 86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82" name="Ellipse 86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3" name="Ellipse 86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4" name="Textfeld 86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85" name="Textfeld 8684"/>
                  <p:cNvSpPr txBox="1"/>
                  <p:nvPr/>
                </p:nvSpPr>
                <p:spPr>
                  <a:xfrm>
                    <a:off x="1809195" y="196793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86" name="Ellipse 86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7" name="Ellipse 86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88" name="Textfeld 86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89" name="Textfeld 86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90" name="Ellipse 86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1" name="Ellipse 86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2" name="Textfeld 86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93" name="Textfeld 8692"/>
                  <p:cNvSpPr txBox="1"/>
                  <p:nvPr/>
                </p:nvSpPr>
                <p:spPr>
                  <a:xfrm>
                    <a:off x="1813062" y="24245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94" name="Rechteck 86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5" name="Rechteck 86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6" name="Rechteck 86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7" name="Rechteck 86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8" name="Rechteck 86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9" name="Rechteck 86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0" name="Rechteck 86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1" name="Rechteck 87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75" name="Textfeld 86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673" name="Textfeld 8672"/>
              <p:cNvSpPr txBox="1"/>
              <p:nvPr/>
            </p:nvSpPr>
            <p:spPr>
              <a:xfrm>
                <a:off x="1687297" y="2628305"/>
                <a:ext cx="33194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8671" name="Textfeld 8670"/>
            <p:cNvSpPr txBox="1"/>
            <p:nvPr/>
          </p:nvSpPr>
          <p:spPr>
            <a:xfrm>
              <a:off x="2585049" y="2761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BC11</a:t>
              </a:r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Integer </a:t>
            </a:r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 smtClean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  <a:endParaRPr lang="de-DE" sz="1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3" name="Gruppieren 8862"/>
          <p:cNvGrpSpPr/>
          <p:nvPr/>
        </p:nvGrpSpPr>
        <p:grpSpPr>
          <a:xfrm>
            <a:off x="5396266" y="920650"/>
            <a:ext cx="6108962" cy="1652928"/>
            <a:chOff x="1116267" y="770205"/>
            <a:chExt cx="6108962" cy="1652928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7" name="Gruppieren 8876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097" name="Gruppieren 9096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099" name="Gruppieren 909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101" name="Rechteck 9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02" name="Rechteck 9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3" name="Ellipse 9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4" name="Ellipse 9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5" name="Ellipse 91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6" name="Ellipse 91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7" name="Ellipse 91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8" name="Ellipse 91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9" name="Ellipse 9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0" name="Ellipse 9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1" name="Rechteck 9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2" name="Rechteck 9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3" name="Rechteck 91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4" name="Rechteck 91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5" name="Rechteck 91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6" name="Rechteck 91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7" name="Rechteck 91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8" name="Rechteck 91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00" name="Textfeld 9099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098" name="Textfeld 9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9" name="Gruppieren 8878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9064" name="Rechteck 9063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9065" name="Rechteck 9064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066" name="Textfeld 9065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661" name="Gruppieren 2660"/>
          <p:cNvGrpSpPr/>
          <p:nvPr/>
        </p:nvGrpSpPr>
        <p:grpSpPr>
          <a:xfrm>
            <a:off x="5600322" y="2851896"/>
            <a:ext cx="2844318" cy="1655156"/>
            <a:chOff x="2585049" y="1276147"/>
            <a:chExt cx="2844318" cy="1655156"/>
          </a:xfrm>
        </p:grpSpPr>
        <p:grpSp>
          <p:nvGrpSpPr>
            <p:cNvPr id="2662" name="Gruppieren 2661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852" name="Gruppieren 285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854" name="Gruppieren 285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856" name="Rechteck 28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7" name="Rechteck 28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8" name="Ellipse 28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9" name="Ellipse 28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Ellipse 28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Ellipse 28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3" name="Ellipse 28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4" name="Ellipse 2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Ellipse 2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8" name="Rechteck 28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9" name="Rechteck 28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0" name="Rechteck 28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1" name="Rechteck 28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2" name="Rechteck 28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3" name="Rechteck 28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55" name="Textfeld 28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853" name="Textfeld 28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3" name="Rechteck 2662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7" name="Rechteck 2666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8" name="Gruppieren 2667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822" name="Gruppieren 28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24" name="Gruppieren 28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26" name="Rechteck 28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7" name="Rechteck 28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Ellipse 28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9" name="Ellipse 28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0" name="Textfeld 28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31" name="Textfeld 28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32" name="Ellipse 28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3" name="Ellipse 28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4" name="Textfeld 28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35" name="Textfeld 28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36" name="Ellipse 28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Ellipse 28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8" name="Textfeld 28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39" name="Textfeld 28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40" name="Ellipse 28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1" name="Ellipse 28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2" name="Textfeld 28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43" name="Textfeld 28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44" name="Rechteck 28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5" name="Rechteck 28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6" name="Rechteck 28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8" name="Rechteck 28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Rechteck 28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Rechteck 28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1" name="Rechteck 28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25" name="Textfeld 28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823" name="Textfeld 28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669" name="Gruppieren 2668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792" name="Gruppieren 27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94" name="Gruppieren 27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96" name="Rechteck 27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7" name="Rechteck 27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Ellipse 27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9" name="Ellipse 27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0" name="Textfeld 27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01" name="Textfeld 28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02" name="Ellipse 28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3" name="Ellipse 28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Textfeld 28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05" name="Textfeld 28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06" name="Ellipse 28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7" name="Ellipse 28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Textfeld 28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09" name="Textfeld 28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10" name="Ellipse 28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Ellipse 28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2" name="Textfeld 28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13" name="Textfeld 28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14" name="Rechteck 28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5" name="Rechteck 28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6" name="Rechteck 28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7" name="Rechteck 28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8" name="Rechteck 28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9" name="Rechteck 28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0" name="Rechteck 28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1" name="Rechteck 28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95" name="Textfeld 27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793" name="Textfeld 27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670" name="Gruppieren 2669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770" name="Gruppieren 276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772" name="Gruppieren 277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774" name="Rechteck 27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75" name="Rechteck 27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6" name="Ellipse 27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7" name="Ellipse 27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8" name="Ellipse 2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9" name="Ellipse 2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0" name="Ellipse 27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1" name="Ellipse 27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2" name="Ellipse 27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3" name="Ellipse 27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4" name="Rechteck 27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5" name="Rechteck 27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8" name="Rechteck 27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9" name="Rechteck 27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0" name="Rechteck 27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1" name="Rechteck 27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73" name="Textfeld 27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771" name="Textfeld 27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671" name="Gruppieren 2670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740" name="Gruppieren 273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42" name="Gruppieren 27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44" name="Rechteck 27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5" name="Rechteck 27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6" name="Ellipse 27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7" name="Ellipse 27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8" name="Textfeld 27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49" name="Textfeld 27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50" name="Ellipse 27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1" name="Ellipse 27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2" name="Textfeld 27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53" name="Textfeld 27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54" name="Ellipse 27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5" name="Ellipse 27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6" name="Textfeld 2755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57" name="Textfeld 2756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758" name="Ellipse 27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Ellipse 27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0" name="Textfeld 27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761" name="Textfeld 27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762" name="Rechteck 27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3" name="Rechteck 27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Rechteck 27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5" name="Rechteck 27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6" name="Rechteck 27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7" name="Rechteck 27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8" name="Rechteck 27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9" name="Rechteck 27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43" name="Textfeld 27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741" name="Textfeld 27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672" name="Gruppieren 2671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2712" name="Gruppieren 2711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714" name="Gruppieren 271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716" name="Rechteck 27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7" name="Rechteck 27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8" name="Ellipse 27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9" name="Ellipse 27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0" name="Textfeld 27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21" name="Textfeld 27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22" name="Ellipse 27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3" name="Ellipse 27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4" name="Ellipse 27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5" name="Ellipse 27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Textfeld 27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7" name="Textfeld 27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8" name="Ellipse 27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9" name="Ellipse 27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Textfeld 27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31" name="Textfeld 27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 smtClean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32" name="Rechteck 27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Rechteck 27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Rechteck 27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6" name="Rechteck 27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Rechteck 27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Rechteck 27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9" name="Rechteck 27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15" name="Textfeld 27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713" name="Textfeld 27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673" name="Gruppieren 2672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2708" name="Gruppieren 2707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2710" name="Rechteck 270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11" name="Textfeld 2710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709" name="Textfeld 27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674" name="Rechteck 2673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675" name="Textfeld 2674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2676" name="Gruppieren 2675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2677" name="Gruppieren 2676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681" name="Gruppieren 2680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2683" name="Gruppieren 2682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2685" name="Rechteck 268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686" name="Rechteck 268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7" name="Ellipse 268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8" name="Ellipse 268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9" name="Textfeld 2688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 smtClean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2690" name="Ellipse 268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1" name="Ellipse 269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2" name="Textfeld 269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693" name="Textfeld 269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694" name="Ellipse 269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5" name="Ellipse 269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6" name="Textfeld 269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697" name="Textfeld 269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 smtClean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698" name="Ellipse 269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699" name="Ellipse 269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0" name="Rechteck 269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1" name="Rechteck 270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2" name="Rechteck 270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3" name="Rechteck 270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4" name="Rechteck 270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5" name="Rechteck 270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6" name="Rechteck 270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7" name="Rechteck 270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684" name="Textfeld 268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2682" name="Textfeld 268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2678" name="Textfeld 267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</a:t>
                </a:r>
                <a:r>
                  <a:rPr lang="de-DE" sz="900" dirty="0" smtClean="0"/>
                  <a:t>1</a:t>
                </a:r>
                <a:endParaRPr lang="de-DE" sz="1400" dirty="0"/>
              </a:p>
            </p:txBody>
          </p:sp>
          <p:sp>
            <p:nvSpPr>
              <p:cNvPr id="2679" name="Textfeld 267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A2</a:t>
                </a:r>
                <a:endParaRPr lang="de-DE" sz="1400" dirty="0"/>
              </a:p>
            </p:txBody>
          </p:sp>
          <p:sp>
            <p:nvSpPr>
              <p:cNvPr id="2680" name="Textfeld 267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 smtClean="0"/>
                  <a:t>B2</a:t>
                </a:r>
                <a:endParaRPr lang="de-DE" sz="140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57268466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0</TotalTime>
  <Words>7814</Words>
  <Application>Microsoft Office PowerPoint</Application>
  <PresentationFormat>Benutzerdefiniert</PresentationFormat>
  <Paragraphs>7464</Paragraphs>
  <Slides>27</Slides>
  <Notes>2</Notes>
  <HiddenSlides>0</HiddenSlides>
  <MMClips>0</MMClips>
  <ScaleCrop>false</ScaleCrop>
  <HeadingPairs>
    <vt:vector size="6" baseType="variant">
      <vt:variant>
        <vt:lpstr>Verwendete Schriftarten</vt:lpstr>
      </vt:variant>
      <vt:variant>
        <vt:i4>3</vt:i4>
      </vt:variant>
      <vt:variant>
        <vt:lpstr>Design</vt:lpstr>
      </vt:variant>
      <vt:variant>
        <vt:i4>1</vt:i4>
      </vt:variant>
      <vt:variant>
        <vt:lpstr>Folientitel</vt:lpstr>
      </vt:variant>
      <vt:variant>
        <vt:i4>27</vt:i4>
      </vt:variant>
    </vt:vector>
  </HeadingPairs>
  <TitlesOfParts>
    <vt:vector size="31" baseType="lpstr">
      <vt:lpstr>Arial</vt:lpstr>
      <vt:lpstr>Calibri</vt:lpstr>
      <vt:lpstr>Calibri Light</vt:lpstr>
      <vt:lpstr>Office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PowerPoint-Präsentation</dc:title>
  <dc:creator>joachim fischer</dc:creator>
  <cp:lastModifiedBy>user3</cp:lastModifiedBy>
  <cp:revision>138</cp:revision>
  <dcterms:created xsi:type="dcterms:W3CDTF">2016-10-05T09:59:32Z</dcterms:created>
  <dcterms:modified xsi:type="dcterms:W3CDTF">2017-04-10T06:59:31Z</dcterms:modified>
</cp:coreProperties>
</file>