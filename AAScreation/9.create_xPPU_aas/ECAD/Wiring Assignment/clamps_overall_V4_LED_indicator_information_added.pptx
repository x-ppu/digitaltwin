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9"/>
  </p:notesMasterIdLst>
  <p:sldIdLst>
    <p:sldId id="257" r:id="rId2"/>
    <p:sldId id="258" r:id="rId3"/>
    <p:sldId id="256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9" r:id="rId21"/>
    <p:sldId id="278" r:id="rId22"/>
    <p:sldId id="280" r:id="rId23"/>
    <p:sldId id="281" r:id="rId24"/>
    <p:sldId id="282" r:id="rId25"/>
    <p:sldId id="283" r:id="rId26"/>
    <p:sldId id="284" r:id="rId27"/>
    <p:sldId id="268" r:id="rId28"/>
    <p:sldId id="285" r:id="rId29"/>
    <p:sldId id="286" r:id="rId30"/>
    <p:sldId id="288" r:id="rId31"/>
    <p:sldId id="287" r:id="rId32"/>
    <p:sldId id="289" r:id="rId33"/>
    <p:sldId id="290" r:id="rId34"/>
    <p:sldId id="291" r:id="rId35"/>
    <p:sldId id="292" r:id="rId36"/>
    <p:sldId id="293" r:id="rId37"/>
    <p:sldId id="294" r:id="rId38"/>
  </p:sldIdLst>
  <p:sldSz cx="14400213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0000"/>
    <a:srgbClr val="5B9BD5"/>
    <a:srgbClr val="1F4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D7AC3CCA-C797-4891-BE02-D94E43425B78}" styleName="Mittlere Formatvorlag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508" autoAdjust="0"/>
    <p:restoredTop sz="96259" autoAdjust="0"/>
  </p:normalViewPr>
  <p:slideViewPr>
    <p:cSldViewPr snapToGrid="0">
      <p:cViewPr varScale="1">
        <p:scale>
          <a:sx n="109" d="100"/>
          <a:sy n="109" d="100"/>
        </p:scale>
        <p:origin x="288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6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1609E8-B339-4EE2-84D4-C673B88A57E3}" type="datetimeFigureOut">
              <a:rPr lang="en-US" smtClean="0"/>
              <a:t>11/19/2018</a:t>
            </a:fld>
            <a:endParaRPr lang="en-US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90500" y="1143000"/>
            <a:ext cx="64770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2D65D2-7D08-40EA-BC5E-24D9F5B257BA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50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>
          <a:xfrm>
            <a:off x="190500" y="1143000"/>
            <a:ext cx="6477000" cy="3086100"/>
          </a:xfrm>
        </p:spPr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0355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2D65D2-7D08-40EA-BC5E-24D9F5B257BA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7371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800027" y="1122363"/>
            <a:ext cx="1080016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00027" y="3602038"/>
            <a:ext cx="1080016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Formatvorlage des Untertitelmasters durch Klicken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9324249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730376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2514" y="1709739"/>
            <a:ext cx="12420184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82514" y="4589464"/>
            <a:ext cx="12420184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0636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90014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0108" y="1825625"/>
            <a:ext cx="6120091" cy="435133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215578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0" y="365126"/>
            <a:ext cx="12420184" cy="1325563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1891" y="1681163"/>
            <a:ext cx="609196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991891" y="2505075"/>
            <a:ext cx="6091965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90108" y="1681163"/>
            <a:ext cx="612196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90108" y="2505075"/>
            <a:ext cx="6121966" cy="3684588"/>
          </a:xfrm>
        </p:spPr>
        <p:txBody>
          <a:bodyPr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7277015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12205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52897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21966" y="987426"/>
            <a:ext cx="7290108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01094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1891" y="457200"/>
            <a:ext cx="46444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121966" y="987426"/>
            <a:ext cx="7290108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/>
              <a:t>Bild durch Klicken auf Symbol hinzufügen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91891" y="2057400"/>
            <a:ext cx="46444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Formatvorlagen des Textmasters bearbeiten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426364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5606552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05152" y="365125"/>
            <a:ext cx="3105046" cy="5811838"/>
          </a:xfrm>
        </p:spPr>
        <p:txBody>
          <a:bodyPr vert="eaVert"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90015" y="365125"/>
            <a:ext cx="9135135" cy="5811838"/>
          </a:xfrm>
        </p:spPr>
        <p:txBody>
          <a:bodyPr vert="eaVert"/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833337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90015" y="1825625"/>
            <a:ext cx="12420184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Formatvorlagen des Textmasters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015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DA19A4-9D9D-45FC-BA30-9B54BA45CFD0}" type="datetimeFigureOut">
              <a:rPr lang="de-DE" smtClean="0"/>
              <a:t>19.11.2018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770071" y="6356351"/>
            <a:ext cx="486007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170150" y="6356351"/>
            <a:ext cx="324004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D0771C-CAE1-43B3-A3EB-0BA89FFB4950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90510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2562931" y="526412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761121" y="3144844"/>
            <a:ext cx="1426015" cy="1498824"/>
            <a:chOff x="2761121" y="3144844"/>
            <a:chExt cx="1426015" cy="1498824"/>
          </a:xfrm>
        </p:grpSpPr>
        <p:grpSp>
          <p:nvGrpSpPr>
            <p:cNvPr id="13" name="Gruppieren 12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11" name="Gruppieren 10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1098" name="Textfeld 1097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Ellipse 1098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0" name="Gruppieren 1099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1" name="Textfeld 11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1102" name="Ellipse 11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3" name="Gruppieren 1102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1104" name="Textfeld 1103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1105" name="Ellipse 1104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1F4E79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6" name="Gruppieren 1105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1107" name="Textfeld 1106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1108" name="Ellipse 110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1109" name="Gruppieren 1108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1110" name="Textfeld 1109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1111" name="Ellipse 1110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113" name="Textfeld 1112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12" name="Rechteck 1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7" name="Ellipse 406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35114" y="1102164"/>
            <a:ext cx="4806473" cy="1654636"/>
            <a:chOff x="2235114" y="1102164"/>
            <a:chExt cx="4806473" cy="165463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479905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40521" y="126657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17297" y="144797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73823" y="149064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17967" y="205646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74493" y="209914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30320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54299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778278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759847" y="1103872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5084673" y="1103872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408652" y="1103872"/>
              <a:ext cx="417638" cy="1652928"/>
              <a:chOff x="1692193" y="1141150"/>
              <a:chExt cx="417638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5732631" y="1103872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6055467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1033" name="Rechteck 1032"/>
            <p:cNvSpPr/>
            <p:nvPr/>
          </p:nvSpPr>
          <p:spPr>
            <a:xfrm>
              <a:off x="4468465" y="1183062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1034" name="Rechteck 1033"/>
            <p:cNvSpPr/>
            <p:nvPr/>
          </p:nvSpPr>
          <p:spPr>
            <a:xfrm>
              <a:off x="4438897" y="1154063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1035" name="Textfeld 1034"/>
            <p:cNvSpPr txBox="1"/>
            <p:nvPr/>
          </p:nvSpPr>
          <p:spPr>
            <a:xfrm>
              <a:off x="4433773" y="2591027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1036" name="Gruppieren 1035"/>
            <p:cNvGrpSpPr/>
            <p:nvPr/>
          </p:nvGrpSpPr>
          <p:grpSpPr>
            <a:xfrm>
              <a:off x="6378138" y="1110546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695150" y="1118235"/>
              <a:ext cx="346437" cy="1638565"/>
              <a:chOff x="1686699" y="1155513"/>
              <a:chExt cx="346437" cy="1638565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072" name="Rechteck 10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1" name="Textfeld 107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05" name="Textfeld 404"/>
            <p:cNvSpPr txBox="1"/>
            <p:nvPr/>
          </p:nvSpPr>
          <p:spPr>
            <a:xfrm>
              <a:off x="2235114" y="258779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" name="Gruppieren 2"/>
            <p:cNvGrpSpPr/>
            <p:nvPr/>
          </p:nvGrpSpPr>
          <p:grpSpPr>
            <a:xfrm>
              <a:off x="2803395" y="1103872"/>
              <a:ext cx="327049" cy="1652928"/>
              <a:chOff x="3131212" y="1103872"/>
              <a:chExt cx="327049" cy="1652928"/>
            </a:xfrm>
          </p:grpSpPr>
          <p:grpSp>
            <p:nvGrpSpPr>
              <p:cNvPr id="483" name="Gruppieren 48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84" name="Gruppieren 48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486" name="Gruppieren 48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488" name="Rechteck 4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89" name="Rechteck 4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0" name="Ellipse 4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91" name="Ellipse 4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2" name="Textfeld 49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494" name="Ellipse 49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5" name="Ellipse 49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6" name="Textfeld 49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7" name="Textfeld 49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98" name="Ellipse 49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99" name="Ellipse 49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0" name="Textfeld 49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1" name="Textfeld 50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02" name="Ellipse 50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3" name="Ellipse 50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4" name="Textfeld 50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505" name="Textfeld 50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506" name="Rechteck 50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7" name="Rechteck 50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8" name="Rechteck 50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09" name="Rechteck 50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0" name="Rechteck 50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1" name="Rechteck 51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2" name="Rechteck 51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13" name="Rechteck 51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87" name="Textfeld 4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485" name="Textfeld 4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409" name="Textfeld 40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403" name="Gruppieren 402"/>
            <p:cNvGrpSpPr/>
            <p:nvPr/>
          </p:nvGrpSpPr>
          <p:grpSpPr>
            <a:xfrm>
              <a:off x="4105360" y="1102164"/>
              <a:ext cx="327049" cy="1651404"/>
              <a:chOff x="1692193" y="1141150"/>
              <a:chExt cx="327049" cy="1652928"/>
            </a:xfrm>
          </p:grpSpPr>
          <p:grpSp>
            <p:nvGrpSpPr>
              <p:cNvPr id="404" name="Gruppieren 4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08" name="Gruppieren 4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" name="Rechteck 4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" name="Rechteck 4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Rechteck 4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Rechteck 4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0" name="Textfeld 40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6" name="Textfeld 4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aphicFrame>
        <p:nvGraphicFramePr>
          <p:cNvPr id="7" name="Tabel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854113"/>
              </p:ext>
            </p:extLst>
          </p:nvPr>
        </p:nvGraphicFramePr>
        <p:xfrm>
          <a:off x="8107990" y="1150642"/>
          <a:ext cx="3193284" cy="45193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0021">
                  <a:extLst>
                    <a:ext uri="{9D8B030D-6E8A-4147-A177-3AD203B41FA5}">
                      <a16:colId xmlns:a16="http://schemas.microsoft.com/office/drawing/2014/main" val="2400560307"/>
                    </a:ext>
                  </a:extLst>
                </a:gridCol>
                <a:gridCol w="2713263">
                  <a:extLst>
                    <a:ext uri="{9D8B030D-6E8A-4147-A177-3AD203B41FA5}">
                      <a16:colId xmlns:a16="http://schemas.microsoft.com/office/drawing/2014/main" val="591464791"/>
                    </a:ext>
                  </a:extLst>
                </a:gridCol>
              </a:tblGrid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Stack.Panel.DI_EmergencyStop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6352183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1.2.2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Stack.Panel.DI_StartButton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2296678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Stack.Panel.DI_ManuelButton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620903009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1.2.4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Crane.Gripper.VacuumSwitch.DI_TakenIn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2883824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u="none" strike="noStrike" dirty="0">
                          <a:effectLst/>
                        </a:rPr>
                        <a:t>1.3.1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74756695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462178086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1.3.3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Stack.Seperator.DI_Retracted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993132535"/>
                  </a:ext>
                </a:extLst>
              </a:tr>
              <a:tr h="20967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1.3.4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Stack.Seperator.DI_Extended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7061687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Stack.InductiveSensor.DI_WPMetallic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878414909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chemeClr val="dk1"/>
                          </a:solidFill>
                          <a:effectLst/>
                          <a:latin typeface="+mn-lt"/>
                        </a:rPr>
                        <a:t>1.4.2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Stack.OpticalSensor.DI_WPLigh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4033241625"/>
                  </a:ext>
                </a:extLst>
              </a:tr>
              <a:tr h="188077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Crane.Table.AtStamp.DI_SwitchTrue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744954021"/>
                  </a:ext>
                </a:extLst>
              </a:tr>
              <a:tr h="186431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1.4.4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Crane.Table.AtConveyor.DI_SwitchTrue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0725647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Crane.Table.AtStack.DI_SwitchTrue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856240373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Stack.WPAvailable.DI_SwitchTrue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02003768"/>
                  </a:ext>
                </a:extLst>
              </a:tr>
              <a:tr h="151041"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1.5.3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NO EMERGENCY</a:t>
                      </a: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293542047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1.6.1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Crane.Gripper.Valve.DO_VacuumOn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56566076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Crane.LiftingCylinder.DO_Extend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3420964788"/>
                  </a:ext>
                </a:extLst>
              </a:tr>
              <a:tr h="199687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1.9.2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Stack.Seperator.DO_Extend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1952596788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Stack.Panel.DO_LampGreen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177696612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Stack.Panel.DO_LampWhite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893082464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Crane.Table.Motor.DO_TurnCounterclockwise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73707391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1.10.4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Crane.Table.Motor.DO_TurnClockwise</a:t>
                      </a:r>
                      <a:endParaRPr lang="de-DE" sz="1100" u="none" strike="noStrike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5880" marR="5880" marT="5880" marB="0" anchor="b"/>
                </a:tc>
                <a:extLst>
                  <a:ext uri="{0D108BD9-81ED-4DB2-BD59-A6C34878D82A}">
                    <a16:rowId xmlns:a16="http://schemas.microsoft.com/office/drawing/2014/main" val="2953034853"/>
                  </a:ext>
                </a:extLst>
              </a:tr>
              <a:tr h="191124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1.13.1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Crane.AI_Positon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980358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90078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BC2&amp;3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1116267" y="770205"/>
            <a:ext cx="6108962" cy="1652928"/>
            <a:chOff x="1116267" y="770205"/>
            <a:chExt cx="6108962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" name="Gruppieren 13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1033" name="Rechteck 1032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1034" name="Rechteck 1033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35" name="Textfeld 1034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150" name="Gruppieren 11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62" name="Ellipse 11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Textfeld 1163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66" name="Ellipse 11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Rechteck 11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Rechteck 11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Rechteck 11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Rechteck 11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Rechteck 11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178" name="Gruppieren 1177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179" name="Gruppieren 117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181" name="Gruppieren 118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Ellipse 1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88" name="Textfeld 1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Ellipse 1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Textfeld 11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6" name="Textfeld 1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Textfeld 1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0" name="Textfeld 1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82" name="Textfeld 118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180" name="Textfeld 1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09" name="Gruppieren 1208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1210" name="Gruppieren 12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212" name="Gruppieren 12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5" name="Rechteck 1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0" name="Ellipse 1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Ellipse 1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Textfeld 1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228" name="Ellipse 1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Textfeld 1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Rechteck 1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Rechteck 1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3" name="Textfeld 12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211" name="Textfeld 1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240" name="Gruppieren 1239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245" name="Rechteck 12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63" name="Textfeld 562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83" name="Gruppieren 58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584" name="Gruppieren 58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586" name="Gruppieren 58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01" name="Textfeld 60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Ellipse 60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7" name="Gruppieren 58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599" name="Textfeld 59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00" name="Ellipse 59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8" name="Gruppieren 58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597" name="Textfeld 59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598" name="Ellipse 59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89" name="Gruppieren 58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595" name="Textfeld 59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596" name="Ellipse 59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590" name="Gruppieren 58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593" name="Textfeld 59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594" name="Ellipse 59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591" name="Textfeld 59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592" name="Rechteck 59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Ellipse 58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066242"/>
              </p:ext>
            </p:extLst>
          </p:nvPr>
        </p:nvGraphicFramePr>
        <p:xfrm>
          <a:off x="8478176" y="362100"/>
          <a:ext cx="4136994" cy="62776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188">
                  <a:extLst>
                    <a:ext uri="{9D8B030D-6E8A-4147-A177-3AD203B41FA5}">
                      <a16:colId xmlns:a16="http://schemas.microsoft.com/office/drawing/2014/main" val="1721728794"/>
                    </a:ext>
                  </a:extLst>
                </a:gridCol>
                <a:gridCol w="3535806">
                  <a:extLst>
                    <a:ext uri="{9D8B030D-6E8A-4147-A177-3AD203B41FA5}">
                      <a16:colId xmlns:a16="http://schemas.microsoft.com/office/drawing/2014/main" val="1465854361"/>
                    </a:ext>
                  </a:extLst>
                </a:gridCol>
              </a:tblGrid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Stamp.Panel.DI_ManuelButton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4396956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170026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846350074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21939163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Stamp.StampingCylinder.DI_Extended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9430807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Stamp.WPAvailable.DI_SwitchTrue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63160197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795975653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788969188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LargeSortingConveyor.Panel.DI_ManuelButton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06413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LargeSortingConveyor.OptBeginning.DI_WPLight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84604442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LargeSortingConveyor.PsBeginning.DI_WPDetected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2112543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LargeSortingConveyor.IndRamp1.DI_WPMetallic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40354738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LargeSortingConveyor.OptRamp1.DI_WPLight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26956914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LargeSortingConveyor.IndRamp2.DI_WPMetallic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655497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LargeSortingConveyor.OptRamp2.DI_WPLight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71402937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2&amp;3.5.5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LargeSortingConveyor.OptEnd.DI_WPLight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54959273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3983809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340941176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LargeSortingConveyor.Seperator2.DI_Extended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55318731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LargeSortingConveyor.Seperator2.DI_Retracted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251126457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Stamp.Panel.DI_EmergencyStop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939875202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2&amp;3.7.4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0595324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18541177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Stamp.SlidingCylinder.DO_Retract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02556114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047100745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2&amp;3.10.4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648690300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0045153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83047347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LargeSortingConveyor.Seperator2.DO_Extend</a:t>
                      </a: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03453438"/>
                  </a:ext>
                </a:extLst>
              </a:tr>
              <a:tr h="72396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2&amp;3.11.4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902105891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2&amp;3.12.1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LargeSortingConveyor.Motor.DO_TurnCounterclockwise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43233502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2&amp;3.12.2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2947576065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2&amp;3.12.3</a:t>
                      </a: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LargeSortingConveyor.Panel.DO_LampWhite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814905997"/>
                  </a:ext>
                </a:extLst>
              </a:tr>
              <a:tr h="7805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Crane.AO_Speed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578898319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Stamp.PropValve.AO_SetPressure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1482767602"/>
                  </a:ext>
                </a:extLst>
              </a:tr>
              <a:tr h="6894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2&amp;3.17.1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LargeSortingConveyor.AO_Speed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447" marR="3447" marT="3447" marB="0" anchor="b"/>
                </a:tc>
                <a:extLst>
                  <a:ext uri="{0D108BD9-81ED-4DB2-BD59-A6C34878D82A}">
                    <a16:rowId xmlns:a16="http://schemas.microsoft.com/office/drawing/2014/main" val="37808425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48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132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1956535" y="219231"/>
            <a:ext cx="5142591" cy="1652928"/>
            <a:chOff x="1956535" y="219231"/>
            <a:chExt cx="5142591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07" name="Gruppieren 906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908" name="Gruppieren 90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0" name="Gruppieren 9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" name="Rechteck 9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3" name="Rechteck 9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Ellipse 9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7" name="Textfeld 9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Ellipse 9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1" name="Textfeld 9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Ellipse 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5" name="Textfeld 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" name="Ellipse 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Ellipse 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Textfeld 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29" name="Textfeld 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Rechteck 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" name="Rechteck 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" name="Rechteck 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Rechteck 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1" name="Textfeld 91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9" name="Textfeld 9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938" name="Gruppieren 937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939" name="Gruppieren 93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941" name="Gruppieren 9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43" name="Rechteck 9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4" name="Rechteck 9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Textfeld 9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6" name="Textfeld 9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7" name="Ellipse 9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Ellipse 9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Textfeld 9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0" name="Textfeld 9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3" name="Rechteck 9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4" name="Rechteck 9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42" name="Textfeld 94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40" name="Textfeld 9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970" name="Gruppieren 9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72" name="Gruppieren 9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74" name="Rechteck 9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5" name="Rechteck 9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Ellipse 9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7" name="Textfeld 9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2" name="Rechteck 9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Rechteck 9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Rechteck 9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Rechteck 9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Rechteck 9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73" name="Textfeld 9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71" name="Textfeld 9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1036" name="Gruppieren 1035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039" name="Gruppieren 10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1" name="Rechteck 10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Ellipse 10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Textfeld 10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Textfeld 105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1059" name="Rechteck 10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1067" name="Gruppieren 1066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Ellipse 10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Textfeld 10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8" name="Ellipse 10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Textfeld 1079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1" name="Textfeld 1080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Ellipse 10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5" name="Textfeld 10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Ellipse 10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89" name="Textfeld 10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16" name="Gruppieren 1115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1117" name="Gruppieren 111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119" name="Gruppieren 111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7" name="Ellipse 11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Textfeld 11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1" name="Ellipse 11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Ellipse 11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Textfeld 11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4" name="Textfeld 11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35" name="Ellipse 11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Ellipse 11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Textfeld 11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8" name="Textfeld 11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Rechteck 11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Rechteck 11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Rechteck 11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Rechteck 11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20" name="Textfeld 11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118" name="Textfeld 11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47" name="Gruppieren 1146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1148" name="Gruppieren 11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152" name="Rechteck 11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151" name="Textfeld 11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149" name="Textfeld 11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536" name="Textfeld 535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" name="Gruppieren 6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488" name="Rechteck 487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0" name="Ellipse 48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491" name="Ellipse 49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4" name="Ellipse 49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95" name="Ellipse 49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487" name="Textfeld 48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485" name="Textfeld 48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544" name="Ellipse 543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4" name="Ellipse 55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5" name="Ellipse 55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7" name="Ellipse 556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58" name="Ellipse 557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59" name="Ellipse 558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0" name="Ellipse 559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61" name="Ellipse 560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3" name="Ellipse 592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594" name="Ellipse 593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5" name="Ellipse 594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596" name="Ellipse 595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" name="Gruppieren 5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489" name="Rechteck 48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09" name="Rechteck 508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7" name="Rechteck 59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599" name="Rechteck 59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0" name="Rechteck 59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1" name="Rechteck 60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2" name="Rechteck 60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3" name="Rechteck 60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4" name="Rechteck 60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5" name="Rechteck 60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6" name="Rechteck 60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7" name="Rechteck 60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8" name="Rechteck 60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09" name="Rechteck 60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0" name="Rechteck 60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1" name="Rechteck 61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12" name="Rechteck 61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613" name="Gruppieren 612"/>
          <p:cNvGrpSpPr/>
          <p:nvPr/>
        </p:nvGrpSpPr>
        <p:grpSpPr>
          <a:xfrm>
            <a:off x="1304608" y="3272629"/>
            <a:ext cx="1426015" cy="1498824"/>
            <a:chOff x="2761121" y="3144844"/>
            <a:chExt cx="1426015" cy="1498824"/>
          </a:xfrm>
        </p:grpSpPr>
        <p:grpSp>
          <p:nvGrpSpPr>
            <p:cNvPr id="614" name="Gruppieren 613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616" name="Gruppieren 615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631" name="Textfeld 63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Ellipse 63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7" name="Gruppieren 616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629" name="Textfeld 62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630" name="Ellipse 62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8" name="Gruppieren 617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627" name="Textfeld 62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628" name="Ellipse 62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19" name="Gruppieren 618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625" name="Textfeld 624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626" name="Ellipse 62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620" name="Gruppieren 619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623" name="Textfeld 622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624" name="Ellipse 62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621" name="Textfeld 620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622" name="Rechteck 621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5" name="Ellipse 614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8" name="Tabel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806264"/>
              </p:ext>
            </p:extLst>
          </p:nvPr>
        </p:nvGraphicFramePr>
        <p:xfrm>
          <a:off x="4642493" y="2324994"/>
          <a:ext cx="4330700" cy="4219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1213">
                  <a:extLst>
                    <a:ext uri="{9D8B030D-6E8A-4147-A177-3AD203B41FA5}">
                      <a16:colId xmlns:a16="http://schemas.microsoft.com/office/drawing/2014/main" val="22216287"/>
                    </a:ext>
                  </a:extLst>
                </a:gridCol>
                <a:gridCol w="3789487">
                  <a:extLst>
                    <a:ext uri="{9D8B030D-6E8A-4147-A177-3AD203B41FA5}">
                      <a16:colId xmlns:a16="http://schemas.microsoft.com/office/drawing/2014/main" val="189315592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Crane.Table.AtStampInd.DI_InductiveSwitchTrue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4688187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Crane.Table.BetweenConveyorStamp.DI_InductiveSwitchTrue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097992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Crane.Table.AtStackInd.DI_InductiveSwitchTrue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50084222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Crane.Table.BetweenStackConveyor.DI_InductiveSwitchTrue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14792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Crane.Table.AtConveyorInd.DI_InductiveSwitchTrue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9525673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LargeSortingConveyor.Ramp1.RampFull.DI_WPDetected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9806379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LargeSortingConveyor.Ramp2.RampFull.DI_WPDetected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4927989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LargeSortingConveyor.Ramp3.RampFull.DI_WPDetected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0089942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Stack.Seperator.DI_BoundaryPressure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2313856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Stamp.SlidingCylinder.DI_BoundaryPressure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1907464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Block_LSCSep1_LSCSep2.DI_BoundaryPressure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920189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Block_SSC_PAC.DI_BoundaryPressure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2359034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PicAlpha.Gripper.DI_BoundaryVacuumPressure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16418724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PicAlpha.Gripper.DI_BoundaryFlowPressure1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9986244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PicAlpha.Gripper.DI_BoundaryFlowPressure2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02291688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Stamp.StampingCylinder.DI_BoundaryPressure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5686551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SmallSortingConveyor.OptSensor.DI_WPLight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09921583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SmallSortingConveyor.IndSensor.DI_WPMetallic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3758638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SmallSortingConveyor.Ramp.RampFull.DI_WPDetected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447570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 err="1">
                          <a:effectLst/>
                        </a:rPr>
                        <a:t>Stamp.StampingCylinder.DI_BoundaryFlowPressure</a:t>
                      </a:r>
                      <a:r>
                        <a:rPr lang="de-DE" sz="1100" u="none" strike="noStrike" dirty="0">
                          <a:effectLst/>
                        </a:rPr>
                        <a:t> 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90943426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Block_Stack_Crane.DI_BoundaryFlowPressure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16522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Block_LSCSep1_LSCSep2.DI_BoundaryFlowPressure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00393941"/>
                  </a:ext>
                </a:extLst>
              </a:tr>
            </a:tbl>
          </a:graphicData>
        </a:graphic>
      </p:graphicFrame>
      <p:graphicFrame>
        <p:nvGraphicFramePr>
          <p:cNvPr id="11" name="Tabel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716615"/>
              </p:ext>
            </p:extLst>
          </p:nvPr>
        </p:nvGraphicFramePr>
        <p:xfrm>
          <a:off x="9326531" y="2337328"/>
          <a:ext cx="4380591" cy="41882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3156">
                  <a:extLst>
                    <a:ext uri="{9D8B030D-6E8A-4147-A177-3AD203B41FA5}">
                      <a16:colId xmlns:a16="http://schemas.microsoft.com/office/drawing/2014/main" val="273872125"/>
                    </a:ext>
                  </a:extLst>
                </a:gridCol>
                <a:gridCol w="3877435">
                  <a:extLst>
                    <a:ext uri="{9D8B030D-6E8A-4147-A177-3AD203B41FA5}">
                      <a16:colId xmlns:a16="http://schemas.microsoft.com/office/drawing/2014/main" val="3113684332"/>
                    </a:ext>
                  </a:extLst>
                </a:gridCol>
              </a:tblGrid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5263383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Block_Stamp_RC.AI_PressureSensor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9507866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769118910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4.8.4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PicAlpha.Gripper.AI_VacuumSensor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51457921"/>
                  </a:ext>
                </a:extLst>
              </a:tr>
              <a:tr h="128378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LargeSortingConveyor.UltrasonicSensor.AI_UltraSonic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98464407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Stamp.PressureSensor.AI_CurrentPressure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8029206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4.9.3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Block_LSCSep1_LSCSep2.AI_FlowPressure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716079542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EngergyMonitoringHardware.BK_1_6_Wattmeter.AI_Energy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79467722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EngergyMonitoringHardware.BK_2_3_7_Wattmeter.AI_Energy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4149692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4.10.3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EngergyMonitoringHardware.BK_4_5_8_9_10_11_Wattmeter.AI_Energy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413264696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4.11.1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PicAlpha.LiftingCylinder.AI_PressureSensor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397125371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4.11.2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PicAlpha.LiftingCylinder.AI_FlowPressure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7724221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4.11.3</a:t>
                      </a:r>
                    </a:p>
                  </a:txBody>
                  <a:tcPr marL="7620" marR="7620" marT="762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251459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4.11.4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Block_Stack_Crane.AI_FlowPressure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147142804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Crane.LiftingCylinder.AI_PositionTransmitter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402180229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Stack.Seperator.AI_PositionTransmitter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359806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Stamp.SlidingCylinder.AI_PositionTransmitter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636587268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Stamp.StampingCylinder.AI_PositionTransmitter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636832915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LargeSortingConveyor.Seperator2.AI_PositionTransmitter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80747607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LargeSortingConveyor.Seperator1.AI_PositionTransmitter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707842553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Crane.Gripper.AI_VacuumPressure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3989706867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Block_Stack_Crane.DO_BlockPressure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222393921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Block_Stamp_RC.DO_BlockPressure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6007179"/>
                  </a:ext>
                </a:extLst>
              </a:tr>
              <a:tr h="13513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Block_LSCSep1_LSCSep2.DO_BlockPressure</a:t>
                      </a: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265116692"/>
                  </a:ext>
                </a:extLst>
              </a:tr>
              <a:tr h="14189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effectLst/>
                          <a:latin typeface="Calibri" panose="020F0502020204030204" pitchFamily="34" charset="0"/>
                        </a:rPr>
                        <a:t>4.14.4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Block_SSC_PAC.DO_BlockPressure</a:t>
                      </a:r>
                      <a:endParaRPr lang="de-DE" sz="10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757" marR="6757" marT="6757" marB="0" anchor="b"/>
                </a:tc>
                <a:extLst>
                  <a:ext uri="{0D108BD9-81ED-4DB2-BD59-A6C34878D82A}">
                    <a16:rowId xmlns:a16="http://schemas.microsoft.com/office/drawing/2014/main" val="1818522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352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BC5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288" name="Gruppieren 2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03" name="Textfeld 302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Ellipse 30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89" name="Gruppieren 2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01" name="Textfeld 300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02" name="Ellipse 30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0" name="Gruppieren 2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99" name="Textfeld 2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00" name="Ellipse 2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1" name="Gruppieren 2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97" name="Textfeld 296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98" name="Ellipse 2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292" name="Gruppieren 2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295" name="Textfeld 294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296" name="Ellipse 2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293" name="Textfeld 2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294" name="Rechteck 2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Ellipse 28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" name="Textfeld 304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06" name="Ellipse 305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8" name="Gruppieren 7"/>
          <p:cNvGrpSpPr/>
          <p:nvPr/>
        </p:nvGrpSpPr>
        <p:grpSpPr>
          <a:xfrm>
            <a:off x="2585049" y="1276147"/>
            <a:ext cx="2844318" cy="1655156"/>
            <a:chOff x="2585049" y="1276147"/>
            <a:chExt cx="2844318" cy="1655156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36" name="Rechteck 535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3" name="Textfeld 282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" name="Gruppieren 3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514" name="Gruppieren 513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515" name="Gruppieren 51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517" name="Gruppieren 51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519" name="Rechteck 51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20" name="Rechteck 51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1" name="Ellipse 52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2" name="Ellipse 52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3" name="Textfeld 522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525" name="Ellipse 52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6" name="Ellipse 52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27" name="Textfeld 52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8" name="Textfeld 52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529" name="Ellipse 52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0" name="Ellipse 52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1" name="Textfeld 53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2" name="Textfeld 53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533" name="Ellipse 53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534" name="Ellipse 53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8" name="Rechteck 5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39" name="Rechteck 5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0" name="Rechteck 5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1" name="Rechteck 5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2" name="Rechteck 5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3" name="Rechteck 5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5" name="Rechteck 54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546" name="Rechteck 54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518" name="Textfeld 51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516" name="Textfeld 51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08" name="Textfeld 3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09" name="Textfeld 3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10" name="Textfeld 3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308953"/>
              </p:ext>
            </p:extLst>
          </p:nvPr>
        </p:nvGraphicFramePr>
        <p:xfrm>
          <a:off x="7863840" y="1385240"/>
          <a:ext cx="3291839" cy="41507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2609">
                  <a:extLst>
                    <a:ext uri="{9D8B030D-6E8A-4147-A177-3AD203B41FA5}">
                      <a16:colId xmlns:a16="http://schemas.microsoft.com/office/drawing/2014/main" val="1496796030"/>
                    </a:ext>
                  </a:extLst>
                </a:gridCol>
                <a:gridCol w="2849230">
                  <a:extLst>
                    <a:ext uri="{9D8B030D-6E8A-4147-A177-3AD203B41FA5}">
                      <a16:colId xmlns:a16="http://schemas.microsoft.com/office/drawing/2014/main" val="4190623484"/>
                    </a:ext>
                  </a:extLst>
                </a:gridCol>
              </a:tblGrid>
              <a:tr h="10613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2072971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4630339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27237222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SafetyDoor.Panel.DI_StartButton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8728221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SafetyDoor.Panel.DI_StopButton</a:t>
                      </a: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92396230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SafetyDoor.Panel.DI_ManuelButton</a:t>
                      </a:r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 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12408454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SafetyDoor.Panel.DI_ResetButton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6721525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RefillConveyor.PsBegining.DI_WPDetected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462877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RefillConveyor.PsSwitch.DI_WPDetected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27766317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RefillConveyor.Switch.DI_Retracted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132365019"/>
                  </a:ext>
                </a:extLst>
              </a:tr>
              <a:tr h="11143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RefillConveyor.Switch.DI_Extended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52980162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RefillConveyor.Motor.AI_Position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38275326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RefillConveyor.Motor.AI_Speed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45072714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541087543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42981946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93911360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SafetyDoor.Panel.DO_LampGreen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1325099148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SafetyDoor.Panel.DO_LampReset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676317382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SafetyDoor.Panel.DO_Q1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552255867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SafetyDoor.Panel.DO_Q2</a:t>
                      </a: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409049685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692808454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RefillConveyor.Motor.DO_TurnCounterclockwise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3121416823"/>
                  </a:ext>
                </a:extLst>
              </a:tr>
              <a:tr h="10082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RefillConveyor.SwitchStopper.DO_Extend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608644874"/>
                  </a:ext>
                </a:extLst>
              </a:tr>
              <a:tr h="10613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kern="1200" dirty="0" err="1">
                          <a:solidFill>
                            <a:schemeClr val="dk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RefillConveyor.DO_Speed</a:t>
                      </a:r>
                      <a:endParaRPr lang="de-DE" sz="1100" b="0" i="0" u="none" strike="noStrike" kern="1200" dirty="0">
                        <a:solidFill>
                          <a:schemeClr val="dk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307" marR="5307" marT="5307" marB="0" anchor="b"/>
                </a:tc>
                <a:extLst>
                  <a:ext uri="{0D108BD9-81ED-4DB2-BD59-A6C34878D82A}">
                    <a16:rowId xmlns:a16="http://schemas.microsoft.com/office/drawing/2014/main" val="20810045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31125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6425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BC6</a:t>
            </a:r>
          </a:p>
        </p:txBody>
      </p:sp>
      <p:grpSp>
        <p:nvGrpSpPr>
          <p:cNvPr id="187" name="Gruppieren 186"/>
          <p:cNvGrpSpPr/>
          <p:nvPr/>
        </p:nvGrpSpPr>
        <p:grpSpPr>
          <a:xfrm>
            <a:off x="2482736" y="3465860"/>
            <a:ext cx="1426015" cy="1533559"/>
            <a:chOff x="1304608" y="3314999"/>
            <a:chExt cx="1426015" cy="1533559"/>
          </a:xfrm>
        </p:grpSpPr>
        <p:grpSp>
          <p:nvGrpSpPr>
            <p:cNvPr id="188" name="Gruppieren 18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206" name="Textfeld 20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Ellipse 20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89" name="Gruppieren 18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204" name="Textfeld 20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205" name="Ellipse 20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0" name="Gruppieren 18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202" name="Textfeld 20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203" name="Ellipse 20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1" name="Gruppieren 19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200" name="Textfeld 19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201" name="Ellipse 20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192" name="Gruppieren 19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198" name="Textfeld 19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199" name="Ellipse 19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193" name="Textfeld 19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194" name="Rechteck 19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Ellipse 19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6" name="Textfeld 19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197" name="Ellipse 19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pSp>
        <p:nvGrpSpPr>
          <p:cNvPr id="14" name="Gruppieren 13"/>
          <p:cNvGrpSpPr/>
          <p:nvPr/>
        </p:nvGrpSpPr>
        <p:grpSpPr>
          <a:xfrm>
            <a:off x="2584649" y="1278375"/>
            <a:ext cx="1551780" cy="1652928"/>
            <a:chOff x="2584649" y="1278375"/>
            <a:chExt cx="1551780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6716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" name="Textfeld 7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4" name="Textfeld 7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" name="Textfeld 726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" name="Textfeld 7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" name="Textfeld 7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" name="Textfeld 7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" name="Textfeld 7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6" name="Textfeld 7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3811479" y="1330994"/>
              <a:ext cx="324950" cy="1597974"/>
              <a:chOff x="1694292" y="1196104"/>
              <a:chExt cx="324950" cy="1597974"/>
            </a:xfrm>
          </p:grpSpPr>
          <p:sp>
            <p:nvSpPr>
              <p:cNvPr id="788" name="Rechteck 787"/>
              <p:cNvSpPr/>
              <p:nvPr/>
            </p:nvSpPr>
            <p:spPr>
              <a:xfrm>
                <a:off x="1702262" y="1196104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85" name="Textfeld 184"/>
            <p:cNvSpPr txBox="1"/>
            <p:nvPr/>
          </p:nvSpPr>
          <p:spPr>
            <a:xfrm>
              <a:off x="2584649" y="2761420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08" name="Gruppieren 207"/>
            <p:cNvGrpSpPr/>
            <p:nvPr/>
          </p:nvGrpSpPr>
          <p:grpSpPr>
            <a:xfrm>
              <a:off x="3483820" y="1327775"/>
              <a:ext cx="324950" cy="1602737"/>
              <a:chOff x="2526020" y="269422"/>
              <a:chExt cx="324950" cy="1602737"/>
            </a:xfrm>
          </p:grpSpPr>
          <p:sp>
            <p:nvSpPr>
              <p:cNvPr id="209" name="Rechteck 208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0" name="Ellipse 209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1" name="Ellipse 210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2" name="Ellipse 211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3" name="Ellipse 212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4" name="Textfeld 213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5" name="Textfeld 214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216" name="Ellipse 215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17" name="Ellipse 216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8" name="Ellipse 217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19" name="Ellipse 218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0" name="Ellipse 219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1" name="Ellipse 220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2" name="Ellipse 221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3" name="Ellipse 222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4" name="Ellipse 223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25" name="Ellipse 224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6" name="Ellipse 225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27" name="Ellipse 226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28" name="Gruppieren 227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29" name="Rechteck 228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0" name="Rechteck 229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1" name="Rechteck 230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2" name="Rechteck 231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33" name="Rechteck 232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4" name="Rechteck 233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5" name="Rechteck 234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6" name="Rechteck 235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7" name="Rechteck 236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8" name="Rechteck 237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39" name="Rechteck 238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0" name="Rechteck 239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1" name="Rechteck 240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2" name="Rechteck 241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3" name="Rechteck 242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4" name="Rechteck 243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45" name="Rechteck 244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  <p:sp>
          <p:nvSpPr>
            <p:cNvPr id="246" name="Textfeld 245"/>
            <p:cNvSpPr txBox="1"/>
            <p:nvPr/>
          </p:nvSpPr>
          <p:spPr>
            <a:xfrm>
              <a:off x="3861526" y="1345457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</a:p>
          </p:txBody>
        </p:sp>
      </p:grpSp>
      <p:graphicFrame>
        <p:nvGraphicFramePr>
          <p:cNvPr id="4" name="Tabel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703212"/>
              </p:ext>
            </p:extLst>
          </p:nvPr>
        </p:nvGraphicFramePr>
        <p:xfrm>
          <a:off x="6256020" y="1424023"/>
          <a:ext cx="2499360" cy="1333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3740">
                  <a:extLst>
                    <a:ext uri="{9D8B030D-6E8A-4147-A177-3AD203B41FA5}">
                      <a16:colId xmlns:a16="http://schemas.microsoft.com/office/drawing/2014/main" val="3178602725"/>
                    </a:ext>
                  </a:extLst>
                </a:gridCol>
                <a:gridCol w="1925620">
                  <a:extLst>
                    <a:ext uri="{9D8B030D-6E8A-4147-A177-3AD203B41FA5}">
                      <a16:colId xmlns:a16="http://schemas.microsoft.com/office/drawing/2014/main" val="193900423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Stack.AI_WPWeight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2891043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76219197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GND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060196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17218879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Data - Crane.RFID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8892256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24 Volt</a:t>
                      </a:r>
                      <a:endParaRPr lang="de-DE" sz="11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89825650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BC6.3.10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 dirty="0">
                          <a:effectLst/>
                        </a:rPr>
                        <a:t>0 Volt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6850339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28958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0472164"/>
              </p:ext>
            </p:extLst>
          </p:nvPr>
        </p:nvGraphicFramePr>
        <p:xfrm>
          <a:off x="5890574" y="1281316"/>
          <a:ext cx="4770711" cy="203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</a:t>
                      </a:r>
                      <a:r>
                        <a:rPr lang="de-DE" sz="1100" b="0" i="0" u="none" strike="noStrike" baseline="0" dirty="0">
                          <a:effectLst/>
                          <a:latin typeface="Calibri" panose="020F0502020204030204" pitchFamily="34" charset="0"/>
                        </a:rPr>
                        <a:t> Volt Input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LargeSortingConveyor.Switch.DI_Retracted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LargeSortingConveyor.Switch.DI_Extended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BC7.4.7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BC7.5.3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BC7.6.3</a:t>
                      </a:r>
                      <a:endParaRPr lang="de-DE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Data - </a:t>
                      </a: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LargeSortingConveyor.RFID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BC7.6.10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BC7</a:t>
            </a:r>
          </a:p>
        </p:txBody>
      </p:sp>
      <p:grpSp>
        <p:nvGrpSpPr>
          <p:cNvPr id="7" name="Gruppieren 6"/>
          <p:cNvGrpSpPr/>
          <p:nvPr/>
        </p:nvGrpSpPr>
        <p:grpSpPr>
          <a:xfrm>
            <a:off x="2586406" y="1278376"/>
            <a:ext cx="2517156" cy="1652928"/>
            <a:chOff x="2586406" y="1278376"/>
            <a:chExt cx="2517156" cy="165292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31523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47923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5309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518976" y="133911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0" name="Gruppieren 339"/>
            <p:cNvGrpSpPr/>
            <p:nvPr/>
          </p:nvGrpSpPr>
          <p:grpSpPr>
            <a:xfrm>
              <a:off x="4778612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41" name="Gruppieren 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45" name="Rechteck 3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4" name="Textfeld 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42" name="Textfeld 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79" name="Textfeld 278"/>
            <p:cNvSpPr txBox="1"/>
            <p:nvPr/>
          </p:nvSpPr>
          <p:spPr>
            <a:xfrm>
              <a:off x="2586406" y="276305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  <p:grpSp>
          <p:nvGrpSpPr>
            <p:cNvPr id="281" name="Gruppieren 280"/>
            <p:cNvGrpSpPr/>
            <p:nvPr/>
          </p:nvGrpSpPr>
          <p:grpSpPr>
            <a:xfrm>
              <a:off x="4454058" y="1327262"/>
              <a:ext cx="324950" cy="1602737"/>
              <a:chOff x="2526020" y="269422"/>
              <a:chExt cx="324950" cy="1602737"/>
            </a:xfrm>
          </p:grpSpPr>
          <p:sp>
            <p:nvSpPr>
              <p:cNvPr id="372" name="Rechteck 371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3" name="Ellipse 372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74" name="Ellipse 373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5" name="Ellipse 374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6" name="Ellipse 375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77" name="Textfeld 376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378" name="Textfeld 377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EL6224</a:t>
                </a:r>
              </a:p>
            </p:txBody>
          </p:sp>
          <p:sp>
            <p:nvSpPr>
              <p:cNvPr id="379" name="Ellipse 378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4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0" name="Ellipse 379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1" name="Ellipse 380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2" name="Ellipse 381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3" name="Ellipse 382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4" name="Ellipse 383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5" name="Ellipse 384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6" name="Ellipse 385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7" name="Ellipse 386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388" name="Ellipse 387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89" name="Ellipse 388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90" name="Ellipse 389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91" name="Gruppieren 390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392" name="Rechteck 391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3" name="Rechteck 392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4" name="Rechteck 393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5" name="Rechteck 394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6" name="Rechteck 395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7" name="Rechteck 396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8" name="Rechteck 397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399" name="Rechteck 398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0" name="Rechteck 399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1" name="Rechteck 400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2" name="Rechteck 401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3" name="Rechteck 402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4" name="Rechteck 403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5" name="Rechteck 404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6" name="Rechteck 405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7" name="Rechteck 406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408" name="Rechteck 407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409" name="Gruppieren 408"/>
          <p:cNvGrpSpPr/>
          <p:nvPr/>
        </p:nvGrpSpPr>
        <p:grpSpPr>
          <a:xfrm>
            <a:off x="2741148" y="3340045"/>
            <a:ext cx="1426015" cy="1533559"/>
            <a:chOff x="1304608" y="3314999"/>
            <a:chExt cx="1426015" cy="1533559"/>
          </a:xfrm>
        </p:grpSpPr>
        <p:grpSp>
          <p:nvGrpSpPr>
            <p:cNvPr id="410" name="Gruppieren 409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428" name="Textfeld 427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Ellipse 42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1" name="Gruppieren 410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426" name="Textfeld 42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427" name="Ellipse 42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2" name="Gruppieren 411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424" name="Textfeld 42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425" name="Ellipse 42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3" name="Gruppieren 412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422" name="Textfeld 421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423" name="Ellipse 42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420" name="Textfeld 419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421" name="Ellipse 42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415" name="Textfeld 414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416" name="Rechteck 415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Ellipse 416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18" name="Textfeld 417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Data</a:t>
              </a:r>
            </a:p>
          </p:txBody>
        </p:sp>
        <p:sp>
          <p:nvSpPr>
            <p:cNvPr id="419" name="Ellipse 418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34468013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396577"/>
              </p:ext>
            </p:extLst>
          </p:nvPr>
        </p:nvGraphicFramePr>
        <p:xfrm>
          <a:off x="5890574" y="1281316"/>
          <a:ext cx="4770711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769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4204942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PicAlpha.Gripper.DI_TakenIn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PicAlpha.PicAlpha_OnPutDown1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8.2.5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PicAlpha.LiftingCylinder.DI_Extended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PicAlpha.LiftingCylinder.DI_Retracted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PicAlpha.PicAlpha_OnPickUp2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8.2.8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LightGrid.Panel.DI_EmergencyStop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LightGrid.Panel.DI_StartButton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LightGrid.ExtendedPanel.DI_StopButton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LightGrid.Panel.DI_ManuelButton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LightGrid.Panel.DI_ResetButton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8002691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PicAlpha.Gripper.DO_Intake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4880202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7543176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017397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4239119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PicAlpha.Motor.DO_Backwards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1345221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PicAlpha.Motor.DO_Forwards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5021210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PicAlpha.LiftingCylinder.DO_Extend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554135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PicAlpha.DO_VacuumHit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8631509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LightGrid.Panel.DO_LampGreen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56196212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LightGrid.ExtendedPanel.DO_LampReset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3791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LightGrid.ExtendedPanel.DO_Q1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28638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LightGrid.ExtendedPanel.DO_Q2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9990107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BC8</a:t>
            </a:r>
          </a:p>
        </p:txBody>
      </p:sp>
      <p:grpSp>
        <p:nvGrpSpPr>
          <p:cNvPr id="337" name="Gruppieren 336"/>
          <p:cNvGrpSpPr/>
          <p:nvPr/>
        </p:nvGrpSpPr>
        <p:grpSpPr>
          <a:xfrm>
            <a:off x="2684703" y="3418716"/>
            <a:ext cx="1426015" cy="1498824"/>
            <a:chOff x="2761121" y="3144844"/>
            <a:chExt cx="1426015" cy="1498824"/>
          </a:xfrm>
        </p:grpSpPr>
        <p:grpSp>
          <p:nvGrpSpPr>
            <p:cNvPr id="338" name="Gruppieren 337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340" name="Gruppieren 339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355" name="Textfeld 35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Ellipse 35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1" name="Gruppieren 340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353" name="Textfeld 352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354" name="Ellipse 35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2" name="Gruppieren 341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351" name="Textfeld 350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352" name="Ellipse 35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3" name="Gruppieren 342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349" name="Textfeld 348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350" name="Ellipse 34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344" name="Gruppieren 343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347" name="Textfeld 346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348" name="Ellipse 34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345" name="Textfeld 344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346" name="Rechteck 345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" name="Ellipse 338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2261157" y="1277106"/>
            <a:ext cx="3493712" cy="1654198"/>
            <a:chOff x="2261157" y="1277106"/>
            <a:chExt cx="3493712" cy="1654198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83" name="Gruppieren 482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84" name="Gruppieren 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86" name="Gruppieren 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88" name="Rechteck 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Ellipse 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1" name="Ellipse 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Textfeld 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3" name="Textfeld 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4" name="Ellipse 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Textfeld 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8" name="Ellipse 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Textfeld 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502" name="Ellipse 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Textfeld 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506" name="Rechteck 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7" name="Rechteck 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Rechteck 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Rechteck 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0" name="Rechteck 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87" name="Textfeld 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85" name="Textfeld 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514" name="Gruppieren 513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Textfeld 7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01" name="Textfeld 8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Textfeld 8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05" name="Textfeld 8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0" name="Textfeld 8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65" name="Gruppieren 5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67" name="Rechteck 5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68" name="Rechteck 5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Ellipse 5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0" name="Ellipse 5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1" name="Textfeld 5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72" name="Textfeld 5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73" name="Ellipse 5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Ellipse 5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Textfeld 5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6" name="Textfeld 5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77" name="Ellipse 5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Ellipse 5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9" name="Textfeld 5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0" name="Textfeld 5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85" name="Rechteck 5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Rechteck 5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Rechteck 5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8" name="Rechteck 5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9" name="Rechteck 5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Rechteck 5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Rechteck 5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2" name="Rechteck 5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66" name="Textfeld 565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82" name="Gruppieren 281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283" name="Gruppieren 2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87" name="Rechteck 28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6" name="Textfeld 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4" name="Textfeld 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14" name="Textfeld 31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69" name="Gruppieren 268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270" name="Gruppieren 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2" name="Gruppieren 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" name="Rechteck 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" name="Rechteck 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" name="Ellipse 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" name="Ellipse 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" name="Textfeld 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" name="Textfeld 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" name="Ellipse 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" name="Ellipse 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" name="Textfeld 2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" name="Textfeld 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" name="Ellipse 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" name="Ellipse 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" name="Textfeld 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2" name="Textfeld 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" name="Ellipse 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" name="Ellipse 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" name="Textfeld 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6" name="Textfeld 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7" name="Rechteck 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" name="Rechteck 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" name="Rechteck 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" name="Rechteck 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" name="Rechteck 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" name="Rechteck 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" name="Rechteck 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" name="Rechteck 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" name="Textfeld 27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1" name="Textfeld 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199033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BC9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6" name="Textfeld 8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Ellipse 8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Ellipse 8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4" name="Textfeld 8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5" name="Ellipse 8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6" name="Ellipse 8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Textfeld 8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8" name="Textfeld 8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Rechteck 9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Rechteck 9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" name="Rechteck 9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" name="Rechteck 9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62" name="Gruppieren 561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563" name="Gruppieren 562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567" name="Rechteck 56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566" name="Textfeld 5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564" name="Textfeld 5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80" name="Textfeld 27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376" name="Textfeld 375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77" name="Textfeld 376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78" name="Textfeld 377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79" name="Textfeld 378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0" name="Gruppieren 379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381" name="Gruppieren 380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399" name="Textfeld 398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Ellipse 399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2" name="Gruppieren 381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397" name="Textfeld 396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398" name="Ellipse 397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3" name="Gruppieren 382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395" name="Textfeld 394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396" name="Ellipse 395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4" name="Gruppieren 383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393" name="Textfeld 392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394" name="Ellipse 393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385" name="Gruppieren 384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391" name="Textfeld 390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392" name="Ellipse 391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386" name="Textfeld 385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387" name="Rechteck 386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Ellipse 387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9" name="Textfeld 388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390" name="Ellipse 389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343623"/>
              </p:ext>
            </p:extLst>
          </p:nvPr>
        </p:nvGraphicFramePr>
        <p:xfrm>
          <a:off x="7133971" y="1420050"/>
          <a:ext cx="3305066" cy="2252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369">
                  <a:extLst>
                    <a:ext uri="{9D8B030D-6E8A-4147-A177-3AD203B41FA5}">
                      <a16:colId xmlns:a16="http://schemas.microsoft.com/office/drawing/2014/main" val="308135345"/>
                    </a:ext>
                  </a:extLst>
                </a:gridCol>
                <a:gridCol w="2765697">
                  <a:extLst>
                    <a:ext uri="{9D8B030D-6E8A-4147-A177-3AD203B41FA5}">
                      <a16:colId xmlns:a16="http://schemas.microsoft.com/office/drawing/2014/main" val="3192584014"/>
                    </a:ext>
                  </a:extLst>
                </a:gridCol>
              </a:tblGrid>
              <a:tr h="145725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01049357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428103969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PicAlphaConveyor.PsSwitch.DI_WPDetected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988573416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PicAlphaConveyor.PsEnd.DI_WPDetected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378662097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PicAlphaConveyor.Switch.DI_Retracted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61049444"/>
                  </a:ext>
                </a:extLst>
              </a:tr>
              <a:tr h="153011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PicAlphaConveyor.Switch.DI_Extended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862954848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PicAlphaConveyor.Motor.AI_Position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556378889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PicAlphaConveyor.Motor.AI_Speed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080464023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835739611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1491472724"/>
                  </a:ext>
                </a:extLst>
              </a:tr>
              <a:tr h="145725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9295142"/>
                  </a:ext>
                </a:extLst>
              </a:tr>
              <a:tr h="1762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PicAlphaConveyor.Motor.DO_TurnCounterclockwise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2145131137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PicAlphaConveyor.Switch.DO_Extend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509505150"/>
                  </a:ext>
                </a:extLst>
              </a:tr>
              <a:tr h="13843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PicAlphaConveyor.AO_Speed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286" marR="7286" marT="7286" marB="0" anchor="b"/>
                </a:tc>
                <a:extLst>
                  <a:ext uri="{0D108BD9-81ED-4DB2-BD59-A6C34878D82A}">
                    <a16:rowId xmlns:a16="http://schemas.microsoft.com/office/drawing/2014/main" val="31330891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15184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4" name="Tabelle 7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5447630"/>
              </p:ext>
            </p:extLst>
          </p:nvPr>
        </p:nvGraphicFramePr>
        <p:xfrm>
          <a:off x="6683054" y="1326664"/>
          <a:ext cx="3977325" cy="2600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765">
                  <a:extLst>
                    <a:ext uri="{9D8B030D-6E8A-4147-A177-3AD203B41FA5}">
                      <a16:colId xmlns:a16="http://schemas.microsoft.com/office/drawing/2014/main" val="2924124820"/>
                    </a:ext>
                  </a:extLst>
                </a:gridCol>
                <a:gridCol w="3334560">
                  <a:extLst>
                    <a:ext uri="{9D8B030D-6E8A-4147-A177-3AD203B41FA5}">
                      <a16:colId xmlns:a16="http://schemas.microsoft.com/office/drawing/2014/main" val="19886212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488686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Input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29997877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SmallSortingConveyor.DI_Beginning_PresenceSensor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3083555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SmallSortingConveyor.DI_End_PresenceSensor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21032491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SmallSortingConveyor.Switch.DI_Retracted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62407798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SmallSortingConveyor.Switch.DI_Extanded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12719401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10.3.A1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SmallSorringConveyor.Motor.AI_Position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65306993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10.3.B1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SmallSorringConveyor.Motor.AI_Speed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891987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24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3576185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>
                          <a:effectLst/>
                          <a:latin typeface="Calibri" panose="020F0502020204030204" pitchFamily="34" charset="0"/>
                        </a:rPr>
                        <a:t>0 Volt Output</a:t>
                      </a: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1764681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>
                          <a:effectLst/>
                          <a:latin typeface="Calibri" panose="020F0502020204030204" pitchFamily="34" charset="0"/>
                        </a:rPr>
                        <a:t>SmallSortingConveyor.Motor.DO_TurnClockwise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0578643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SmallSortingConveyor.Motor.DO_TurnCounterclockwise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7927563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SmallSortingConveyor.Switch.DO_Extend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4476884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b="0" i="0" u="none" strike="noStrike" dirty="0" err="1">
                          <a:effectLst/>
                          <a:latin typeface="Calibri" panose="020F0502020204030204" pitchFamily="34" charset="0"/>
                        </a:rPr>
                        <a:t>SmallSortingConveyor.AO_Speed</a:t>
                      </a:r>
                      <a:endParaRPr lang="de-DE" sz="1100" b="0" i="0" u="none" strike="noStrike" dirty="0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091749375"/>
                  </a:ext>
                </a:extLst>
              </a:tr>
            </a:tbl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BC10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4415" y="1276473"/>
            <a:ext cx="2876963" cy="1654831"/>
            <a:chOff x="2584415" y="1276473"/>
            <a:chExt cx="2876963" cy="1654831"/>
          </a:xfrm>
        </p:grpSpPr>
        <p:grpSp>
          <p:nvGrpSpPr>
            <p:cNvPr id="355" name="Gruppieren 354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6" name="Gruppieren 3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8" name="Gruppieren 3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0" name="Rechteck 3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" name="Rechteck 3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" name="Ellipse 3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" name="Ellipse 3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" name="Ellipse 3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" name="Ellipse 3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" name="Ellipse 3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" name="Ellipse 3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" name="Ellipse 3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" name="Ellipse 3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" name="Rechteck 3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" name="Rechteck 3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" name="Rechteck 3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" name="Rechteck 3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" name="Rechteck 3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" name="Rechteck 3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6" name="Rechteck 3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7" name="Rechteck 3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" name="Textfeld 3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7" name="Textfeld 3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78" name="Rechteck 377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79" name="Rechteck 378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0" name="Rechteck 379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1" name="Rechteck 380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2" name="Rechteck 381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3" name="Gruppieren 382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84" name="Gruppieren 3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86" name="Gruppieren 3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88" name="Rechteck 3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89" name="Rechteck 3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0" name="Ellipse 3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" name="Ellipse 3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" name="Textfeld 3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3" name="Textfeld 3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" name="Ellipse 3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" name="Ellipse 3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" name="Textfeld 3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" name="Textfeld 3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8" name="Ellipse 3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" name="Ellipse 3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" name="Textfeld 3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" name="Textfeld 4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2" name="Ellipse 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3" name="Ellipse 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" name="Textfeld 4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5" name="Textfeld 4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6" name="Rechteck 4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Rechteck 4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Rechteck 4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Rechteck 4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Rechteck 4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" name="Rechteck 4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" name="Rechteck 4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87" name="Textfeld 3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85" name="Textfeld 3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414" name="Gruppieren 413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15" name="Gruppieren 4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" name="Gruppieren 4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9" name="Rechteck 4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" name="Rechteck 4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25" name="Ellipse 4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Ellipse 4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Textfeld 4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8" name="Textfeld 4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29" name="Ellipse 4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Ellipse 4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Textfeld 4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2" name="Textfeld 4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33" name="Ellipse 4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" name="Ellipse 4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Textfeld 4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6" name="Textfeld 4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37" name="Rechteck 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Rechteck 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Rechteck 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Rechteck 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" name="Rechteck 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" name="Rechteck 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Rechteck 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8" name="Textfeld 4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16" name="Textfeld 4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445" name="Gruppieren 444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446" name="Gruppieren 44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" name="Gruppieren 44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50" name="Rechteck 4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Ellipse 4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Ellipse 45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Ellipse 45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Ellipse 4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7" name="Ellipse 4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Ellipse 4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Ellipse 4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3" name="Rechteck 4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Rechteck 4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Rechteck 4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Rechteck 4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9" name="Textfeld 4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7" name="Textfeld 4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468" name="Gruppieren 467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469" name="Gruppieren 4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71" name="Gruppieren 4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73" name="Rechteck 4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74" name="Rechteck 4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Ellipse 4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6" name="Ellipse 4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7" name="Textfeld 4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8" name="Textfeld 4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9" name="Ellipse 4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0" name="Ellipse 4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1" name="Textfeld 4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2" name="Textfeld 481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3" name="Ellipse 4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4" name="Ellipse 4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85" name="Textfeld 484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6" name="Textfeld 485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7" name="Ellipse 4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Ellipse 4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Textfeld 4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90" name="Textfeld 4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3" name="Rechteck 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Rechteck 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Rechteck 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Rechteck 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72" name="Textfeld 4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70" name="Textfeld 4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499" name="Gruppieren 498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500" name="Gruppieren 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502" name="Gruppieren 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504" name="Rechteck 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5" name="Rechteck 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6" name="Ellipse 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Textfeld 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10" name="Ellipse 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Ellipse 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554" name="Ellipse 5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7" name="Ellipse 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59" name="Textfeld 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560" name="Rechteck 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Rechteck 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3" name="Rechteck 5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Rechteck 5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Rechteck 5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6" name="Rechteck 5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03" name="Textfeld 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501" name="Textfeld 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599" name="Gruppieren 598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600" name="Gruppieren 599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602" name="Rechteck 60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03" name="Textfeld 60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601" name="Textfeld 6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04" name="Rechteck 603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605" name="Gruppieren 604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606" name="Gruppieren 605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608" name="Gruppieren 6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610" name="Rechteck 6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1" name="Rechteck 6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Ellipse 6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4" name="Ellipse 6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Textfeld 6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Ellipse 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Textfeld 619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22" name="Ellipse 6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Rechteck 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Rechteck 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6" name="Rechteck 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9" name="Textfeld 6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07" name="Textfeld 6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632" name="Textfeld 631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633" name="Textfeld 632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634" name="Textfeld 633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635" name="Textfeld 634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636" name="Textfeld 635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37" name="Gruppieren 636"/>
          <p:cNvGrpSpPr/>
          <p:nvPr/>
        </p:nvGrpSpPr>
        <p:grpSpPr>
          <a:xfrm>
            <a:off x="2622256" y="3308434"/>
            <a:ext cx="1426015" cy="1533559"/>
            <a:chOff x="1304608" y="3314999"/>
            <a:chExt cx="1426015" cy="1533559"/>
          </a:xfrm>
        </p:grpSpPr>
        <p:grpSp>
          <p:nvGrpSpPr>
            <p:cNvPr id="638" name="Gruppieren 637"/>
            <p:cNvGrpSpPr/>
            <p:nvPr/>
          </p:nvGrpSpPr>
          <p:grpSpPr>
            <a:xfrm>
              <a:off x="1632481" y="3315000"/>
              <a:ext cx="762393" cy="246221"/>
              <a:chOff x="3200748" y="3328591"/>
              <a:chExt cx="762393" cy="246221"/>
            </a:xfrm>
          </p:grpSpPr>
          <p:sp>
            <p:nvSpPr>
              <p:cNvPr id="656" name="Textfeld 655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free</a:t>
                </a:r>
                <a:endParaRPr lang="de-DE" sz="10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Ellipse 656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39" name="Gruppieren 638"/>
            <p:cNvGrpSpPr/>
            <p:nvPr/>
          </p:nvGrpSpPr>
          <p:grpSpPr>
            <a:xfrm>
              <a:off x="1639281" y="3538124"/>
              <a:ext cx="762393" cy="246221"/>
              <a:chOff x="3200748" y="3328591"/>
              <a:chExt cx="762393" cy="246221"/>
            </a:xfrm>
          </p:grpSpPr>
          <p:sp>
            <p:nvSpPr>
              <p:cNvPr id="654" name="Textfeld 653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IN</a:t>
                </a:r>
              </a:p>
            </p:txBody>
          </p:sp>
          <p:sp>
            <p:nvSpPr>
              <p:cNvPr id="655" name="Ellipse 654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0" name="Gruppieren 639"/>
            <p:cNvGrpSpPr/>
            <p:nvPr/>
          </p:nvGrpSpPr>
          <p:grpSpPr>
            <a:xfrm>
              <a:off x="1639281" y="3738571"/>
              <a:ext cx="762393" cy="246221"/>
              <a:chOff x="3200748" y="3328591"/>
              <a:chExt cx="762393" cy="246221"/>
            </a:xfrm>
          </p:grpSpPr>
          <p:sp>
            <p:nvSpPr>
              <p:cNvPr id="652" name="Textfeld 651"/>
              <p:cNvSpPr txBox="1"/>
              <p:nvPr/>
            </p:nvSpPr>
            <p:spPr>
              <a:xfrm>
                <a:off x="3258308" y="3328591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BIT OUT</a:t>
                </a:r>
              </a:p>
            </p:txBody>
          </p:sp>
          <p:sp>
            <p:nvSpPr>
              <p:cNvPr id="653" name="Ellipse 652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1" name="Gruppieren 640"/>
            <p:cNvGrpSpPr/>
            <p:nvPr/>
          </p:nvGrpSpPr>
          <p:grpSpPr>
            <a:xfrm>
              <a:off x="1639281" y="3967327"/>
              <a:ext cx="832344" cy="246221"/>
              <a:chOff x="3200748" y="3328591"/>
              <a:chExt cx="832344" cy="246221"/>
            </a:xfrm>
          </p:grpSpPr>
          <p:sp>
            <p:nvSpPr>
              <p:cNvPr id="650" name="Textfeld 649"/>
              <p:cNvSpPr txBox="1"/>
              <p:nvPr/>
            </p:nvSpPr>
            <p:spPr>
              <a:xfrm>
                <a:off x="3258308" y="3328591"/>
                <a:ext cx="77478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IN</a:t>
                </a:r>
              </a:p>
            </p:txBody>
          </p:sp>
          <p:sp>
            <p:nvSpPr>
              <p:cNvPr id="651" name="Ellipse 650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chemeClr val="accent2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  <p:grpSp>
          <p:nvGrpSpPr>
            <p:cNvPr id="642" name="Gruppieren 641"/>
            <p:cNvGrpSpPr/>
            <p:nvPr/>
          </p:nvGrpSpPr>
          <p:grpSpPr>
            <a:xfrm>
              <a:off x="1644789" y="4185239"/>
              <a:ext cx="1031120" cy="246221"/>
              <a:chOff x="3200748" y="3328591"/>
              <a:chExt cx="1031120" cy="246221"/>
            </a:xfrm>
          </p:grpSpPr>
          <p:sp>
            <p:nvSpPr>
              <p:cNvPr id="648" name="Textfeld 647"/>
              <p:cNvSpPr txBox="1"/>
              <p:nvPr/>
            </p:nvSpPr>
            <p:spPr>
              <a:xfrm>
                <a:off x="3258308" y="3328591"/>
                <a:ext cx="97356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Analog OUT</a:t>
                </a:r>
              </a:p>
            </p:txBody>
          </p:sp>
          <p:sp>
            <p:nvSpPr>
              <p:cNvPr id="649" name="Ellipse 648"/>
              <p:cNvSpPr/>
              <p:nvPr/>
            </p:nvSpPr>
            <p:spPr>
              <a:xfrm>
                <a:off x="3200748" y="3417027"/>
                <a:ext cx="80420" cy="79775"/>
              </a:xfrm>
              <a:prstGeom prst="ellipse">
                <a:avLst/>
              </a:prstGeom>
              <a:solidFill>
                <a:srgbClr val="C0000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</p:grpSp>
        <p:sp>
          <p:nvSpPr>
            <p:cNvPr id="643" name="Textfeld 642"/>
            <p:cNvSpPr txBox="1"/>
            <p:nvPr/>
          </p:nvSpPr>
          <p:spPr>
            <a:xfrm>
              <a:off x="1703894" y="4602337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Power</a:t>
              </a:r>
            </a:p>
          </p:txBody>
        </p:sp>
        <p:sp>
          <p:nvSpPr>
            <p:cNvPr id="644" name="Rechteck 643"/>
            <p:cNvSpPr/>
            <p:nvPr/>
          </p:nvSpPr>
          <p:spPr>
            <a:xfrm>
              <a:off x="1304608" y="3314999"/>
              <a:ext cx="1426015" cy="1533559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llipse 644"/>
            <p:cNvSpPr/>
            <p:nvPr/>
          </p:nvSpPr>
          <p:spPr>
            <a:xfrm>
              <a:off x="1649831" y="4695514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6" name="Textfeld 645"/>
            <p:cNvSpPr txBox="1"/>
            <p:nvPr/>
          </p:nvSpPr>
          <p:spPr>
            <a:xfrm>
              <a:off x="1702349" y="4407443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Integer OUT</a:t>
              </a:r>
            </a:p>
          </p:txBody>
        </p:sp>
        <p:sp>
          <p:nvSpPr>
            <p:cNvPr id="647" name="Ellipse 646"/>
            <p:cNvSpPr/>
            <p:nvPr/>
          </p:nvSpPr>
          <p:spPr>
            <a:xfrm>
              <a:off x="1644789" y="4495879"/>
              <a:ext cx="80420" cy="79775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</p:spTree>
    <p:extLst>
      <p:ext uri="{BB962C8B-B14F-4D97-AF65-F5344CB8AC3E}">
        <p14:creationId xmlns:p14="http://schemas.microsoft.com/office/powerpoint/2010/main" val="24174971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feld 1"/>
          <p:cNvSpPr txBox="1"/>
          <p:nvPr/>
        </p:nvSpPr>
        <p:spPr>
          <a:xfrm>
            <a:off x="1243416" y="162045"/>
            <a:ext cx="29273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u="sng" dirty="0"/>
              <a:t>BC11</a:t>
            </a:r>
          </a:p>
        </p:txBody>
      </p:sp>
      <p:grpSp>
        <p:nvGrpSpPr>
          <p:cNvPr id="6" name="Gruppieren 5"/>
          <p:cNvGrpSpPr/>
          <p:nvPr/>
        </p:nvGrpSpPr>
        <p:grpSpPr>
          <a:xfrm>
            <a:off x="2585049" y="1277585"/>
            <a:ext cx="2520106" cy="1653719"/>
            <a:chOff x="2585049" y="1277585"/>
            <a:chExt cx="2520106" cy="1653719"/>
          </a:xfrm>
        </p:grpSpPr>
        <p:grpSp>
          <p:nvGrpSpPr>
            <p:cNvPr id="10" name="Gruppieren 9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9" name="Gruppieren 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5" name="Gruppieren 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19" name="Rechteck 7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0" name="Rechteck 7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" name="Ellipse 7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" name="Ellipse 7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" name="Ellipse 7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" name="Ellipse 7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" name="Ellipse 7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" name="Ellipse 7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" name="Ellipse 7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" name="Ellipse 7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" name="Rechteck 7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" name="Rechteck 7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" name="Rechteck 7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" name="Rechteck 7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Rechteck 7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Rechteck 7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Rechteck 7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" name="Textfeld 7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16" name="Textfeld 715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45" name="Rechteck 744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7" name="Rechteck 746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48" name="Rechteck 747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1" name="Rechteck 750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52" name="Rechteck 751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514" name="Gruppieren 51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15" name="Gruppieren 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17" name="Gruppieren 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19" name="Rechteck 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Ellipse 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Ellipse 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3" name="Textfeld 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4" name="Textfeld 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37" name="Textfeld 5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38" name="Rechteck 5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Rechteck 5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0" name="Rechteck 5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18" name="Textfeld 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516" name="Textfeld 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547" name="Gruppieren 546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548" name="Gruppieren 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0" name="Gruppieren 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2" name="Rechteck 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3" name="Rechteck 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" name="Ellipse 7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" name="Textfeld 7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6" name="Textfeld 7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53" name="Ellipse 7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6" name="Textfeld 7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Ellipse 7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0" name="Textfeld 7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1" name="Ellipse 7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Textfeld 7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Rechteck 7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" name="Rechteck 7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0" name="Rechteck 7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Rechteck 7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Rechteck 7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1" name="Textfeld 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49" name="Textfeld 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3" name="Gruppieren 782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784" name="Gruppieren 7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6" name="Gruppieren 7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" name="Rechteck 7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" name="Ellipse 7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9" name="Ellipse 7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Ellipse 8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Ellipse 8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6" name="Rechteck 8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7" name="Rechteck 8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8" name="Rechteck 8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9" name="Rechteck 8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0" name="Rechteck 8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Rechteck 8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Rechteck 8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7" name="Textfeld 7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" name="Textfeld 7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" name="Gruppieren 844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46" name="Gruppieren 84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48" name="Gruppieren 8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0" name="Rechteck 8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" name="Rechteck 8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64" name="Ellipse 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Textfeld 8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" name="Textfeld 84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47" name="Textfeld 8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76" name="Gruppieren 875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81" name="Rechteck 8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0" name="Textfeld 8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555" name="Rechteck 554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4" name="Gruppieren 313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315" name="Gruppieren 314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317" name="Gruppieren 316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319" name="Rechteck 318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" name="Rechteck 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" name="Ellipse 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" name="Ellipse 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3" name="Textfeld 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4" name="Textfeld 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" name="Ellipse 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" name="Ellipse 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" name="Textfeld 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" name="Textfeld 327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9" name="Ellipse 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" name="Ellipse 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" name="Textfeld 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" name="Textfeld 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" name="Ellipse 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" name="Ellipse 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" name="Textfeld 3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6" name="Textfeld 335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37" name="Rechteck 3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" name="Rechteck 3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" name="Rechteck 3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" name="Rechteck 3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" name="Rechteck 3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" name="Rechteck 3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" name="Rechteck 3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" name="Rechteck 3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" name="Textfeld 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6" name="Textfeld 315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49" name="Textfeld 248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251" name="Gruppieren 250"/>
          <p:cNvGrpSpPr/>
          <p:nvPr/>
        </p:nvGrpSpPr>
        <p:grpSpPr>
          <a:xfrm>
            <a:off x="2622733" y="3317438"/>
            <a:ext cx="1426015" cy="1498824"/>
            <a:chOff x="2761121" y="3144844"/>
            <a:chExt cx="1426015" cy="1498824"/>
          </a:xfrm>
        </p:grpSpPr>
        <p:grpSp>
          <p:nvGrpSpPr>
            <p:cNvPr id="252" name="Gruppieren 251"/>
            <p:cNvGrpSpPr/>
            <p:nvPr/>
          </p:nvGrpSpPr>
          <p:grpSpPr>
            <a:xfrm>
              <a:off x="2761121" y="3144844"/>
              <a:ext cx="1426015" cy="1498824"/>
              <a:chOff x="3319714" y="3262152"/>
              <a:chExt cx="1426015" cy="1498824"/>
            </a:xfrm>
          </p:grpSpPr>
          <p:grpSp>
            <p:nvGrpSpPr>
              <p:cNvPr id="254" name="Gruppieren 253"/>
              <p:cNvGrpSpPr/>
              <p:nvPr/>
            </p:nvGrpSpPr>
            <p:grpSpPr>
              <a:xfrm>
                <a:off x="3647587" y="3304523"/>
                <a:ext cx="762393" cy="246221"/>
                <a:chOff x="3200748" y="3328591"/>
                <a:chExt cx="762393" cy="246221"/>
              </a:xfrm>
            </p:grpSpPr>
            <p:sp>
              <p:nvSpPr>
                <p:cNvPr id="269" name="Textfeld 268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free</a:t>
                  </a:r>
                  <a:endParaRPr lang="de-DE" sz="10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Ellipse 269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5" name="Gruppieren 254"/>
              <p:cNvGrpSpPr/>
              <p:nvPr/>
            </p:nvGrpSpPr>
            <p:grpSpPr>
              <a:xfrm>
                <a:off x="3654387" y="3527647"/>
                <a:ext cx="762393" cy="246221"/>
                <a:chOff x="3200748" y="3328591"/>
                <a:chExt cx="762393" cy="246221"/>
              </a:xfrm>
            </p:grpSpPr>
            <p:sp>
              <p:nvSpPr>
                <p:cNvPr id="267" name="Textfeld 266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IN</a:t>
                  </a:r>
                </a:p>
              </p:txBody>
            </p:sp>
            <p:sp>
              <p:nvSpPr>
                <p:cNvPr id="268" name="Ellipse 267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6" name="Gruppieren 255"/>
              <p:cNvGrpSpPr/>
              <p:nvPr/>
            </p:nvGrpSpPr>
            <p:grpSpPr>
              <a:xfrm>
                <a:off x="3654387" y="3728094"/>
                <a:ext cx="762393" cy="246221"/>
                <a:chOff x="3200748" y="3328591"/>
                <a:chExt cx="762393" cy="246221"/>
              </a:xfrm>
            </p:grpSpPr>
            <p:sp>
              <p:nvSpPr>
                <p:cNvPr id="265" name="Textfeld 264"/>
                <p:cNvSpPr txBox="1"/>
                <p:nvPr/>
              </p:nvSpPr>
              <p:spPr>
                <a:xfrm>
                  <a:off x="3258308" y="3328591"/>
                  <a:ext cx="704833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BIT OUT</a:t>
                  </a:r>
                </a:p>
              </p:txBody>
            </p:sp>
            <p:sp>
              <p:nvSpPr>
                <p:cNvPr id="266" name="Ellipse 265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7" name="Gruppieren 256"/>
              <p:cNvGrpSpPr/>
              <p:nvPr/>
            </p:nvGrpSpPr>
            <p:grpSpPr>
              <a:xfrm>
                <a:off x="3654387" y="3956850"/>
                <a:ext cx="832344" cy="246221"/>
                <a:chOff x="3200748" y="3328591"/>
                <a:chExt cx="832344" cy="246221"/>
              </a:xfrm>
            </p:grpSpPr>
            <p:sp>
              <p:nvSpPr>
                <p:cNvPr id="263" name="Textfeld 262"/>
                <p:cNvSpPr txBox="1"/>
                <p:nvPr/>
              </p:nvSpPr>
              <p:spPr>
                <a:xfrm>
                  <a:off x="3258308" y="3328591"/>
                  <a:ext cx="77478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IN</a:t>
                  </a:r>
                </a:p>
              </p:txBody>
            </p:sp>
            <p:sp>
              <p:nvSpPr>
                <p:cNvPr id="264" name="Ellipse 263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  <p:grpSp>
            <p:nvGrpSpPr>
              <p:cNvPr id="258" name="Gruppieren 257"/>
              <p:cNvGrpSpPr/>
              <p:nvPr/>
            </p:nvGrpSpPr>
            <p:grpSpPr>
              <a:xfrm>
                <a:off x="3659895" y="4174762"/>
                <a:ext cx="1031120" cy="246221"/>
                <a:chOff x="3200748" y="3328591"/>
                <a:chExt cx="1031120" cy="246221"/>
              </a:xfrm>
            </p:grpSpPr>
            <p:sp>
              <p:nvSpPr>
                <p:cNvPr id="261" name="Textfeld 260"/>
                <p:cNvSpPr txBox="1"/>
                <p:nvPr/>
              </p:nvSpPr>
              <p:spPr>
                <a:xfrm>
                  <a:off x="3258308" y="3328591"/>
                  <a:ext cx="973560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Analog OUT</a:t>
                  </a:r>
                </a:p>
              </p:txBody>
            </p:sp>
            <p:sp>
              <p:nvSpPr>
                <p:cNvPr id="262" name="Ellipse 261"/>
                <p:cNvSpPr/>
                <p:nvPr/>
              </p:nvSpPr>
              <p:spPr>
                <a:xfrm>
                  <a:off x="3200748" y="3417027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259" name="Textfeld 258"/>
              <p:cNvSpPr txBox="1"/>
              <p:nvPr/>
            </p:nvSpPr>
            <p:spPr>
              <a:xfrm>
                <a:off x="3719000" y="4401360"/>
                <a:ext cx="704833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Power</a:t>
                </a:r>
              </a:p>
            </p:txBody>
          </p:sp>
          <p:sp>
            <p:nvSpPr>
              <p:cNvPr id="260" name="Rechteck 259"/>
              <p:cNvSpPr/>
              <p:nvPr/>
            </p:nvSpPr>
            <p:spPr>
              <a:xfrm>
                <a:off x="3319714" y="3262152"/>
                <a:ext cx="1426015" cy="1498824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Ellipse 252"/>
            <p:cNvSpPr/>
            <p:nvPr/>
          </p:nvSpPr>
          <p:spPr>
            <a:xfrm>
              <a:off x="3106344" y="4377229"/>
              <a:ext cx="80420" cy="7977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1293606"/>
              </p:ext>
            </p:extLst>
          </p:nvPr>
        </p:nvGraphicFramePr>
        <p:xfrm>
          <a:off x="6269388" y="1329708"/>
          <a:ext cx="4662737" cy="25700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0106">
                  <a:extLst>
                    <a:ext uri="{9D8B030D-6E8A-4147-A177-3AD203B41FA5}">
                      <a16:colId xmlns:a16="http://schemas.microsoft.com/office/drawing/2014/main" val="1453262695"/>
                    </a:ext>
                  </a:extLst>
                </a:gridCol>
                <a:gridCol w="4032631">
                  <a:extLst>
                    <a:ext uri="{9D8B030D-6E8A-4147-A177-3AD203B41FA5}">
                      <a16:colId xmlns:a16="http://schemas.microsoft.com/office/drawing/2014/main" val="3521138739"/>
                    </a:ext>
                  </a:extLst>
                </a:gridCol>
              </a:tblGrid>
              <a:tr h="155349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59053021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Input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333770097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EngergyMonitoringHardware.GearPoint_80l_min.DI_ReachedGearPoint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87064532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EngergyMonitoringHardware.GearPoint_120l_min.DI_ReachedGearPoint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50432156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EngergyMonitoringHardware.PressureSensor_4bar.DI_PressureReached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9211979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EngergyMonitoringHardware.Flow_2to200l_min.AI_Flow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4370921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EngergyMonitoringHardware.Transducer_0to10AC_0to10V.AI_AmperToVolt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281779981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EngergyMonitoringHardware.ExtSensor_0to10V.AI_Voltage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231230308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11.3.4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PressurSensor</a:t>
                      </a:r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893274796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11.3.G(8)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55794453"/>
                  </a:ext>
                </a:extLst>
              </a:tr>
              <a:tr h="163117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GND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771922544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11.5.7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24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2325080839"/>
                  </a:ext>
                </a:extLst>
              </a:tr>
              <a:tr h="164604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11.6.1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0 Volt Output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973173445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11.6.2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EngergyMonitoringHardware.SmallContacter_left.DO_Plug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1144525273"/>
                  </a:ext>
                </a:extLst>
              </a:tr>
              <a:tr h="15534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11.6.3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EngergyMonitoringHardware.SmallContacter_right.DO_Plug</a:t>
                      </a:r>
                      <a:endParaRPr lang="de-DE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135365408"/>
                  </a:ext>
                </a:extLst>
              </a:tr>
              <a:tr h="147582">
                <a:tc>
                  <a:txBody>
                    <a:bodyPr/>
                    <a:lstStyle/>
                    <a:p>
                      <a:pPr algn="ctr" fontAlgn="b"/>
                      <a:r>
                        <a:rPr lang="de-DE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11.1.6</a:t>
                      </a:r>
                    </a:p>
                  </a:txBody>
                  <a:tcPr marL="6350" marR="6350" marT="6350" marB="0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EngergyMonitoringHardware.ChangeoverMagnetVaveRelay.DO_Changeover</a:t>
                      </a:r>
                    </a:p>
                  </a:txBody>
                  <a:tcPr marL="7767" marR="7767" marT="7767" marB="0" anchor="b"/>
                </a:tc>
                <a:extLst>
                  <a:ext uri="{0D108BD9-81ED-4DB2-BD59-A6C34878D82A}">
                    <a16:rowId xmlns:a16="http://schemas.microsoft.com/office/drawing/2014/main" val="39318076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0361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0-1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65" name="Gruppieren 66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67" name="Gruppieren 66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69" name="Rechteck 6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0" name="Rechteck 6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1" name="Ellipse 6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Ellipse 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5" name="Ellipse 6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Ellipse 6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9" name="Rechteck 6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0" name="Rechteck 6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Rechteck 6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Rechteck 6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3" name="Rechteck 6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8" name="Textfeld 6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66" name="Textfeld 6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35" name="Gruppieren 6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37" name="Gruppieren 6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39" name="Rechteck 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0" name="Rechteck 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1" name="Ellipse 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2" name="Ellipse 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3" name="Textfeld 6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44" name="Textfeld 6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Textfeld 6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8" name="Textfeld 6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Textfeld 6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2" name="Textfeld 6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53" name="Ellipse 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54" name="Ellipse 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Textfeld 6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56" name="Textfeld 6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1" name="Rechteck 6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2" name="Rechteck 6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3" name="Rechteck 6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4" name="Rechteck 6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38" name="Textfeld 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36" name="Textfeld 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5" name="Gruppieren 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07" name="Gruppieren 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09" name="Rechteck 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0" name="Rechteck 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1" name="Ellipse 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2" name="Ellipse 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3" name="Textfeld 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4" name="Textfeld 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27" name="Rechteck 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8" name="Rechteck 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Rechteck 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0" name="Rechteck 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08" name="Textfeld 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606" name="Textfeld 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5" name="Gruppieren 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77" name="Gruppieren 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79" name="Rechteck 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0" name="Rechteck 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1" name="Ellipse 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2" name="Ellipse 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3" name="Textfeld 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4" name="Textfeld 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97" name="Rechteck 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Rechteck 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Rechteck 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0" name="Rechteck 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78" name="Textfeld 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76" name="Textfeld 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23" name="Gruppieren 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5" name="Gruppieren 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7" name="Rechteck 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8" name="Rechteck 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41" name="Ellipse 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42" name="Ellipse 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Textfeld 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4" name="Textfeld 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9" name="Rechteck 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0" name="Rechteck 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1" name="Rechteck 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2" name="Rechteck 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6" name="Textfeld 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4" name="Textfeld 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93" name="Gruppieren 49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5" name="Gruppieren 4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7" name="Rechteck 4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8" name="Rechteck 4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11" name="Ellipse 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Ellipse 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Textfeld 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4" name="Textfeld 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9" name="Rechteck 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0" name="Rechteck 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1" name="Rechteck 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2" name="Rechteck 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6" name="Textfeld 49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4" name="Textfeld 4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63" name="Gruppieren 46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5" name="Gruppieren 4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7" name="Rechteck 4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8" name="Rechteck 4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81" name="Ellipse 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Ellipse 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Textfeld 4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4" name="Textfeld 4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9" name="Rechteck 4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0" name="Rechteck 4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1" name="Rechteck 4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2" name="Rechteck 4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6" name="Textfeld 46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4" name="Textfeld 4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33" name="Gruppieren 4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5" name="Gruppieren 4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7" name="Rechteck 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8" name="Rechteck 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1" name="Ellipse 4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Ellipse 4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Textfeld 4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4" name="Textfeld 4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" name="Rechteck 4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" name="Rechteck 4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" name="Rechteck 4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" name="Rechteck 4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6" name="Textfeld 4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4" name="Textfeld 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6" name="Gruppieren 32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03" name="Gruppieren 4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" name="Gruppieren 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7" name="Rechteck 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" name="Rechteck 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21" name="Ellipse 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Ellipse 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Textfeld 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4" name="Textfeld 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" name="Rechteck 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" name="Rechteck 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" name="Rechteck 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" name="Rechteck 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6" name="Textfeld 4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4" name="Textfeld 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7" name="Gruppieren 32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401" name="Rechteck 40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02" name="Textfeld 40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8" name="Textfeld 32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9" name="Gruppieren 32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8" name="Gruppieren 3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70" name="Gruppieren 3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72" name="Gruppieren 3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4" name="Rechteck 3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5" name="Rechteck 3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7" name="Ellipse 3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7" name="Ellipse 3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Ellipse 3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Textfeld 3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90" name="Textfeld 3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5" name="Rechteck 3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6" name="Rechteck 3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7" name="Rechteck 3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8" name="Rechteck 3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73" name="Textfeld 3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71" name="Textfeld 3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9" name="Textfeld 3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37" name="Gruppieren 103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38" name="Gruppieren 10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40" name="Gruppieren 10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Ellipse 10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Ellipse 10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Textfeld 10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47" name="Textfeld 10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Ellipse 10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1" name="Textfeld 10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Textfeld 10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56" name="Ellipse 10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Textfeld 10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60" name="Rechteck 10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1" name="Textfeld 104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39" name="Textfeld 10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42464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309" name="Gruppieren 308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639" name="Gruppieren 63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641" name="Gruppieren 64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643" name="Rechteck 6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4" name="Rechteck 6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5" name="Ellipse 6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46" name="Ellipse 6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7" name="Ellipse 64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8" name="Ellipse 64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49" name="Ellipse 6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0" name="Ellipse 6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1" name="Ellipse 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2" name="Ellipse 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3" name="Rechteck 6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4" name="Rechteck 6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5" name="Rechteck 6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6" name="Rechteck 6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7" name="Rechteck 6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8" name="Rechteck 6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59" name="Rechteck 6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0" name="Rechteck 6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42" name="Textfeld 6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640" name="Textfeld 6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10" name="Rechteck 309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" name="Rechteck 310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2" name="Rechteck 311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3" name="Rechteck 312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4" name="Rechteck 313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5" name="Gruppieren 314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609" name="Gruppieren 6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11" name="Gruppieren 6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13" name="Rechteck 6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14" name="Rechteck 6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5" name="Ellipse 6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6" name="Ellipse 6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17" name="Textfeld 6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18" name="Textfeld 6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19" name="Ellipse 6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0" name="Ellipse 6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1" name="Textfeld 6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2" name="Textfeld 6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3" name="Ellipse 6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4" name="Ellipse 6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5" name="Textfeld 6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6" name="Textfeld 6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627" name="Ellipse 6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28" name="Ellipse 6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29" name="Textfeld 6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30" name="Textfeld 6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31" name="Rechteck 6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2" name="Rechteck 6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3" name="Rechteck 6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4" name="Rechteck 6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5" name="Rechteck 6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6" name="Rechteck 6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7" name="Rechteck 6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38" name="Rechteck 6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12" name="Textfeld 6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610" name="Textfeld 6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6" name="Gruppieren 315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79" name="Gruppieren 5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81" name="Gruppieren 5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83" name="Rechteck 5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84" name="Rechteck 5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5" name="Ellipse 5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6" name="Ellipse 5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87" name="Textfeld 5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88" name="Textfeld 5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89" name="Ellipse 5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0" name="Ellipse 5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1" name="Textfeld 5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2" name="Textfeld 5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3" name="Ellipse 5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4" name="Ellipse 5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5" name="Textfeld 5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6" name="Textfeld 5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97" name="Ellipse 5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8" name="Ellipse 5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99" name="Textfeld 5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00" name="Textfeld 5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01" name="Rechteck 6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2" name="Rechteck 6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3" name="Rechteck 6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4" name="Rechteck 6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5" name="Rechteck 6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6" name="Rechteck 6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7" name="Rechteck 6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08" name="Rechteck 6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82" name="Textfeld 5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580" name="Textfeld 5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7" name="Gruppieren 316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49" name="Gruppieren 5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51" name="Gruppieren 5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53" name="Rechteck 5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54" name="Rechteck 5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5" name="Ellipse 5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6" name="Ellipse 5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57" name="Textfeld 5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58" name="Textfeld 5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59" name="Ellipse 5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0" name="Ellipse 5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1" name="Textfeld 5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2" name="Textfeld 5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3" name="Ellipse 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4" name="Ellipse 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5" name="Textfeld 5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6" name="Textfeld 5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567" name="Ellipse 5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8" name="Ellipse 5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69" name="Textfeld 5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70" name="Textfeld 5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71" name="Rechteck 5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2" name="Rechteck 5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3" name="Rechteck 5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4" name="Rechteck 5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5" name="Rechteck 5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6" name="Rechteck 5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7" name="Rechteck 5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78" name="Rechteck 5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52" name="Textfeld 5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550" name="Textfeld 5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18" name="Gruppieren 317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519" name="Gruppieren 5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521" name="Gruppieren 5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523" name="Rechteck 5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24" name="Rechteck 5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5" name="Ellipse 5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6" name="Ellipse 5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27" name="Textfeld 5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528" name="Textfeld 5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529" name="Ellipse 5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0" name="Ellipse 5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1" name="Textfeld 5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2" name="Textfeld 5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3" name="Ellipse 5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4" name="Ellipse 5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5" name="Textfeld 5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6" name="Textfeld 5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37" name="Ellipse 5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538" name="Ellipse 5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39" name="Textfeld 5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40" name="Textfeld 5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41" name="Rechteck 5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2" name="Rechteck 5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3" name="Rechteck 5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4" name="Rechteck 5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5" name="Rechteck 5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6" name="Rechteck 5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7" name="Rechteck 5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48" name="Rechteck 5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522" name="Textfeld 5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520" name="Textfeld 5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19" name="Gruppieren 318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489" name="Gruppieren 48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491" name="Gruppieren 4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93" name="Rechteck 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94" name="Rechteck 4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5" name="Ellipse 4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6" name="Ellipse 4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97" name="Textfeld 4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98" name="Textfeld 4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99" name="Ellipse 4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0" name="Ellipse 4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1" name="Textfeld 5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2" name="Textfeld 5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3" name="Ellipse 5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4" name="Ellipse 5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5" name="Textfeld 5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6" name="Textfeld 5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507" name="Ellipse 5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8" name="Ellipse 5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09" name="Textfeld 5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510" name="Textfeld 5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511" name="Rechteck 5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2" name="Rechteck 5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3" name="Rechteck 5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4" name="Rechteck 5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5" name="Rechteck 5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6" name="Rechteck 5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7" name="Rechteck 5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518" name="Rechteck 5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92" name="Textfeld 49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90" name="Textfeld 4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0" name="Gruppieren 319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459" name="Gruppieren 45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461" name="Gruppieren 4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63" name="Rechteck 4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4" name="Rechteck 4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5" name="Ellipse 4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6" name="Ellipse 4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7" name="Textfeld 4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68" name="Textfeld 4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69" name="Ellipse 4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0" name="Ellipse 4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1" name="Textfeld 4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2" name="Textfeld 4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3" name="Ellipse 4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4" name="Ellipse 4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5" name="Textfeld 4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6" name="Textfeld 4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77" name="Ellipse 4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8" name="Ellipse 4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79" name="Textfeld 4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80" name="Textfeld 4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81" name="Rechteck 4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2" name="Rechteck 4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3" name="Rechteck 4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4" name="Rechteck 4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5" name="Rechteck 4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6" name="Rechteck 4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7" name="Rechteck 4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88" name="Rechteck 4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2" name="Textfeld 46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60" name="Textfeld 4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21" name="Gruppieren 320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429" name="Gruppieren 4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31" name="Gruppieren 4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33" name="Rechteck 4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4" name="Rechteck 4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5" name="Ellipse 4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6" name="Ellipse 4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7" name="Textfeld 4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8" name="Textfeld 4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9" name="Ellipse 4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" name="Ellipse 4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" name="Textfeld 4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2" name="Textfeld 4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3" name="Ellipse 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" name="Ellipse 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" name="Textfeld 4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6" name="Textfeld 4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47" name="Ellipse 4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" name="Ellipse 4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" name="Textfeld 4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0" name="Textfeld 4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1" name="Rechteck 4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" name="Rechteck 4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" name="Rechteck 4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" name="Rechteck 4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" name="Rechteck 4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" name="Rechteck 4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" name="Rechteck 4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" name="Rechteck 4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" name="Textfeld 4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30" name="Textfeld 4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22" name="Gruppieren 321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399" name="Gruppieren 3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1" name="Gruppieren 4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3" name="Rechteck 4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4" name="Rechteck 4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" name="Ellipse 4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" name="Ellipse 4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" name="Textfeld 4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8" name="Textfeld 4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" name="Ellipse 4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" name="Ellipse 4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" name="Textfeld 4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2" name="Textfeld 4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3" name="Ellipse 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" name="Ellipse 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" name="Textfeld 4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6" name="Textfeld 4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7" name="Ellipse 4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" name="Ellipse 4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" name="Textfeld 4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0" name="Textfeld 4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21" name="Rechteck 4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" name="Rechteck 4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" name="Rechteck 4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" name="Rechteck 4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" name="Rechteck 4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" name="Rechteck 4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" name="Rechteck 4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" name="Rechteck 4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" name="Textfeld 4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0" name="Textfeld 3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23" name="Gruppieren 322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395" name="Gruppieren 39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97" name="Rechteck 39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8" name="Textfeld 39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6" name="Textfeld 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24" name="Textfeld 323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25" name="Gruppieren 324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364" name="Gruppieren 36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6" name="Gruppieren 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68" name="Gruppieren 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70" name="Rechteck 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1" name="Rechteck 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2" name="Ellipse 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73" name="Ellipse 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4" name="Textfeld 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75" name="Ellipse 37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6" name="Ellipse 37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77" name="Textfeld 37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8" name="Textfeld 37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79" name="Ellipse 37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0" name="Ellipse 37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1" name="Textfeld 38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2" name="Textfeld 38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83" name="Ellipse 38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4" name="Ellipse 38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5" name="Textfeld 38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86" name="Textfeld 38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87" name="Rechteck 38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8" name="Rechteck 38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89" name="Rechteck 38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0" name="Rechteck 38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1" name="Rechteck 39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2" name="Rechteck 39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3" name="Rechteck 39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94" name="Rechteck 39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9" name="Textfeld 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67" name="Textfeld 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65" name="Textfeld 36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661" name="Gruppieren 660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662" name="Gruppieren 6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664" name="Gruppieren 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666" name="Rechteck 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667" name="Rechteck 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8" name="Ellipse 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69" name="Ellipse 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0" name="Textfeld 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671" name="Textfeld 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672" name="Ellipse 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3" name="Ellipse 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4" name="Textfeld 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5" name="Textfeld 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6" name="Ellipse 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7" name="Ellipse 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78" name="Textfeld 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79" name="Textfeld 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680" name="Ellipse 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1" name="Ellipse 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2" name="Textfeld 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683" name="Textfeld 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684" name="Rechteck 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5" name="Rechteck 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6" name="Rechteck 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7" name="Rechteck 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8" name="Rechteck 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89" name="Rechteck 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0" name="Rechteck 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691" name="Rechteck 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665" name="Textfeld 664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663" name="Textfeld 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387524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3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" name="Gruppieren 1"/>
          <p:cNvGrpSpPr/>
          <p:nvPr/>
        </p:nvGrpSpPr>
        <p:grpSpPr>
          <a:xfrm>
            <a:off x="5396147" y="917816"/>
            <a:ext cx="4172409" cy="1654781"/>
            <a:chOff x="5190114" y="934009"/>
            <a:chExt cx="4172409" cy="1654781"/>
          </a:xfrm>
        </p:grpSpPr>
        <p:grpSp>
          <p:nvGrpSpPr>
            <p:cNvPr id="793" name="Gruppieren 792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258" name="Gruppieren 12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260" name="Gruppieren 12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65" name="Ellipse 12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Ellipse 12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Ellipse 12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Ellipse 12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Ellipse 12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Ellipse 12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Rechteck 12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1" name="Textfeld 12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9" name="Textfeld 12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94" name="Rechteck 793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5" name="Rechteck 794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6" name="Rechteck 795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7" name="Rechteck 796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98" name="Rechteck 797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99" name="Gruppieren 798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228" name="Gruppieren 12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30" name="Gruppieren 12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35" name="Ellipse 12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37" name="Textfeld 12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38" name="Ellipse 12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Ellipse 12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Textfeld 12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1" name="Textfeld 12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Ellipse 12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5" name="Textfeld 12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Rechteck 12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Rechteck 12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Rechteck 12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Rechteck 12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Rechteck 12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Rechteck 12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1" name="Textfeld 12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229" name="Textfeld 12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0" name="Gruppieren 799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98" name="Gruppieren 11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00" name="Gruppieren 11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9" name="Ellipse 12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0" name="Textfeld 12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2" name="Ellipse 12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3" name="Ellipse 12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4" name="Textfeld 12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5" name="Textfeld 12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Textfeld 12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Rechteck 12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Rechteck 12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Rechteck 12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4" name="Rechteck 12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5" name="Rechteck 12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Rechteck 12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01" name="Textfeld 12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99" name="Textfeld 11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4" name="Gruppieren 80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078" name="Gruppieren 10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80" name="Gruppieren 10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82" name="Rechteck 10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3" name="Rechteck 10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4" name="Ellipse 10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Textfeld 10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8" name="Ellipse 1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Textfeld 1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2" name="Ellipse 1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Textfeld 10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96" name="Ellipse 1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97" name="Ellipse 1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Textfeld 10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9" name="Textfeld 10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Rechteck 11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6" name="Rechteck 11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81" name="Textfeld 10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79" name="Textfeld 10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05" name="Gruppieren 80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048" name="Gruppieren 1047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050" name="Gruppieren 10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52" name="Rechteck 10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3" name="Rechteck 10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Ellipse 10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7" name="Textfeld 10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1" name="Textfeld 10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Textfeld 10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5" name="Textfeld 10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66" name="Ellipse 10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Ellipse 10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Textfeld 10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69" name="Textfeld 10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Rechteck 10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Rechteck 10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Rechteck 10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1" name="Textfeld 1050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049" name="Textfeld 10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07" name="Gruppieren 806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996" name="Gruppieren 99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98" name="Gruppieren 9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Ellipse 10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7" name="Textfeld 10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Rechteck 10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Rechteck 10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Rechteck 10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Rechteck 10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9" name="Textfeld 99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97" name="Textfeld 9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0" name="Gruppieren 809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2" name="Rechteck 9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11" name="Gruppieren 810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903" name="Gruppieren 90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5" name="Gruppieren 9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" name="Rechteck 9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8" name="Rechteck 9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Ellipse 9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" name="Textfeld 9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Ellipse 9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0" name="Textfeld 9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Ellipse 9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4" name="Textfeld 9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" name="Rechteck 9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6" name="Textfeld 90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04" name="Textfeld 9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12" name="Gruppieren 811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877" name="Gruppieren 876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79" name="Gruppieren 878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81" name="Rechteck 8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" name="Rechteck 8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Ellipse 8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Ellipse 8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Textfeld 8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9" name="Ellipse 8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Textfeld 890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3" name="Ellipse 8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" name="Ellipse 8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" name="Rechteck 9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0" name="Textfeld 87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78" name="Textfeld 8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13" name="Gruppieren 812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49" name="Gruppieren 84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51" name="Gruppieren 85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53" name="Rechteck 8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Ellipse 8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Textfeld 8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9" name="Ellipse 8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Ellipse 8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4" name="Textfeld 8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5" name="Ellipse 8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Ellipse 8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Textfeld 8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8" name="Textfeld 8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" name="Rechteck 8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Rechteck 8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Rechteck 8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" name="Rechteck 8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" name="Rechteck 8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" name="Textfeld 85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50" name="Textfeld 8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4" name="Gruppieren 813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821" name="Gruppieren 82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23" name="Gruppieren 82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5" name="Rechteck 8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Ellipse 8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0" name="Textfeld 8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Ellipse 8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" name="Ellipse 8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" name="Ellipse 8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Textfeld 8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6" name="Textfeld 8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37" name="Ellipse 8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Textfeld 8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" name="Rechteck 8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Rechteck 8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Rechteck 8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5" name="Rechteck 8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6" name="Rechteck 8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Rechteck 8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4" name="Textfeld 8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22" name="Textfeld 8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15" name="Gruppieren 814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817" name="Gruppieren 81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19" name="Rechteck 81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0" name="Textfeld 81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18" name="Textfeld 8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16" name="Textfeld 815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646" name="Gruppieren 645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312" name="Gruppieren 13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314" name="Gruppieren 13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316" name="Rechteck 13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Ellipse 13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15" name="Textfeld 13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3" name="Textfeld 13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647" name="Rechteck 646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1" name="Rechteck 650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52" name="Gruppieren 651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282" name="Gruppieren 12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284" name="Gruppieren 12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86" name="Rechteck 12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6" name="Ellipse 12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Ellipse 12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Textfeld 12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99" name="Textfeld 12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00" name="Ellipse 12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Textfeld 13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Rechteck 13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Rechteck 13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85" name="Textfeld 12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283" name="Textfeld 12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3" name="Gruppieren 652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70" name="Gruppieren 11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72" name="Gruppieren 11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74" name="Rechteck 11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5" name="Rechteck 11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Ellipse 11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7" name="Textfeld 11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8" name="Ellipse 11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Ellipse 11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Textfeld 11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91" name="Textfeld 11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Rechteck 11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Rechteck 11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Rechteck 12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73" name="Textfeld 11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71" name="Textfeld 11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4" name="Gruppieren 653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40" name="Gruppieren 11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42" name="Gruppieren 11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44" name="Rechteck 11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5" name="Rechteck 11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Ellipse 11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7" name="Textfeld 11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58" name="Ellipse 11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Ellipse 11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Textfeld 11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61" name="Textfeld 11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Rechteck 11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6" name="Rechteck 11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43" name="Textfeld 11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41" name="Textfeld 11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5" name="Gruppieren 654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10" name="Gruppieren 11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12" name="Gruppieren 11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14" name="Rechteck 11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5" name="Rechteck 11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Ellipse 11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7" name="Textfeld 11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8" name="Ellipse 11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29" name="Ellipse 11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Textfeld 11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31" name="Textfeld 11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Rechteck 11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6" name="Rechteck 11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13" name="Textfeld 11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11" name="Textfeld 1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6" name="Gruppieren 655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90" name="Gruppieren 9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92" name="Gruppieren 9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4" name="Rechteck 9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5" name="Rechteck 9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Ellipse 10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7" name="Textfeld 10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8" name="Ellipse 10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9" name="Ellipse 10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0" name="Textfeld 10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1" name="Textfeld 10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2" name="Rechteck 10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3" name="Rechteck 10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3" name="Textfeld 9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91" name="Textfeld 9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7" name="Gruppieren 656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09" name="Gruppieren 8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4" name="Rechteck 9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5" name="Rechteck 9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Ellipse 9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7" name="Ellipse 9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69" name="Textfeld 9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0" name="Ellipse 9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1" name="Ellipse 9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2" name="Textfeld 9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3" name="Textfeld 9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4" name="Ellipse 9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5" name="Ellipse 9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6" name="Textfeld 9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7" name="Textfeld 9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78" name="Ellipse 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Ellipse 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Textfeld 9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1" name="Textfeld 9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3" name="Textfeld 9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08" name="Textfeld 8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658" name="Gruppieren 657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66" name="Gruppieren 76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68" name="Gruppieren 7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0" name="Rechteck 7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Ellipse 7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Ellipse 7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Textfeld 7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5" name="Textfeld 7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6" name="Ellipse 7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Ellipse 7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" name="Textfeld 7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9" name="Textfeld 7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0" name="Ellipse 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1" name="Ellipse 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3" name="Textfeld 7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8" name="Rechteck 7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Rechteck 7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Rechteck 7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Rechteck 7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Rechteck 7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69" name="Textfeld 7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67" name="Textfeld 7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659" name="Gruppieren 658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736" name="Gruppieren 73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38" name="Gruppieren 7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" name="Rechteck 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1" name="Rechteck 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" name="Ellipse 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" name="Ellipse 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" name="Textfeld 7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5" name="Textfeld 7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6" name="Ellipse 7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" name="Ellipse 7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8" name="Textfeld 7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9" name="Textfeld 7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50" name="Ellipse 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1" name="Ellipse 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2" name="Textfeld 7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3" name="Textfeld 7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54" name="Ellipse 7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5" name="Ellipse 7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Textfeld 7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7" name="Textfeld 7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58" name="Rechteck 7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9" name="Rechteck 7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0" name="Rechteck 7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Rechteck 7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Rechteck 7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Rechteck 7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Rechteck 7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5" name="Rechteck 7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" name="Textfeld 73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37" name="Textfeld 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660" name="Gruppieren 659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732" name="Gruppieren 731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734" name="Rechteck 733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" name="Textfeld 734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33" name="Textfeld 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1" name="Textfeld 660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01" name="Gruppieren 700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03" name="Gruppieren 70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05" name="Gruppieren 70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7" name="Rechteck 70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8" name="Rechteck 70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" name="Ellipse 70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0" name="Ellipse 70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" name="Textfeld 71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2" name="Ellipse 71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" name="Ellipse 71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" name="Textfeld 71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5" name="Textfeld 71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6" name="Ellipse 71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" name="Ellipse 71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" name="Textfeld 71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19" name="Textfeld 71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0" name="Ellipse 71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" name="Ellipse 72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" name="Textfeld 72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" name="Textfeld 72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4" name="Rechteck 72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" name="Rechteck 72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" name="Rechteck 72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" name="Rechteck 72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" name="Rechteck 72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" name="Rechteck 72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" name="Rechteck 72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" name="Rechteck 73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6" name="Textfeld 70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04" name="Textfeld 70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02" name="Textfeld 701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34" name="Gruppieren 133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1163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936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4a-6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4517" y="919541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86911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7-8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1425" name="Gruppieren 1424"/>
          <p:cNvGrpSpPr/>
          <p:nvPr/>
        </p:nvGrpSpPr>
        <p:grpSpPr>
          <a:xfrm>
            <a:off x="5395992" y="919542"/>
            <a:ext cx="4172409" cy="1654781"/>
            <a:chOff x="5190114" y="934009"/>
            <a:chExt cx="4172409" cy="1654781"/>
          </a:xfrm>
        </p:grpSpPr>
        <p:grpSp>
          <p:nvGrpSpPr>
            <p:cNvPr id="1426" name="Gruppieren 1425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740" name="Gruppieren 17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742" name="Gruppieren 17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744" name="Rechteck 1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5" name="Rechteck 1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6" name="Ellipse 1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7" name="Ellipse 1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8" name="Ellipse 1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9" name="Ellipse 1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Rechteck 17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5" name="Rechteck 17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6" name="Rechteck 17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Rechteck 17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Rechteck 17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9" name="Rechteck 17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0" name="Rechteck 17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Rechteck 17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3" name="Textfeld 1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741" name="Textfeld 1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427" name="Rechteck 1426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8" name="Rechteck 1427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29" name="Rechteck 1428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0" name="Rechteck 1429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431" name="Rechteck 1430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432" name="Gruppieren 1431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710" name="Gruppieren 17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712" name="Gruppieren 17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6" name="Ellipse 17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17" name="Ellipse 17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8" name="Textfeld 17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19" name="Textfeld 17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0" name="Ellipse 17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1" name="Ellipse 17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Textfeld 17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3" name="Textfeld 17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4" name="Ellipse 1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5" name="Ellipse 1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6" name="Textfeld 1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7" name="Textfeld 1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32" name="Rechteck 1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Rechteck 1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Rechteck 1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5" name="Rechteck 1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3" name="Textfeld 17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1" name="Textfeld 17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3" name="Gruppieren 1432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680" name="Gruppieren 16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2" name="Gruppieren 16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4" name="Rechteck 16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5" name="Rechteck 16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Textfeld 16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01" name="Textfeld 17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3" name="Textfeld 16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681" name="Textfeld 16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4" name="Gruppieren 1433"/>
            <p:cNvGrpSpPr/>
            <p:nvPr/>
          </p:nvGrpSpPr>
          <p:grpSpPr>
            <a:xfrm>
              <a:off x="6412219" y="934270"/>
              <a:ext cx="327049" cy="1652928"/>
              <a:chOff x="1692193" y="1141150"/>
              <a:chExt cx="327049" cy="1652928"/>
            </a:xfrm>
          </p:grpSpPr>
          <p:grpSp>
            <p:nvGrpSpPr>
              <p:cNvPr id="1650" name="Gruppieren 16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52" name="Gruppieren 16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5" name="Rechteck 16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6" name="Ellipse 16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7" name="Ellipse 16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8" name="Textfeld 16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59" name="Textfeld 16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Textfeld 16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3" name="Textfeld 16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Textfeld 16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7" name="Textfeld 16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9" name="Ellipse 16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Textfeld 16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71" name="Textfeld 16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7" name="Rechteck 16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8" name="Rechteck 16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9" name="Rechteck 16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3" name="Textfeld 16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651" name="Textfeld 16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5" name="Gruppieren 1434"/>
            <p:cNvGrpSpPr/>
            <p:nvPr/>
          </p:nvGrpSpPr>
          <p:grpSpPr>
            <a:xfrm>
              <a:off x="6734677" y="934009"/>
              <a:ext cx="420326" cy="1652928"/>
              <a:chOff x="1688847" y="1141150"/>
              <a:chExt cx="420326" cy="1652928"/>
            </a:xfrm>
          </p:grpSpPr>
          <p:grpSp>
            <p:nvGrpSpPr>
              <p:cNvPr id="1620" name="Gruppieren 161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622" name="Gruppieren 16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24" name="Rechteck 16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25" name="Rechteck 16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Ellipse 16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Ellipse 16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Textfeld 16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29" name="Textfeld 16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0" name="Ellipse 16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Ellipse 16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Textfeld 16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3" name="Textfeld 16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2" name="Rechteck 16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Rechteck 16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4" name="Rechteck 16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23" name="Textfeld 162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621" name="Textfeld 16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6" name="Gruppieren 1435"/>
            <p:cNvGrpSpPr/>
            <p:nvPr/>
          </p:nvGrpSpPr>
          <p:grpSpPr>
            <a:xfrm>
              <a:off x="7066730" y="940683"/>
              <a:ext cx="358092" cy="1646254"/>
              <a:chOff x="1692193" y="1147824"/>
              <a:chExt cx="358092" cy="1646254"/>
            </a:xfrm>
          </p:grpSpPr>
          <p:grpSp>
            <p:nvGrpSpPr>
              <p:cNvPr id="1590" name="Gruppieren 158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92" name="Gruppieren 15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94" name="Rechteck 1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5" name="Rechteck 1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4" name="Ellipse 16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Ellipse 16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Textfeld 16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7" name="Textfeld 16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08" name="Ellipse 16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Ellipse 16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Textfeld 16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11" name="Textfeld 16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12" name="Rechteck 16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3" name="Rechteck 16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4" name="Rechteck 16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5" name="Rechteck 16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Rechteck 16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9" name="Rechteck 16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93" name="Textfeld 159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591" name="Textfeld 1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7" name="Gruppieren 1436"/>
            <p:cNvGrpSpPr/>
            <p:nvPr/>
          </p:nvGrpSpPr>
          <p:grpSpPr>
            <a:xfrm>
              <a:off x="7391116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60" name="Gruppieren 15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62" name="Gruppieren 1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4" name="Ellipse 1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Ellipse 1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Textfeld 1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7" name="Textfeld 1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78" name="Ellipse 1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Ellipse 1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Textfeld 1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81" name="Textfeld 1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82" name="Rechteck 1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3" name="Rechteck 1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4" name="Rechteck 1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5" name="Rechteck 1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Rechteck 1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9" name="Rechteck 1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63" name="Textfeld 15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561" name="Textfeld 1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438" name="Gruppieren 1437"/>
            <p:cNvGrpSpPr/>
            <p:nvPr/>
          </p:nvGrpSpPr>
          <p:grpSpPr>
            <a:xfrm>
              <a:off x="7713622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30" name="Gruppieren 15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532" name="Gruppieren 1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Ellipse 1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7" name="Textfeld 1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52" name="Rechteck 1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Rechteck 1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Rechteck 1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5" name="Rechteck 1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Rechteck 1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Rechteck 1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33" name="Textfeld 15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531" name="Textfeld 1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439" name="Gruppieren 1438"/>
            <p:cNvGrpSpPr/>
            <p:nvPr/>
          </p:nvGrpSpPr>
          <p:grpSpPr>
            <a:xfrm>
              <a:off x="8031128" y="942536"/>
              <a:ext cx="358092" cy="1646254"/>
              <a:chOff x="1692193" y="1147824"/>
              <a:chExt cx="358092" cy="1646254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Ellipse 15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Ellipse 15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4" name="Textfeld 15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5" name="Textfeld 15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6" name="Ellipse 15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Ellipse 15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Textfeld 151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9" name="Textfeld 15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440" name="Gruppieren 1439"/>
            <p:cNvGrpSpPr/>
            <p:nvPr/>
          </p:nvGrpSpPr>
          <p:grpSpPr>
            <a:xfrm>
              <a:off x="835626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76" name="Gruppieren 147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78" name="Gruppieren 147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Ellipse 14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4" name="Textfeld 14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85" name="Textfeld 14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Textfeld 14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1" name="Textfeld 14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Textfeld 14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5" name="Textfeld 14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Rechteck 15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79" name="Textfeld 147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477" name="Textfeld 14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1" name="Gruppieren 1440"/>
            <p:cNvGrpSpPr/>
            <p:nvPr/>
          </p:nvGrpSpPr>
          <p:grpSpPr>
            <a:xfrm>
              <a:off x="8680704" y="942536"/>
              <a:ext cx="357561" cy="1646254"/>
              <a:chOff x="1692724" y="1147824"/>
              <a:chExt cx="357561" cy="1646254"/>
            </a:xfrm>
          </p:grpSpPr>
          <p:grpSp>
            <p:nvGrpSpPr>
              <p:cNvPr id="1448" name="Gruppieren 144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450" name="Gruppieren 144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Ellipse 14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7" name="Textfeld 14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Ellipse 14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468" name="Rechteck 14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1" name="Textfeld 14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449" name="Textfeld 14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442" name="Gruppieren 1441"/>
            <p:cNvGrpSpPr/>
            <p:nvPr/>
          </p:nvGrpSpPr>
          <p:grpSpPr>
            <a:xfrm>
              <a:off x="9006530" y="942536"/>
              <a:ext cx="355993" cy="1646254"/>
              <a:chOff x="1694292" y="1147824"/>
              <a:chExt cx="355993" cy="1646254"/>
            </a:xfrm>
          </p:grpSpPr>
          <p:grpSp>
            <p:nvGrpSpPr>
              <p:cNvPr id="1444" name="Gruppieren 144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446" name="Rechteck 144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47" name="Textfeld 14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445" name="Textfeld 14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443" name="Textfeld 1442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052" name="Gruppieren 10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054" name="Gruppieren 10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056" name="Rechteck 1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7" name="Rechteck 1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59" name="Ellipse 1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0" name="Ellipse 10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1" name="Ellipse 10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Ellipse 10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Ellipse 10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Ellipse 10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Ellipse 10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9" name="Rechteck 10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0" name="Rechteck 10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1" name="Rechteck 10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2" name="Rechteck 10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55" name="Textfeld 10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053" name="Textfeld 1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022" name="Gruppieren 10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24" name="Gruppieren 1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26" name="Rechteck 1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7" name="Rechteck 1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6" name="Ellipse 1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7" name="Ellipse 1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8" name="Textfeld 1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39" name="Textfeld 1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40" name="Ellipse 1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1" name="Ellipse 1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2" name="Textfeld 1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43" name="Textfeld 1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44" name="Rechteck 1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Rechteck 1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Rechteck 1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Rechteck 1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0" name="Rechteck 1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1" name="Rechteck 1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25" name="Textfeld 1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023" name="Textfeld 1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92" name="Gruppieren 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94" name="Gruppieren 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96" name="Rechteck 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7" name="Rechteck 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6" name="Ellipse 1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Ellipse 1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Textfeld 1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9" name="Textfeld 1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10" name="Ellipse 1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Ellipse 1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Textfeld 1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13" name="Textfeld 1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Rechteck 1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6" name="Rechteck 1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Rechteck 1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95" name="Textfeld 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93" name="Textfeld 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62" name="Gruppieren 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64" name="Gruppieren 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66" name="Rechteck 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67" name="Rechteck 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Ellipse 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9" name="Ellipse 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0" name="Textfeld 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71" name="Textfeld 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72" name="Ellipse 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3" name="Ellipse 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4" name="Textfeld 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5" name="Textfeld 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6" name="Ellipse 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Ellipse 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Textfeld 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79" name="Textfeld 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80" name="Ellipse 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Ellipse 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Textfeld 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83" name="Textfeld 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Rechteck 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6" name="Rechteck 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7" name="Rechteck 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Rechteck 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Rechteck 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65" name="Textfeld 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63" name="Textfeld 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27" name="Gruppieren 726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932" name="Gruppieren 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4" name="Gruppieren 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6" name="Rechteck 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7" name="Rechteck 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8" name="Ellipse 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Textfeld 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5" name="Rechteck 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6" name="Rechteck 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7" name="Rechteck 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8" name="Rechteck 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9" name="Rechteck 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0" name="Rechteck 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1" name="Rechteck 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5" name="Textfeld 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33" name="Textfeld 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8" name="Gruppieren 727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902" name="Gruppieren 901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904" name="Gruppieren 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6" name="Rechteck 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" name="Rechteck 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Ellipse 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" name="Ellipse 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" name="Textfeld 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1" name="Textfeld 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" name="Ellipse 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" name="Ellipse 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" name="Textfeld 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5" name="Textfeld 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6" name="Ellipse 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Ellipse 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Textfeld 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9" name="Textfeld 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20" name="Ellipse 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Ellipse 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" name="Textfeld 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" name="Textfeld 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4" name="Rechteck 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" name="Rechteck 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" name="Rechteck 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" name="Rechteck 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" name="Rechteck 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" name="Rechteck 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Rechteck 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5" name="Textfeld 904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03" name="Textfeld 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872" name="Gruppieren 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874" name="Gruppieren 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" name="Rechteck 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7" name="Rechteck 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Ellipse 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" name="Ellipse 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" name="Textfeld 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81" name="Textfeld 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82" name="Ellipse 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" name="Ellipse 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4" name="Textfeld 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5" name="Textfeld 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6" name="Ellipse 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Ellipse 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Textfeld 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9" name="Textfeld 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0" name="Ellipse 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Ellipse 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" name="Textfeld 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3" name="Textfeld 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4" name="Rechteck 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" name="Rechteck 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" name="Rechteck 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Rechteck 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Rechteck 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Rechteck 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" name="Rechteck 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5" name="Textfeld 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873" name="Textfeld 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42" name="Gruppieren 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44" name="Gruppieren 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46" name="Rechteck 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" name="Rechteck 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Ellipse 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" name="Ellipse 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" name="Textfeld 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1" name="Textfeld 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2" name="Ellipse 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" name="Ellipse 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" name="Textfeld 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5" name="Textfeld 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6" name="Ellipse 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Ellipse 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Textfeld 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9" name="Textfeld 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0" name="Ellipse 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Ellipse 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" name="Textfeld 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3" name="Textfeld 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4" name="Rechteck 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" name="Rechteck 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6" name="Rechteck 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Rechteck 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Rechteck 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Rechteck 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" name="Rechteck 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5" name="Textfeld 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43" name="Textfeld 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731" name="Gruppieren 730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812" name="Gruppieren 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14" name="Gruppieren 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16" name="Rechteck 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7" name="Rechteck 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Textfeld 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5" name="Textfeld 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" name="Ellipse 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Ellipse 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Textfeld 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9" name="Textfeld 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0" name="Ellipse 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Ellipse 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2" name="Textfeld 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3" name="Textfeld 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4" name="Rechteck 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" name="Rechteck 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" name="Rechteck 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Rechteck 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Rechteck 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Rechteck 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" name="Rechteck 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15" name="Textfeld 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13" name="Textfeld 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808" name="Gruppieren 807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810" name="Rechteck 809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11" name="Textfeld 810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09" name="Textfeld 8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37" name="Textfeld 736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738" name="Gruppieren 737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777" name="Gruppieren 776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9" name="Gruppieren 7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1" name="Gruppieren 7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3" name="Rechteck 7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4" name="Rechteck 7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5" name="Ellipse 7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6" name="Ellipse 7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" name="Textfeld 7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8" name="Ellipse 7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" name="Ellipse 7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" name="Textfeld 7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1" name="Textfeld 7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2" name="Ellipse 7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" name="Ellipse 7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" name="Textfeld 7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" name="Textfeld 7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6" name="Ellipse 7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" name="Ellipse 7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" name="Textfeld 7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9" name="Textfeld 7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00" name="Rechteck 7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1" name="Rechteck 8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2" name="Rechteck 8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3" name="Rechteck 8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4" name="Rechteck 8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5" name="Rechteck 8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6" name="Rechteck 8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07" name="Rechteck 8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2" name="Textfeld 7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80" name="Textfeld 7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778" name="Textfeld 777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074" name="Gruppieren 107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075" name="Gruppieren 10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77" name="Gruppieren 10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79" name="Rechteck 10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80" name="Rechteck 10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89" name="Ellipse 10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Ellipse 10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Textfeld 10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2" name="Textfeld 10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93" name="Ellipse 10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Ellipse 10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Textfeld 10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96" name="Textfeld 10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8" name="Textfeld 107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076" name="Textfeld 10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30396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18955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9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5394914" y="920253"/>
            <a:ext cx="4813733" cy="1654228"/>
            <a:chOff x="5190114" y="934542"/>
            <a:chExt cx="4813733" cy="1654228"/>
          </a:xfrm>
        </p:grpSpPr>
        <p:grpSp>
          <p:nvGrpSpPr>
            <p:cNvPr id="718" name="Gruppieren 717"/>
            <p:cNvGrpSpPr/>
            <p:nvPr/>
          </p:nvGrpSpPr>
          <p:grpSpPr>
            <a:xfrm>
              <a:off x="5434747" y="935540"/>
              <a:ext cx="324950" cy="1652928"/>
              <a:chOff x="1694292" y="1141150"/>
              <a:chExt cx="324950" cy="1652928"/>
            </a:xfrm>
          </p:grpSpPr>
          <p:grpSp>
            <p:nvGrpSpPr>
              <p:cNvPr id="1187" name="Gruppieren 11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189" name="Gruppieren 11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Ellipse 11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4" name="Ellipse 11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5" name="Ellipse 11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6" name="Ellipse 11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7" name="Ellipse 1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8" name="Ellipse 1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Rechteck 1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Rechteck 1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Rechteck 1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Rechteck 1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Rechteck 1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Rechteck 1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Rechteck 1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Rechteck 1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0" name="Textfeld 11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188" name="Textfeld 11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19" name="Rechteck 718"/>
            <p:cNvSpPr/>
            <p:nvPr/>
          </p:nvSpPr>
          <p:spPr>
            <a:xfrm>
              <a:off x="5195363" y="109824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0" name="Rechteck 719"/>
            <p:cNvSpPr/>
            <p:nvPr/>
          </p:nvSpPr>
          <p:spPr>
            <a:xfrm>
              <a:off x="5272139" y="127964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1" name="Rechteck 720"/>
            <p:cNvSpPr/>
            <p:nvPr/>
          </p:nvSpPr>
          <p:spPr>
            <a:xfrm>
              <a:off x="5228665" y="132231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2" name="Rechteck 721"/>
            <p:cNvSpPr/>
            <p:nvPr/>
          </p:nvSpPr>
          <p:spPr>
            <a:xfrm>
              <a:off x="5272809" y="18881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23" name="Rechteck 722"/>
            <p:cNvSpPr/>
            <p:nvPr/>
          </p:nvSpPr>
          <p:spPr>
            <a:xfrm>
              <a:off x="5229335" y="19308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24" name="Gruppieren 723"/>
            <p:cNvGrpSpPr/>
            <p:nvPr/>
          </p:nvGrpSpPr>
          <p:grpSpPr>
            <a:xfrm>
              <a:off x="5758237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57" name="Gruppieren 11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59" name="Gruppieren 11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Ellipse 11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4" name="Ellipse 11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5" name="Textfeld 11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66" name="Textfeld 11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67" name="Ellipse 11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8" name="Ellipse 11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Textfeld 11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0" name="Textfeld 11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79" name="Rechteck 11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Rechteck 11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Rechteck 11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Rechteck 11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Rechteck 11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Rechteck 11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0" name="Textfeld 11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158" name="Textfeld 11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5" name="Gruppieren 724"/>
            <p:cNvGrpSpPr/>
            <p:nvPr/>
          </p:nvGrpSpPr>
          <p:grpSpPr>
            <a:xfrm>
              <a:off x="6085162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127" name="Gruppieren 11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29" name="Gruppieren 11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Ellipse 11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Ellipse 11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5" name="Textfeld 11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36" name="Textfeld 11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37" name="Ellipse 11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8" name="Ellipse 11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Textfeld 11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0" name="Textfeld 11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49" name="Rechteck 11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Rechteck 11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Rechteck 11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2" name="Rechteck 11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Rechteck 11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4" name="Rechteck 11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0" name="Textfeld 1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28" name="Textfeld 1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6" name="Gruppieren 725"/>
            <p:cNvGrpSpPr/>
            <p:nvPr/>
          </p:nvGrpSpPr>
          <p:grpSpPr>
            <a:xfrm>
              <a:off x="6409141" y="935540"/>
              <a:ext cx="327049" cy="1652928"/>
              <a:chOff x="1692193" y="1141150"/>
              <a:chExt cx="327049" cy="1652928"/>
            </a:xfrm>
          </p:grpSpPr>
          <p:grpSp>
            <p:nvGrpSpPr>
              <p:cNvPr id="1097" name="Gruppieren 109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99" name="Gruppieren 109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Ellipse 1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Ellipse 1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5" name="Textfeld 110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06" name="Textfeld 110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07" name="Ellipse 110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8" name="Ellipse 110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Textfeld 110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0" name="Textfeld 110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19" name="Rechteck 111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Rechteck 111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Rechteck 112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Rechteck 112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Rechteck 112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Rechteck 112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0" name="Textfeld 109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098" name="Textfeld 1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29" name="Gruppieren 728"/>
            <p:cNvGrpSpPr/>
            <p:nvPr/>
          </p:nvGrpSpPr>
          <p:grpSpPr>
            <a:xfrm>
              <a:off x="6736635" y="934542"/>
              <a:ext cx="327049" cy="1652928"/>
              <a:chOff x="1692193" y="1141150"/>
              <a:chExt cx="327049" cy="1652928"/>
            </a:xfrm>
          </p:grpSpPr>
          <p:grpSp>
            <p:nvGrpSpPr>
              <p:cNvPr id="1007" name="Gruppieren 100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009" name="Gruppieren 100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Ellipse 101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Ellipse 101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5" name="Textfeld 101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16" name="Textfeld 101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17" name="Ellipse 10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8" name="Ellipse 10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Textfeld 10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0" name="Textfeld 10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29" name="Rechteck 102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Rechteck 102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Rechteck 103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Rechteck 103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Rechteck 103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Rechteck 103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0" name="Textfeld 100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008" name="Textfeld 100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30" name="Gruppieren 729"/>
            <p:cNvGrpSpPr/>
            <p:nvPr/>
          </p:nvGrpSpPr>
          <p:grpSpPr>
            <a:xfrm>
              <a:off x="7057683" y="935842"/>
              <a:ext cx="420326" cy="1652928"/>
              <a:chOff x="1688847" y="1141150"/>
              <a:chExt cx="420326" cy="1652928"/>
            </a:xfrm>
          </p:grpSpPr>
          <p:grpSp>
            <p:nvGrpSpPr>
              <p:cNvPr id="977" name="Gruppieren 976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79" name="Gruppieren 97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1" name="Rechteck 9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Ellipse 9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Ellipse 9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5" name="Textfeld 98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86" name="Textfeld 98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87" name="Ellipse 9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8" name="Ellipse 9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Textfeld 98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0" name="Textfeld 98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99" name="Rechteck 99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Rechteck 99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Rechteck 100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Rechteck 100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Rechteck 100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Rechteck 100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0" name="Textfeld 979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78" name="Textfeld 9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2" name="Gruppieren 731"/>
            <p:cNvGrpSpPr/>
            <p:nvPr/>
          </p:nvGrpSpPr>
          <p:grpSpPr>
            <a:xfrm>
              <a:off x="7387263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925" name="Gruppieren 92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27" name="Gruppieren 9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9" name="Rechteck 9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" name="Rechteck 9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" name="Ellipse 9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2" name="Ellipse 9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" name="Textfeld 9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4" name="Textfeld 9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5" name="Ellipse 9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6" name="Ellipse 9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7" name="Textfeld 9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8" name="Textfeld 9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47" name="Rechteck 9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Rechteck 9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Rechteck 9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Rechteck 9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Rechteck 9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Rechteck 9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Rechteck 9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Rechteck 9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8" name="Textfeld 9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26" name="Textfeld 9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8" name="Gruppieren 737"/>
            <p:cNvGrpSpPr/>
            <p:nvPr/>
          </p:nvGrpSpPr>
          <p:grpSpPr>
            <a:xfrm>
              <a:off x="7709934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92" name="Gruppieren 8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4" name="Gruppieren 8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6" name="Rechteck 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" name="Rechteck 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" name="Ellipse 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" name="Ellipse 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" name="Textfeld 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2" name="Ellipse 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" name="Ellipse 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" name="Textfeld 9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" name="Textfeld 9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6" name="Ellipse 9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" name="Ellipse 9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" name="Textfeld 9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9" name="Textfeld 9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0" name="Ellipse 9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" name="Ellipse 9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" name="Textfeld 9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3" name="Textfeld 9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" name="Rechteck 9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" name="Rechteck 9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" name="Rechteck 9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" name="Rechteck 9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" name="Rechteck 9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" name="Rechteck 9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" name="Rechteck 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" name="Rechteck 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" name="Textfeld 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893" name="Textfeld 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39" name="Gruppieren 738"/>
            <p:cNvGrpSpPr/>
            <p:nvPr/>
          </p:nvGrpSpPr>
          <p:grpSpPr>
            <a:xfrm>
              <a:off x="8032440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62" name="Gruppieren 86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64" name="Gruppieren 8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6" name="Rechteck 8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" name="Rechteck 8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" name="Ellipse 8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" name="Ellipse 8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" name="Textfeld 8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" name="Textfeld 8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2" name="Ellipse 8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" name="Ellipse 8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" name="Textfeld 8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5" name="Textfeld 8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6" name="Ellipse 8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" name="Ellipse 8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" name="Textfeld 8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9" name="Textfeld 8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80" name="Ellipse 8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" name="Ellipse 8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" name="Textfeld 8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3" name="Textfeld 8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4" name="Rechteck 8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5" name="Rechteck 8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6" name="Rechteck 8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7" name="Rechteck 8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8" name="Rechteck 8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" name="Rechteck 8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" name="Rechteck 8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" name="Rechteck 8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5" name="Textfeld 86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863" name="Textfeld 8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40" name="Gruppieren 739"/>
            <p:cNvGrpSpPr/>
            <p:nvPr/>
          </p:nvGrpSpPr>
          <p:grpSpPr>
            <a:xfrm>
              <a:off x="8354946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32" name="Gruppieren 83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34" name="Gruppieren 8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" name="Rechteck 8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7" name="Rechteck 8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" name="Ellipse 8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" name="Ellipse 8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" name="Textfeld 8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1" name="Textfeld 8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2" name="Ellipse 8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" name="Ellipse 8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" name="Textfeld 8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5" name="Textfeld 8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6" name="Ellipse 8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" name="Ellipse 8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" name="Textfeld 8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9" name="Textfeld 8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50" name="Ellipse 8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" name="Ellipse 8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" name="Textfeld 8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3" name="Textfeld 8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" name="Rechteck 8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" name="Rechteck 8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" name="Rechteck 8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" name="Rechteck 8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" name="Rechteck 8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" name="Rechteck 8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" name="Rechteck 8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" name="Rechteck 8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5" name="Textfeld 83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33" name="Textfeld 8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41" name="Gruppieren 740"/>
            <p:cNvGrpSpPr/>
            <p:nvPr/>
          </p:nvGrpSpPr>
          <p:grpSpPr>
            <a:xfrm>
              <a:off x="8672452" y="941765"/>
              <a:ext cx="358092" cy="1646254"/>
              <a:chOff x="1692193" y="1147824"/>
              <a:chExt cx="358092" cy="1646254"/>
            </a:xfrm>
          </p:grpSpPr>
          <p:grpSp>
            <p:nvGrpSpPr>
              <p:cNvPr id="806" name="Gruppieren 80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08" name="Gruppieren 80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10" name="Rechteck 8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11" name="Rechteck 8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2" name="Ellipse 8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3" name="Ellipse 8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4" name="Ellipse 8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5" name="Ellipse 8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6" name="Textfeld 8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7" name="Textfeld 8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18" name="Ellipse 8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19" name="Ellipse 8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0" name="Textfeld 81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1" name="Textfeld 8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2" name="Ellipse 8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3" name="Ellipse 8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4" name="Rechteck 8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" name="Rechteck 8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" name="Rechteck 8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" name="Rechteck 8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" name="Rechteck 8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" name="Rechteck 8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" name="Rechteck 8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" name="Rechteck 8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09" name="Textfeld 8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07" name="Textfeld 8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42" name="Gruppieren 741"/>
            <p:cNvGrpSpPr/>
            <p:nvPr/>
          </p:nvGrpSpPr>
          <p:grpSpPr>
            <a:xfrm>
              <a:off x="899758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78" name="Gruppieren 77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80" name="Gruppieren 77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82" name="Rechteck 7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" name="Rechteck 7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" name="Ellipse 7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5" name="Ellipse 7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" name="Textfeld 7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7" name="Textfeld 7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8" name="Ellipse 7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" name="Ellipse 7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" name="Ellipse 7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" name="Ellipse 7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" name="Textfeld 7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3" name="Textfeld 7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94" name="Ellipse 7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" name="Ellipse 7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" name="Textfeld 7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7" name="Textfeld 7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98" name="Rechteck 7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9" name="Rechteck 7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0" name="Rechteck 7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1" name="Rechteck 8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2" name="Rechteck 8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3" name="Rechteck 8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4" name="Rechteck 8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05" name="Rechteck 8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1" name="Textfeld 78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779" name="Textfeld 7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3" name="Gruppieren 742"/>
            <p:cNvGrpSpPr/>
            <p:nvPr/>
          </p:nvGrpSpPr>
          <p:grpSpPr>
            <a:xfrm>
              <a:off x="9322028" y="941765"/>
              <a:ext cx="357561" cy="1646254"/>
              <a:chOff x="1692724" y="1147824"/>
              <a:chExt cx="357561" cy="1646254"/>
            </a:xfrm>
          </p:grpSpPr>
          <p:grpSp>
            <p:nvGrpSpPr>
              <p:cNvPr id="750" name="Gruppieren 74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52" name="Gruppieren 75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54" name="Rechteck 7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55" name="Rechteck 7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6" name="Ellipse 7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7" name="Ellipse 7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58" name="Textfeld 7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59" name="Textfeld 7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60" name="Ellipse 7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1" name="Ellipse 7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2" name="Ellipse 7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3" name="Ellipse 7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4" name="Textfeld 7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5" name="Textfeld 7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66" name="Ellipse 7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7" name="Ellipse 7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68" name="Textfeld 7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69" name="Textfeld 7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0" name="Rechteck 7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1" name="Rechteck 7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" name="Rechteck 7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" name="Rechteck 7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" name="Rechteck 7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" name="Rechteck 7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" name="Rechteck 7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" name="Rechteck 7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53" name="Textfeld 7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751" name="Textfeld 7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744" name="Gruppieren 743"/>
            <p:cNvGrpSpPr/>
            <p:nvPr/>
          </p:nvGrpSpPr>
          <p:grpSpPr>
            <a:xfrm>
              <a:off x="9647854" y="941765"/>
              <a:ext cx="355993" cy="1646254"/>
              <a:chOff x="1694292" y="1147824"/>
              <a:chExt cx="355993" cy="1646254"/>
            </a:xfrm>
          </p:grpSpPr>
          <p:grpSp>
            <p:nvGrpSpPr>
              <p:cNvPr id="746" name="Gruppieren 74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48" name="Rechteck 74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9" name="Textfeld 74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747" name="Textfeld 7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745" name="Textfeld 744"/>
            <p:cNvSpPr txBox="1"/>
            <p:nvPr/>
          </p:nvSpPr>
          <p:spPr>
            <a:xfrm>
              <a:off x="5190114" y="2418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77" name="Gruppieren 147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79" name="Gruppieren 147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Ellipse 148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4" name="Ellipse 148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Ellipse 14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Ellipse 14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Rechteck 14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Rechteck 14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Rechteck 14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0" name="Textfeld 147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78" name="Textfeld 147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47" name="Gruppieren 144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49" name="Gruppieren 144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Ellipse 145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4" name="Ellipse 145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Textfeld 145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56" name="Textfeld 145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69" name="Rechteck 14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Rechteck 14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Rechteck 14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2" name="Rechteck 14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0" name="Textfeld 144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48" name="Textfeld 144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5" name="Gruppieren 13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7" name="Gruppieren 13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0" name="Rechteck 13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Textfeld 142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26" name="Textfeld 142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39" name="Rechteck 143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Rechteck 143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Rechteck 144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2" name="Rechteck 144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8" name="Textfeld 13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396" name="Textfeld 13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5" name="Gruppieren 13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7" name="Gruppieren 13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Ellipse 13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6" name="Textfeld 13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4" name="Rechteck 13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8" name="Textfeld 13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66" name="Textfeld 13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35" name="Gruppieren 13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37" name="Gruppieren 13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40" name="Rechteck 13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Ellipse 1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6" name="Textfeld 13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8" name="Textfeld 13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36" name="Textfeld 13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05" name="Gruppieren 13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07" name="Gruppieren 13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10" name="Rechteck 13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Ellipse 13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Rechteck 13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8" name="Textfeld 13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06" name="Textfeld 13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275" name="Gruppieren 127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277" name="Gruppieren 12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80" name="Rechteck 12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Ellipse 12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6" name="Textfeld 12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4" name="Rechteck 13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8" name="Textfeld 127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276" name="Textfeld 12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5" name="Gruppieren 124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7" name="Gruppieren 124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9" name="Rechteck 12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50" name="Rechteck 12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63" name="Ellipse 126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Ellipse 126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Textfeld 12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66" name="Textfeld 12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Rechteck 12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Rechteck 12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Rechteck 12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4" name="Rechteck 12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8" name="Textfeld 124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46" name="Textfeld 12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966" name="Gruppieren 96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15" name="Gruppieren 121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17" name="Gruppieren 12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19" name="Rechteck 12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20" name="Rechteck 12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Textfeld 12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8" name="Textfeld 12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9" name="Ellipse 12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Ellipse 12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Textfeld 12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2" name="Textfeld 12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33" name="Ellipse 12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Ellipse 12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5" name="Textfeld 12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6" name="Textfeld 12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37" name="Rechteck 12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8" name="Rechteck 12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Rechteck 12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Rechteck 12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Rechteck 12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4" name="Rechteck 12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8" name="Textfeld 12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16" name="Textfeld 12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Textfeld 121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68" name="Textfeld 96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969" name="Gruppieren 96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068" name="Gruppieren 106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070" name="Gruppieren 106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072" name="Gruppieren 107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074" name="Rechteck 10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5" name="Rechteck 10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6" name="Ellipse 10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077" name="Ellipse 10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78" name="Textfeld 107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079" name="Ellipse 10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0" name="Ellipse 10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1" name="Textfeld 10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2" name="Textfeld 10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3" name="Ellipse 10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4" name="Ellipse 10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5" name="Textfeld 10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6" name="Textfeld 10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087" name="Ellipse 10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8" name="Ellipse 10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89" name="Textfeld 10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090" name="Textfeld 10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091" name="Rechteck 10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2" name="Rechteck 10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3" name="Rechteck 10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4" name="Rechteck 10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5" name="Rechteck 10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096" name="Rechteck 10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09" name="Rechteck 12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0" name="Rechteck 12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073" name="Textfeld 10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071" name="Textfeld 10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069" name="Textfeld 106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499" name="Gruppieren 1498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0" name="Gruppieren 14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2" name="Gruppieren 15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4" name="Rechteck 1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5" name="Rechteck 1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2" name="Rechteck 15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Rechteck 15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Rechteck 15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Rechteck 15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3" name="Textfeld 150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1" name="Textfeld 1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889022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10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4" name="Gruppieren 3"/>
          <p:cNvGrpSpPr/>
          <p:nvPr/>
        </p:nvGrpSpPr>
        <p:grpSpPr>
          <a:xfrm>
            <a:off x="395599" y="2872756"/>
            <a:ext cx="1249214" cy="1652928"/>
            <a:chOff x="395599" y="2872756"/>
            <a:chExt cx="1249214" cy="1652928"/>
          </a:xfrm>
        </p:grpSpPr>
        <p:grpSp>
          <p:nvGrpSpPr>
            <p:cNvPr id="645" name="Gruppieren 644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1403" name="Gruppieren 140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05" name="Gruppieren 140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07" name="Rechteck 1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08" name="Rechteck 1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Ellipse 1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Ellipse 14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Ellipse 141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Ellipse 141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4" name="Rechteck 14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06" name="Textfeld 1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04" name="Textfeld 1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646" name="Rechteck 645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7" name="Rechteck 646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8" name="Rechteck 647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49" name="Rechteck 648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50" name="Rechteck 649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62" name="Gruppieren 661"/>
            <p:cNvGrpSpPr/>
            <p:nvPr/>
          </p:nvGrpSpPr>
          <p:grpSpPr>
            <a:xfrm>
              <a:off x="1288820" y="2877343"/>
              <a:ext cx="355993" cy="1646254"/>
              <a:chOff x="1694292" y="1147824"/>
              <a:chExt cx="355993" cy="1646254"/>
            </a:xfrm>
          </p:grpSpPr>
          <p:grpSp>
            <p:nvGrpSpPr>
              <p:cNvPr id="733" name="Gruppieren 73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35" name="Rechteck 73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6" name="Textfeld 7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34" name="Textfeld 7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664" name="Textfeld 663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665" name="Gruppieren 664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666" name="Rechteck 665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7" name="Ellipse 666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68" name="Ellipse 667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69" name="Ellipse 668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0" name="Ellipse 669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1" name="Textfeld 670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672" name="Textfeld 671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673" name="Ellipse 672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4" name="Ellipse 673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5" name="Ellipse 674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6" name="Ellipse 675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7" name="Ellipse 676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78" name="Ellipse 677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79" name="Ellipse 678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0" name="Ellipse 679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1" name="Ellipse 680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82" name="Ellipse 681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3" name="Ellipse 682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4" name="Ellipse 683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685" name="Gruppieren 684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686" name="Rechteck 685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7" name="Rechteck 686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8" name="Rechteck 687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89" name="Rechteck 688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690" name="Rechteck 689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1" name="Rechteck 690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2" name="Rechteck 691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3" name="Rechteck 692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4" name="Rechteck 693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5" name="Rechteck 694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6" name="Rechteck 695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7" name="Rechteck 696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8" name="Rechteck 697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699" name="Rechteck 698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0" name="Rechteck 699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1" name="Rechteck 700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2" name="Rechteck 701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2" name="Gruppieren 1"/>
          <p:cNvGrpSpPr/>
          <p:nvPr/>
        </p:nvGrpSpPr>
        <p:grpSpPr>
          <a:xfrm>
            <a:off x="5396266" y="920650"/>
            <a:ext cx="5462740" cy="1653922"/>
            <a:chOff x="5396266" y="920650"/>
            <a:chExt cx="5462740" cy="1653922"/>
          </a:xfrm>
        </p:grpSpPr>
        <p:grpSp>
          <p:nvGrpSpPr>
            <p:cNvPr id="923" name="Gruppieren 92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1612" name="Gruppieren 161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14" name="Gruppieren 161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16" name="Rechteck 1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7" name="Rechteck 1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8" name="Ellipse 1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19" name="Ellipse 1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0" name="Ellipse 1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1" name="Ellipse 1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2" name="Ellipse 1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3" name="Ellipse 1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4" name="Ellipse 16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5" name="Ellipse 16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6" name="Rechteck 16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7" name="Rechteck 16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8" name="Rechteck 16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29" name="Rechteck 16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0" name="Rechteck 16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1" name="Rechteck 16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2" name="Rechteck 16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3" name="Rechteck 16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15" name="Textfeld 1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13" name="Textfeld 1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924" name="Rechteck 92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5" name="Rechteck 95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6" name="Rechteck 95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7" name="Rechteck 95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958" name="Rechteck 95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959" name="Gruppieren 95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82" name="Gruppieren 158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84" name="Gruppieren 15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86" name="Rechteck 15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7" name="Rechteck 15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8" name="Ellipse 15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89" name="Ellipse 15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0" name="Textfeld 15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91" name="Textfeld 15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92" name="Ellipse 15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3" name="Ellipse 15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4" name="Textfeld 15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5" name="Textfeld 15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6" name="Ellipse 15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7" name="Ellipse 15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98" name="Textfeld 15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99" name="Textfeld 15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00" name="Ellipse 15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1" name="Ellipse 16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2" name="Textfeld 16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03" name="Textfeld 16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04" name="Rechteck 1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5" name="Rechteck 1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6" name="Rechteck 1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7" name="Rechteck 1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8" name="Rechteck 1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09" name="Rechteck 1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0" name="Rechteck 1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11" name="Rechteck 1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85" name="Textfeld 158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583" name="Textfeld 15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0" name="Gruppieren 95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52" name="Gruppieren 155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54" name="Gruppieren 15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56" name="Rechteck 15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57" name="Rechteck 15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Ellipse 15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9" name="Ellipse 15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0" name="Textfeld 15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61" name="Textfeld 15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62" name="Ellipse 15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Ellipse 15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Textfeld 15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5" name="Textfeld 15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6" name="Ellipse 1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Ellipse 1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8" name="Textfeld 15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69" name="Textfeld 15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70" name="Ellipse 15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71" name="Ellipse 15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2" name="Textfeld 15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73" name="Textfeld 15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74" name="Rechteck 15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5" name="Rechteck 15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6" name="Rechteck 15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7" name="Rechteck 15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8" name="Rechteck 15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79" name="Rechteck 15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0" name="Rechteck 15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81" name="Rechteck 15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55" name="Textfeld 15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53" name="Textfeld 15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1" name="Gruppieren 96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522" name="Gruppieren 15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24" name="Gruppieren 15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Ellipse 15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Ellipse 15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Textfeld 15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31" name="Textfeld 15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32" name="Ellipse 15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Ellipse 15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Textfeld 15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5" name="Textfeld 15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6" name="Ellipse 15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7" name="Ellipse 15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8" name="Textfeld 15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39" name="Textfeld 15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40" name="Ellipse 15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1" name="Ellipse 15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2" name="Textfeld 15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43" name="Textfeld 15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44" name="Rechteck 15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Rechteck 15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6" name="Rechteck 15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7" name="Rechteck 15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8" name="Rechteck 15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Rechteck 15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Rechteck 15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1" name="Rechteck 15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25" name="Textfeld 15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523" name="Textfeld 15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2" name="Gruppieren 96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92" name="Gruppieren 14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94" name="Gruppieren 14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6" name="Ellipse 15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Ellipse 15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Textfeld 15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9" name="Textfeld 15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14" name="Rechteck 15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Rechteck 15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Rechteck 15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7" name="Rechteck 15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Rechteck 15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1" name="Rechteck 15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95" name="Textfeld 14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93" name="Textfeld 14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3" name="Gruppieren 96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62" name="Gruppieren 14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64" name="Gruppieren 14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66" name="Rechteck 14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67" name="Rechteck 14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6" name="Ellipse 14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Ellipse 14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8" name="Textfeld 147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9" name="Textfeld 14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80" name="Ellipse 14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Ellipse 14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Textfeld 14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83" name="Textfeld 14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84" name="Rechteck 14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Rechteck 14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Rechteck 14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Rechteck 14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65" name="Textfeld 14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463" name="Textfeld 14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4" name="Gruppieren 96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432" name="Gruppieren 14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34" name="Gruppieren 14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36" name="Rechteck 14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37" name="Rechteck 14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6" name="Ellipse 14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Ellipse 14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Textfeld 14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9" name="Textfeld 14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50" name="Ellipse 14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1" name="Ellipse 14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Textfeld 14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53" name="Textfeld 14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54" name="Rechteck 14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Rechteck 14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Rechteck 14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Rechteck 14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35" name="Textfeld 14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433" name="Textfeld 14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65" name="Gruppieren 964"/>
            <p:cNvGrpSpPr/>
            <p:nvPr/>
          </p:nvGrpSpPr>
          <p:grpSpPr>
            <a:xfrm>
              <a:off x="7910369" y="921644"/>
              <a:ext cx="420326" cy="1652928"/>
              <a:chOff x="1688847" y="1141150"/>
              <a:chExt cx="420326" cy="1652928"/>
            </a:xfrm>
          </p:grpSpPr>
          <p:grpSp>
            <p:nvGrpSpPr>
              <p:cNvPr id="1380" name="Gruppieren 137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382" name="Gruppieren 13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Ellipse 13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Ellipse 13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Textfeld 13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89" name="Textfeld 13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90" name="Ellipse 13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Ellipse 13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Textfeld 13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3" name="Textfeld 13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4" name="Ellipse 13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5" name="Ellipse 13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6" name="Textfeld 13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7" name="Textfeld 13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Ellipse 13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01" name="Textfeld 14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02" name="Rechteck 14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Rechteck 14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Rechteck 14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Rechteck 14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83" name="Textfeld 138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81" name="Textfeld 13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7" name="Gruppieren 966"/>
            <p:cNvGrpSpPr/>
            <p:nvPr/>
          </p:nvGrpSpPr>
          <p:grpSpPr>
            <a:xfrm>
              <a:off x="8242422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328" name="Gruppieren 132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30" name="Gruppieren 1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4" name="Ellipse 1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5" name="Ellipse 1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6" name="Textfeld 1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37" name="Textfeld 1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Ellipse 1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1" name="Textfeld 1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Ellipse 1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Textfeld 1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Ellipse 1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49" name="Textfeld 1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0" name="Rechteck 1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Rechteck 1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2" name="Rechteck 1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1" name="Textfeld 133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29" name="Textfeld 1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69" name="Gruppieren 968"/>
            <p:cNvGrpSpPr/>
            <p:nvPr/>
          </p:nvGrpSpPr>
          <p:grpSpPr>
            <a:xfrm>
              <a:off x="8565093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95" name="Gruppieren 129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97" name="Gruppieren 12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Ellipse 13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Ellipse 13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Textfeld 13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04" name="Textfeld 13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05" name="Ellipse 13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6" name="Ellipse 13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Textfeld 13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8" name="Textfeld 13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09" name="Ellipse 130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Textfeld 131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3" name="Ellipse 131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Textfeld 131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17" name="Rechteck 131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8" name="Rechteck 131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Rechteck 131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Rechteck 131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Rechteck 132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2" name="Rechteck 132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98" name="Textfeld 129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96" name="Textfeld 12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0" name="Gruppieren 969"/>
            <p:cNvGrpSpPr/>
            <p:nvPr/>
          </p:nvGrpSpPr>
          <p:grpSpPr>
            <a:xfrm>
              <a:off x="8887599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65" name="Gruppieren 126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67" name="Gruppieren 12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1" name="Ellipse 12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2" name="Ellipse 12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3" name="Textfeld 12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74" name="Textfeld 12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75" name="Ellipse 12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6" name="Ellipse 12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Textfeld 12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8" name="Textfeld 12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79" name="Ellipse 12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Textfeld 12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83" name="Ellipse 12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Textfeld 12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87" name="Rechteck 12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8" name="Rechteck 12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Rechteck 12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Rechteck 12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Rechteck 12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2" name="Rechteck 12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68" name="Textfeld 126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66" name="Textfeld 12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971" name="Gruppieren 970"/>
            <p:cNvGrpSpPr/>
            <p:nvPr/>
          </p:nvGrpSpPr>
          <p:grpSpPr>
            <a:xfrm>
              <a:off x="9210105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35" name="Gruppieren 12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37" name="Gruppieren 12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39" name="Rechteck 12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0" name="Rechteck 12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1" name="Ellipse 12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2" name="Ellipse 12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3" name="Textfeld 12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45" name="Ellipse 12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6" name="Ellipse 12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Textfeld 12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8" name="Textfeld 12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49" name="Ellipse 12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0" name="Ellipse 12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1" name="Textfeld 12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2" name="Textfeld 12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3" name="Ellipse 12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4" name="Ellipse 12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5" name="Textfeld 12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56" name="Textfeld 12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57" name="Rechteck 1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8" name="Rechteck 1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9" name="Rechteck 1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Rechteck 1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Rechteck 1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2" name="Rechteck 1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38" name="Textfeld 12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6" name="Textfeld 12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972" name="Gruppieren 971"/>
            <p:cNvGrpSpPr/>
            <p:nvPr/>
          </p:nvGrpSpPr>
          <p:grpSpPr>
            <a:xfrm>
              <a:off x="9527611" y="928318"/>
              <a:ext cx="358092" cy="1646254"/>
              <a:chOff x="1692193" y="1147824"/>
              <a:chExt cx="358092" cy="1646254"/>
            </a:xfrm>
          </p:grpSpPr>
          <p:grpSp>
            <p:nvGrpSpPr>
              <p:cNvPr id="1209" name="Gruppieren 1208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211" name="Gruppieren 1210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213" name="Rechteck 1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14" name="Rechteck 1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5" name="Ellipse 1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6" name="Ellipse 1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7" name="Ellipse 121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8" name="Ellipse 121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19" name="Textfeld 121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0" name="Textfeld 121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21" name="Ellipse 122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2" name="Ellipse 122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3" name="Textfeld 1222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4" name="Textfeld 122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25" name="Ellipse 122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6" name="Ellipse 122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7" name="Rechteck 12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8" name="Rechteck 12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29" name="Rechteck 12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0" name="Rechteck 12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1" name="Rechteck 12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2" name="Rechteck 12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3" name="Rechteck 12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34" name="Rechteck 12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12" name="Textfeld 121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210" name="Textfeld 1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973" name="Gruppieren 972"/>
            <p:cNvGrpSpPr/>
            <p:nvPr/>
          </p:nvGrpSpPr>
          <p:grpSpPr>
            <a:xfrm>
              <a:off x="985274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69" name="Gruppieren 106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71" name="Gruppieren 107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73" name="Rechteck 10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74" name="Rechteck 10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5" name="Ellipse 10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6" name="Ellipse 10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77" name="Textfeld 10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78" name="Textfeld 10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79" name="Ellipse 10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0" name="Ellipse 10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1" name="Ellipse 1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2" name="Ellipse 1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3" name="Textfeld 1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4" name="Textfeld 1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85" name="Ellipse 1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6" name="Ellipse 1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87" name="Textfeld 1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8" name="Textfeld 1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89" name="Rechteck 1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0" name="Rechteck 1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1" name="Rechteck 1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2" name="Rechteck 1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3" name="Rechteck 1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4" name="Rechteck 1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5" name="Rechteck 1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6" name="Rechteck 1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72" name="Textfeld 10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070" name="Textfeld 10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4" name="Gruppieren 973"/>
            <p:cNvGrpSpPr/>
            <p:nvPr/>
          </p:nvGrpSpPr>
          <p:grpSpPr>
            <a:xfrm>
              <a:off x="10177187" y="928318"/>
              <a:ext cx="357561" cy="1646254"/>
              <a:chOff x="1692724" y="1147824"/>
              <a:chExt cx="357561" cy="1646254"/>
            </a:xfrm>
          </p:grpSpPr>
          <p:grpSp>
            <p:nvGrpSpPr>
              <p:cNvPr id="1041" name="Gruppieren 1040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043" name="Gruppieren 1042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045" name="Rechteck 1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46" name="Rechteck 1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7" name="Ellipse 1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8" name="Ellipse 1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49" name="Textfeld 10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50" name="Textfeld 10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51" name="Ellipse 10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2" name="Ellipse 10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3" name="Ellipse 10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4" name="Ellipse 10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5" name="Textfeld 10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6" name="Textfeld 10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057" name="Ellipse 10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8" name="Ellipse 10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59" name="Textfeld 10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0" name="Textfeld 10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061" name="Rechteck 10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2" name="Rechteck 10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3" name="Rechteck 10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4" name="Rechteck 10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5" name="Rechteck 10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6" name="Rechteck 10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7" name="Rechteck 10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68" name="Rechteck 10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44" name="Textfeld 10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042" name="Textfeld 1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975" name="Gruppieren 974"/>
            <p:cNvGrpSpPr/>
            <p:nvPr/>
          </p:nvGrpSpPr>
          <p:grpSpPr>
            <a:xfrm>
              <a:off x="10503013" y="928318"/>
              <a:ext cx="355993" cy="1646254"/>
              <a:chOff x="1694292" y="1147824"/>
              <a:chExt cx="355993" cy="1646254"/>
            </a:xfrm>
          </p:grpSpPr>
          <p:grpSp>
            <p:nvGrpSpPr>
              <p:cNvPr id="1037" name="Gruppieren 1036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039" name="Rechteck 10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0" name="Textfeld 103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038" name="Textfeld 10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976" name="Textfeld 975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3" name="Gruppieren 842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5" name="Gruppieren 165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7" name="Gruppieren 165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9" name="Rechteck 16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Rechteck 16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Ellipse 16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Ellipse 16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5" name="Rechteck 167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6" name="Rechteck 167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8" name="Textfeld 16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6" name="Textfeld 16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4" name="Rechteck 843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7" name="Rechteck 846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8" name="Rechteck 847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9" name="Gruppieren 848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71" name="Gruppieren 13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3" name="Gruppieren 1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Ellipse 1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Textfeld 1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34" name="Textfeld 16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35" name="Ellipse 16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6" name="Ellipse 16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7" name="Textfeld 16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8" name="Textfeld 16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9" name="Ellipse 16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0" name="Ellipse 16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1" name="Textfeld 16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2" name="Textfeld 16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3" name="Ellipse 16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4" name="Ellipse 16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5" name="Textfeld 16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6" name="Textfeld 16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3" name="Rechteck 16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4" name="Rechteck 16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4" name="Textfeld 13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2" name="Textfeld 1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5" name="Gruppieren 119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7" name="Gruppieren 119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9" name="Rechteck 11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00" name="Rechteck 11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Ellipse 12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2" name="Ellipse 12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3" name="Textfeld 12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4" name="Textfeld 12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5" name="Ellipse 12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6" name="Ellipse 12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7" name="Textfeld 120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8" name="Textfeld 120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5" name="Ellipse 1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Ellipse 1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Textfeld 1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Rechteck 1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8" name="Textfeld 11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6" name="Textfeld 11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5" name="Gruppieren 116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7" name="Gruppieren 116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9" name="Rechteck 11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70" name="Rechteck 11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Ellipse 11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2" name="Ellipse 11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3" name="Textfeld 117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4" name="Textfeld 117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5" name="Ellipse 117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6" name="Ellipse 117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7" name="Textfeld 117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8" name="Textfeld 117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9" name="Ellipse 117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0" name="Ellipse 117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1" name="Textfeld 118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2" name="Textfeld 118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3" name="Ellipse 118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4" name="Ellipse 118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5" name="Textfeld 118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6" name="Textfeld 118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3" name="Rechteck 119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4" name="Rechteck 119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8" name="Textfeld 11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6" name="Textfeld 11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5" name="Gruppieren 113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7" name="Gruppieren 11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9" name="Rechteck 11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40" name="Rechteck 11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Ellipse 11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2" name="Ellipse 11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3" name="Textfeld 11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4" name="Textfeld 11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5" name="Ellipse 11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6" name="Ellipse 11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7" name="Textfeld 11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8" name="Textfeld 11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9" name="Ellipse 11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0" name="Ellipse 11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1" name="Textfeld 11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2" name="Textfeld 11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3" name="Ellipse 11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4" name="Ellipse 11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5" name="Textfeld 115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6" name="Textfeld 115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3" name="Rechteck 11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4" name="Rechteck 11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8" name="Textfeld 11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6" name="Textfeld 11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5" name="Gruppieren 110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7" name="Gruppieren 11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9" name="Rechteck 11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10" name="Rechteck 11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Ellipse 11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2" name="Ellipse 11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3" name="Textfeld 11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4" name="Textfeld 11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5" name="Ellipse 11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6" name="Ellipse 11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7" name="Textfeld 11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8" name="Textfeld 11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9" name="Ellipse 11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0" name="Ellipse 11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1" name="Textfeld 11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2" name="Textfeld 11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3" name="Ellipse 11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4" name="Ellipse 11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5" name="Textfeld 11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6" name="Textfeld 11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3" name="Rechteck 11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4" name="Rechteck 11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8" name="Textfeld 110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6" name="Textfeld 11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5" name="Gruppieren 101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7" name="Gruppieren 10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9" name="Rechteck 10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20" name="Rechteck 10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Ellipse 10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2" name="Ellipse 10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3" name="Textfeld 10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4" name="Textfeld 10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5" name="Ellipse 10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6" name="Ellipse 10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7" name="Textfeld 10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8" name="Textfeld 10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9" name="Ellipse 10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0" name="Ellipse 10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1" name="Textfeld 10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2" name="Textfeld 10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3" name="Ellipse 10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4" name="Ellipse 10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5" name="Textfeld 10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6" name="Textfeld 10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3" name="Rechteck 11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4" name="Rechteck 11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8" name="Textfeld 101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6" name="Textfeld 10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5" name="Gruppieren 98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7" name="Gruppieren 9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9" name="Rechteck 9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90" name="Rechteck 9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Ellipse 9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2" name="Ellipse 9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3" name="Textfeld 9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4" name="Textfeld 9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5" name="Ellipse 9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6" name="Ellipse 9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7" name="Textfeld 9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8" name="Textfeld 9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9" name="Ellipse 9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0" name="Ellipse 9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1" name="Textfeld 10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2" name="Textfeld 10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3" name="Ellipse 10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4" name="Ellipse 10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5" name="Textfeld 10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6" name="Textfeld 10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3" name="Rechteck 10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4" name="Rechteck 10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8" name="Textfeld 9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6" name="Textfeld 9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6" name="Gruppieren 855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5" name="Gruppieren 934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7" name="Gruppieren 93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9" name="Rechteck 9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40" name="Rechteck 9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Ellipse 9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2" name="Ellipse 9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3" name="Textfeld 94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4" name="Textfeld 94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5" name="Ellipse 94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6" name="Ellipse 94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7" name="Textfeld 94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8" name="Textfeld 94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9" name="Ellipse 94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0" name="Ellipse 94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1" name="Textfeld 95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2" name="Textfeld 95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3" name="Ellipse 9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4" name="Ellipse 9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6" name="Textfeld 9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8" name="Textfeld 96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3" name="Rechteck 9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4" name="Rechteck 9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8" name="Textfeld 93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6" name="Textfeld 9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7" name="Gruppieren 856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31" name="Gruppieren 930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3" name="Rechteck 932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4" name="Textfeld 933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2" name="Textfeld 9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8" name="Textfeld 857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9" name="Gruppieren 858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8" name="Gruppieren 89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00" name="Gruppieren 89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2" name="Gruppieren 90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4" name="Rechteck 90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Rechteck 90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Ellipse 90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Textfeld 90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9" name="Ellipse 9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" name="Ellipse 9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" name="Textfeld 9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2" name="Textfeld 9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3" name="Ellipse 9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" name="Ellipse 9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" name="Textfeld 9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" name="Textfeld 9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7" name="Ellipse 9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" name="Ellipse 9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" name="Textfeld 9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" name="Textfeld 9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" name="Rechteck 9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" name="Rechteck 9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" name="Textfeld 90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01" name="Textfeld 90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9" name="Textfeld 89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8" name="Gruppieren 1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80" name="Gruppieren 1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2" name="Rechteck 1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3" name="Rechteck 1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Ellipse 1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5" name="Ellipse 1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6" name="Textfeld 1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7" name="Textfeld 1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8" name="Ellipse 1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9" name="Ellipse 1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0" name="Textfeld 1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1" name="Textfeld 1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2" name="Ellipse 1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3" name="Ellipse 1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Textfeld 1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5" name="Textfeld 1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6" name="Ellipse 1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7" name="Ellipse 1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8" name="Textfeld 1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9" name="Textfeld 1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Rechteck 1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7" name="Rechteck 1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81" name="Textfeld 168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9" name="Textfeld 1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78365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Clamps</a:t>
            </a:r>
            <a:r>
              <a:rPr lang="de-DE" dirty="0"/>
              <a:t> Scenario 11-12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45" name="Gruppieren 644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1403" name="Gruppieren 1402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405" name="Gruppieren 1404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407" name="Rechteck 140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08" name="Rechteck 1407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9" name="Ellipse 1408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10" name="Ellipse 1409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1" name="Ellipse 141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2" name="Ellipse 141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3" name="Ellipse 14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4" name="Ellipse 14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5" name="Ellipse 141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6" name="Ellipse 141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7" name="Rechteck 14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8" name="Rechteck 14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19" name="Rechteck 14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0" name="Rechteck 14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1" name="Rechteck 14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2" name="Rechteck 14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3" name="Rechteck 14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4" name="Rechteck 14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06" name="Textfeld 1405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404" name="Textfeld 140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646" name="Rechteck 645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7" name="Rechteck 646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8" name="Rechteck 647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49" name="Rechteck 648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50" name="Rechteck 649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662" name="Gruppieren 661"/>
          <p:cNvGrpSpPr/>
          <p:nvPr/>
        </p:nvGrpSpPr>
        <p:grpSpPr>
          <a:xfrm>
            <a:off x="1288820" y="2877343"/>
            <a:ext cx="355993" cy="1646254"/>
            <a:chOff x="1694292" y="1147824"/>
            <a:chExt cx="355993" cy="1646254"/>
          </a:xfrm>
        </p:grpSpPr>
        <p:grpSp>
          <p:nvGrpSpPr>
            <p:cNvPr id="733" name="Gruppieren 732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35" name="Rechteck 734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36" name="Textfeld 735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34" name="Textfeld 733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664" name="Textfeld 663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665" name="Gruppieren 664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666" name="Rechteck 665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7" name="Ellipse 666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68" name="Ellipse 667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69" name="Ellipse 668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0" name="Ellipse 669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1" name="Textfeld 670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672" name="Textfeld 671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673" name="Ellipse 672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4" name="Ellipse 673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5" name="Ellipse 674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6" name="Ellipse 675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7" name="Ellipse 676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rgbClr val="5B9BD5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78" name="Ellipse 677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79" name="Ellipse 678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0" name="Ellipse 679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1" name="Ellipse 680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682" name="Ellipse 681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3" name="Ellipse 682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684" name="Ellipse 683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685" name="Gruppieren 684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686" name="Rechteck 685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7" name="Rechteck 686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8" name="Rechteck 687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89" name="Rechteck 688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690" name="Rechteck 689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1" name="Rechteck 690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2" name="Rechteck 691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3" name="Rechteck 692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4" name="Rechteck 693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5" name="Rechteck 694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6" name="Rechteck 695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7" name="Rechteck 696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8" name="Rechteck 697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699" name="Rechteck 698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0" name="Rechteck 699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1" name="Rechteck 700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2" name="Rechteck 701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923" name="Gruppieren 922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1612" name="Gruppieren 1611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1614" name="Gruppieren 1613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1616" name="Rechteck 16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7" name="Rechteck 161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8" name="Ellipse 161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19" name="Ellipse 161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0" name="Ellipse 161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1" name="Ellipse 162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2" name="Ellipse 162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3" name="Ellipse 162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4" name="Ellipse 16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5" name="Ellipse 16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6" name="Rechteck 16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7" name="Rechteck 16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8" name="Rechteck 16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29" name="Rechteck 16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0" name="Rechteck 16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1" name="Rechteck 16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2" name="Rechteck 16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33" name="Rechteck 16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615" name="Textfeld 161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1613" name="Textfeld 161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924" name="Rechteck 923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5" name="Rechteck 954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6" name="Rechteck 955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7" name="Rechteck 956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958" name="Rechteck 957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959" name="Gruppieren 958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1582" name="Gruppieren 158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84" name="Gruppieren 158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86" name="Rechteck 15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7" name="Rechteck 158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8" name="Ellipse 158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89" name="Ellipse 158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0" name="Textfeld 158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91" name="Textfeld 159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92" name="Ellipse 159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3" name="Ellipse 159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4" name="Textfeld 159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5" name="Textfeld 159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6" name="Ellipse 159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7" name="Ellipse 159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98" name="Textfeld 159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99" name="Textfeld 159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600" name="Ellipse 159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1" name="Ellipse 160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2" name="Textfeld 160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603" name="Textfeld 160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604" name="Rechteck 160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5" name="Rechteck 160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6" name="Rechteck 160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7" name="Rechteck 160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8" name="Rechteck 160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09" name="Rechteck 160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0" name="Rechteck 160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611" name="Rechteck 161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85" name="Textfeld 158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1583" name="Textfeld 158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0" name="Gruppieren 959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1552" name="Gruppieren 155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54" name="Gruppieren 155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56" name="Rechteck 155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57" name="Rechteck 155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8" name="Ellipse 155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9" name="Ellipse 155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0" name="Textfeld 155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61" name="Textfeld 156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62" name="Ellipse 156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3" name="Ellipse 156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4" name="Textfeld 156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5" name="Textfeld 156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6" name="Ellipse 15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7" name="Ellipse 15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68" name="Textfeld 156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69" name="Textfeld 156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70" name="Ellipse 156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71" name="Ellipse 157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2" name="Textfeld 157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73" name="Textfeld 157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74" name="Rechteck 157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5" name="Rechteck 157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6" name="Rechteck 157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7" name="Rechteck 157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8" name="Rechteck 157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79" name="Rechteck 157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0" name="Rechteck 157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81" name="Rechteck 158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55" name="Textfeld 155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1553" name="Textfeld 155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1" name="Gruppieren 960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1522" name="Gruppieren 152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524" name="Gruppieren 152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526" name="Rechteck 152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527" name="Rechteck 152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8" name="Ellipse 152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9" name="Ellipse 152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0" name="Textfeld 152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31" name="Textfeld 153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32" name="Ellipse 153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3" name="Ellipse 153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4" name="Textfeld 153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5" name="Textfeld 153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6" name="Ellipse 153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7" name="Ellipse 153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38" name="Textfeld 153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39" name="Textfeld 153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40" name="Ellipse 153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1" name="Ellipse 154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2" name="Textfeld 154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43" name="Textfeld 154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44" name="Rechteck 154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5" name="Rechteck 154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6" name="Rechteck 154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7" name="Rechteck 154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8" name="Rechteck 154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49" name="Rechteck 154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0" name="Rechteck 154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51" name="Rechteck 155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525" name="Textfeld 152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23" name="Textfeld 15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2" name="Gruppieren 961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1492" name="Gruppieren 149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94" name="Gruppieren 14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96" name="Rechteck 1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97" name="Rechteck 14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8" name="Ellipse 14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9" name="Ellipse 14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0" name="Textfeld 14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501" name="Textfeld 15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502" name="Ellipse 15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3" name="Ellipse 15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4" name="Textfeld 15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5" name="Textfeld 150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6" name="Ellipse 15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7" name="Ellipse 15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08" name="Textfeld 15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09" name="Textfeld 150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510" name="Ellipse 15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1" name="Ellipse 15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2" name="Textfeld 15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513" name="Textfeld 15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514" name="Rechteck 15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5" name="Rechteck 15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6" name="Rechteck 15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7" name="Rechteck 15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8" name="Rechteck 15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19" name="Rechteck 15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0" name="Rechteck 15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521" name="Rechteck 15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95" name="Textfeld 149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1493" name="Textfeld 14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3" name="Gruppieren 962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1462" name="Gruppieren 146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64" name="Gruppieren 146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66" name="Rechteck 146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67" name="Rechteck 146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8" name="Ellipse 146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9" name="Ellipse 146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0" name="Textfeld 146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71" name="Textfeld 147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72" name="Ellipse 147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3" name="Ellipse 147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4" name="Textfeld 147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5" name="Textfeld 147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6" name="Ellipse 147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77" name="Ellipse 147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78" name="Textfeld 1477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79" name="Textfeld 147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80" name="Ellipse 147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1" name="Ellipse 148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2" name="Textfeld 148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83" name="Textfeld 148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84" name="Rechteck 148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5" name="Rechteck 148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6" name="Rechteck 148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7" name="Rechteck 148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8" name="Rechteck 148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89" name="Rechteck 148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0" name="Rechteck 148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91" name="Rechteck 149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65" name="Textfeld 146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1463" name="Textfeld 146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4" name="Gruppieren 963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1432" name="Gruppieren 1431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1434" name="Gruppieren 143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436" name="Rechteck 143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37" name="Rechteck 143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8" name="Ellipse 143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9" name="Ellipse 143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0" name="Textfeld 143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441" name="Textfeld 144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442" name="Ellipse 144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3" name="Ellipse 144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4" name="Textfeld 144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5" name="Textfeld 1444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6" name="Ellipse 144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7" name="Ellipse 144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48" name="Textfeld 144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49" name="Textfeld 1448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450" name="Ellipse 144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451" name="Ellipse 145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2" name="Textfeld 145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53" name="Textfeld 145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54" name="Rechteck 145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5" name="Rechteck 145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6" name="Rechteck 145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7" name="Rechteck 145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8" name="Rechteck 145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59" name="Rechteck 145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0" name="Rechteck 145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61" name="Rechteck 146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435" name="Textfeld 1434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1433" name="Textfeld 143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65" name="Gruppieren 964"/>
          <p:cNvGrpSpPr/>
          <p:nvPr/>
        </p:nvGrpSpPr>
        <p:grpSpPr>
          <a:xfrm>
            <a:off x="7910369" y="921644"/>
            <a:ext cx="420326" cy="1652928"/>
            <a:chOff x="1688847" y="1141150"/>
            <a:chExt cx="420326" cy="1652928"/>
          </a:xfrm>
        </p:grpSpPr>
        <p:grpSp>
          <p:nvGrpSpPr>
            <p:cNvPr id="1380" name="Gruppieren 1379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1382" name="Gruppieren 1381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84" name="Rechteck 138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85" name="Rechteck 138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6" name="Ellipse 138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7" name="Ellipse 138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88" name="Textfeld 138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89" name="Textfeld 138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90" name="Ellipse 138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1" name="Ellipse 139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2" name="Textfeld 1391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3" name="Textfeld 1392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4" name="Ellipse 139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5" name="Ellipse 139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6" name="Textfeld 139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7" name="Textfeld 139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98" name="Ellipse 139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99" name="Ellipse 139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00" name="Textfeld 139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401" name="Textfeld 140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402" name="Rechteck 140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5" name="Rechteck 142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6" name="Rechteck 142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7" name="Rechteck 142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8" name="Rechteck 142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29" name="Rechteck 142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0" name="Rechteck 142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431" name="Rechteck 143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83" name="Textfeld 1382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1381" name="Textfeld 138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7" name="Gruppieren 966"/>
          <p:cNvGrpSpPr/>
          <p:nvPr/>
        </p:nvGrpSpPr>
        <p:grpSpPr>
          <a:xfrm>
            <a:off x="8242422" y="928318"/>
            <a:ext cx="358092" cy="1646254"/>
            <a:chOff x="1692193" y="1147824"/>
            <a:chExt cx="358092" cy="1646254"/>
          </a:xfrm>
        </p:grpSpPr>
        <p:grpSp>
          <p:nvGrpSpPr>
            <p:cNvPr id="1328" name="Gruppieren 1327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330" name="Gruppieren 1329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332" name="Rechteck 133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3" name="Rechteck 133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4" name="Ellipse 133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35" name="Ellipse 133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6" name="Textfeld 1335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37" name="Textfeld 1336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38" name="Ellipse 1337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39" name="Ellipse 1338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0" name="Textfeld 1339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1" name="Textfeld 1340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2" name="Ellipse 134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3" name="Ellipse 134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4" name="Textfeld 134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5" name="Textfeld 134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46" name="Ellipse 134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7" name="Ellipse 134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48" name="Textfeld 134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49" name="Textfeld 134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50" name="Rechteck 134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1" name="Rechteck 135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2" name="Rechteck 135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3" name="Rechteck 135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4" name="Rechteck 135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5" name="Rechteck 135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6" name="Rechteck 135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57" name="Rechteck 135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331" name="Textfeld 133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1329" name="Textfeld 132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69" name="Gruppieren 968"/>
          <p:cNvGrpSpPr/>
          <p:nvPr/>
        </p:nvGrpSpPr>
        <p:grpSpPr>
          <a:xfrm>
            <a:off x="8565093" y="928318"/>
            <a:ext cx="358092" cy="1646254"/>
            <a:chOff x="1692193" y="1147824"/>
            <a:chExt cx="358092" cy="1646254"/>
          </a:xfrm>
        </p:grpSpPr>
        <p:grpSp>
          <p:nvGrpSpPr>
            <p:cNvPr id="1295" name="Gruppieren 129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97" name="Gruppieren 129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99" name="Rechteck 129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300" name="Rechteck 129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1" name="Ellipse 130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2" name="Ellipse 130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3" name="Textfeld 130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304" name="Textfeld 130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305" name="Ellipse 130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6" name="Ellipse 130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07" name="Textfeld 130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8" name="Textfeld 130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09" name="Ellipse 130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0" name="Ellipse 130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1" name="Textfeld 131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2" name="Textfeld 131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313" name="Ellipse 131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4" name="Ellipse 131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5" name="Textfeld 131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316" name="Textfeld 131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317" name="Rechteck 131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8" name="Rechteck 131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19" name="Rechteck 131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0" name="Rechteck 131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1" name="Rechteck 132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2" name="Rechteck 132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3" name="Rechteck 132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324" name="Rechteck 132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98" name="Textfeld 129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1296" name="Textfeld 129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0" name="Gruppieren 969"/>
          <p:cNvGrpSpPr/>
          <p:nvPr/>
        </p:nvGrpSpPr>
        <p:grpSpPr>
          <a:xfrm>
            <a:off x="8887599" y="928318"/>
            <a:ext cx="358092" cy="1646254"/>
            <a:chOff x="1692193" y="1147824"/>
            <a:chExt cx="358092" cy="1646254"/>
          </a:xfrm>
        </p:grpSpPr>
        <p:grpSp>
          <p:nvGrpSpPr>
            <p:cNvPr id="1265" name="Gruppieren 126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67" name="Gruppieren 126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69" name="Rechteck 126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0" name="Rechteck 126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1" name="Ellipse 127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2" name="Ellipse 127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74" name="Textfeld 127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75" name="Ellipse 127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6" name="Ellipse 127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77" name="Textfeld 127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8" name="Textfeld 127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79" name="Ellipse 127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0" name="Ellipse 127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1" name="Textfeld 128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2" name="Textfeld 128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83" name="Ellipse 128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4" name="Ellipse 128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5" name="Textfeld 128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86" name="Textfeld 128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87" name="Rechteck 128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8" name="Rechteck 128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89" name="Rechteck 128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0" name="Rechteck 128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1" name="Rechteck 129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2" name="Rechteck 129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3" name="Rechteck 129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94" name="Rechteck 129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68" name="Textfeld 126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1266" name="Textfeld 126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971" name="Gruppieren 970"/>
          <p:cNvGrpSpPr/>
          <p:nvPr/>
        </p:nvGrpSpPr>
        <p:grpSpPr>
          <a:xfrm>
            <a:off x="9210105" y="928318"/>
            <a:ext cx="358092" cy="1646254"/>
            <a:chOff x="1692193" y="1147824"/>
            <a:chExt cx="358092" cy="1646254"/>
          </a:xfrm>
        </p:grpSpPr>
        <p:grpSp>
          <p:nvGrpSpPr>
            <p:cNvPr id="1235" name="Gruppieren 1234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Rechteck 1239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1" name="Ellipse 1240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2" name="Ellipse 1241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3" name="Textfeld 1242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244" name="Textfeld 1243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245" name="Ellipse 1244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6" name="Ellipse 1245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47" name="Textfeld 1246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8" name="Textfeld 1247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49" name="Ellipse 124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0" name="Ellipse 124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1" name="Textfeld 1250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2" name="Textfeld 1251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53" name="Ellipse 1252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4" name="Ellipse 1253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5" name="Textfeld 1254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1256" name="Textfeld 1255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1257" name="Rechteck 125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8" name="Rechteck 125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59" name="Rechteck 125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0" name="Rechteck 125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1" name="Rechteck 126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2" name="Rechteck 126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3" name="Rechteck 126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64" name="Rechteck 126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1236" name="Textfeld 1235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972" name="Gruppieren 971"/>
          <p:cNvGrpSpPr/>
          <p:nvPr/>
        </p:nvGrpSpPr>
        <p:grpSpPr>
          <a:xfrm>
            <a:off x="9527611" y="928318"/>
            <a:ext cx="358092" cy="1646254"/>
            <a:chOff x="1692193" y="1147824"/>
            <a:chExt cx="358092" cy="1646254"/>
          </a:xfrm>
        </p:grpSpPr>
        <p:grpSp>
          <p:nvGrpSpPr>
            <p:cNvPr id="1209" name="Gruppieren 1208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1211" name="Gruppieren 1210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1213" name="Rechteck 1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14" name="Rechteck 1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5" name="Ellipse 1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6" name="Ellipse 1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7" name="Ellipse 121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8" name="Ellipse 121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19" name="Textfeld 121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0" name="Textfeld 121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1221" name="Ellipse 122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2" name="Ellipse 122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3" name="Textfeld 1222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4" name="Textfeld 122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1225" name="Ellipse 122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6" name="Ellipse 122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7" name="Rechteck 1226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8" name="Rechteck 1227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29" name="Rechteck 1228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0" name="Rechteck 1229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1" name="Rechteck 1230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2" name="Rechteck 1231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3" name="Rechteck 1232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234" name="Rechteck 1233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212" name="Textfeld 121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1210" name="Textfeld 1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973" name="Gruppieren 972"/>
          <p:cNvGrpSpPr/>
          <p:nvPr/>
        </p:nvGrpSpPr>
        <p:grpSpPr>
          <a:xfrm>
            <a:off x="9852747" y="928318"/>
            <a:ext cx="357561" cy="1646254"/>
            <a:chOff x="1692724" y="1147824"/>
            <a:chExt cx="357561" cy="1646254"/>
          </a:xfrm>
        </p:grpSpPr>
        <p:grpSp>
          <p:nvGrpSpPr>
            <p:cNvPr id="1069" name="Gruppieren 1068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71" name="Gruppieren 1070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73" name="Rechteck 10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74" name="Rechteck 10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5" name="Ellipse 10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6" name="Ellipse 10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77" name="Textfeld 10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78" name="Textfeld 10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79" name="Ellipse 10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0" name="Ellipse 10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1" name="Ellipse 1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2" name="Ellipse 1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3" name="Textfeld 1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4" name="Textfeld 1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85" name="Ellipse 1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6" name="Ellipse 1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87" name="Textfeld 1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8" name="Textfeld 1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89" name="Rechteck 1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0" name="Rechteck 1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1" name="Rechteck 1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2" name="Rechteck 1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3" name="Rechteck 1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4" name="Rechteck 1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5" name="Rechteck 1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96" name="Rechteck 1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72" name="Textfeld 1071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1070" name="Textfeld 10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4" name="Gruppieren 973"/>
          <p:cNvGrpSpPr/>
          <p:nvPr/>
        </p:nvGrpSpPr>
        <p:grpSpPr>
          <a:xfrm>
            <a:off x="10177187" y="928318"/>
            <a:ext cx="357561" cy="1646254"/>
            <a:chOff x="1692724" y="1147824"/>
            <a:chExt cx="357561" cy="1646254"/>
          </a:xfrm>
        </p:grpSpPr>
        <p:grpSp>
          <p:nvGrpSpPr>
            <p:cNvPr id="1041" name="Gruppieren 1040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1043" name="Gruppieren 1042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1045" name="Rechteck 104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046" name="Rechteck 1045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7" name="Ellipse 1046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8" name="Ellipse 1047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49" name="Textfeld 1048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1050" name="Textfeld 1049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1051" name="Ellipse 1050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2" name="Ellipse 1051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3" name="Ellipse 10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4" name="Ellipse 10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5" name="Textfeld 10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6" name="Textfeld 10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1057" name="Ellipse 10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8" name="Ellipse 10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59" name="Textfeld 10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0" name="Textfeld 10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1061" name="Rechteck 10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2" name="Rechteck 10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3" name="Rechteck 10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4" name="Rechteck 10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5" name="Rechteck 10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6" name="Rechteck 10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7" name="Rechteck 10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1068" name="Rechteck 10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1044" name="Textfeld 1043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1042" name="Textfeld 1041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975" name="Gruppieren 974"/>
          <p:cNvGrpSpPr/>
          <p:nvPr/>
        </p:nvGrpSpPr>
        <p:grpSpPr>
          <a:xfrm>
            <a:off x="10503013" y="928318"/>
            <a:ext cx="355993" cy="1646254"/>
            <a:chOff x="1694292" y="1147824"/>
            <a:chExt cx="355993" cy="1646254"/>
          </a:xfrm>
        </p:grpSpPr>
        <p:grpSp>
          <p:nvGrpSpPr>
            <p:cNvPr id="1037" name="Gruppieren 1036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1039" name="Rechteck 1038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1040" name="Textfeld 103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1038" name="Textfeld 103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976" name="Textfeld 975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841" name="Gruppieren 84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653" name="Gruppieren 16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655" name="Gruppieren 16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657" name="Rechteck 16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58" name="Rechteck 16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9" name="Ellipse 16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60" name="Ellipse 16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1" name="Ellipse 16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2" name="Ellipse 16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3" name="Ellipse 16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4" name="Ellipse 16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5" name="Ellipse 16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6" name="Ellipse 16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7" name="Rechteck 16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8" name="Rechteck 16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69" name="Rechteck 16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0" name="Rechteck 16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1" name="Rechteck 16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2" name="Rechteck 16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3" name="Rechteck 16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74" name="Rechteck 16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56" name="Textfeld 16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654" name="Textfeld 16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842" name="Rechteck 84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3" name="Rechteck 84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" name="Rechteck 84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" name="Rechteck 84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6" name="Rechteck 84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7" name="Gruppieren 84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9" name="Gruppieren 13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71" name="Gruppieren 13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4" name="Ellipse 16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5" name="Textfeld 16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6" name="Textfeld 16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37" name="Ellipse 16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8" name="Ellipse 16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39" name="Textfeld 16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0" name="Textfeld 16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641" name="Ellipse 16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42" name="Ellipse 16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3" name="Textfeld 16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44" name="Textfeld 16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45" name="Rechteck 16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6" name="Rechteck 16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7" name="Rechteck 16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8" name="Rechteck 16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49" name="Rechteck 16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0" name="Rechteck 16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1" name="Rechteck 16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52" name="Rechteck 16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72" name="Textfeld 13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370" name="Textfeld 13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8" name="Gruppieren 84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93" name="Gruppieren 11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95" name="Gruppieren 11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97" name="Rechteck 11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98" name="Rechteck 11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9" name="Ellipse 11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0" name="Ellipse 11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1" name="Textfeld 12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02" name="Textfeld 12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03" name="Ellipse 12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4" name="Ellipse 12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5" name="Textfeld 12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6" name="Textfeld 12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07" name="Ellipse 12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08" name="Ellipse 12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6" name="Textfeld 13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7" name="Ellipse 13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Ellipse 13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Textfeld 13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60" name="Textfeld 13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Rechteck 13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Rechteck 13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96" name="Textfeld 11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94" name="Textfeld 11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49" name="Gruppieren 84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63" name="Gruppieren 11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65" name="Gruppieren 11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67" name="Rechteck 11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68" name="Rechteck 11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9" name="Ellipse 11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0" name="Ellipse 11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1" name="Textfeld 11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72" name="Textfeld 11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73" name="Ellipse 11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4" name="Ellipse 11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5" name="Textfeld 11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6" name="Textfeld 11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77" name="Ellipse 11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8" name="Ellipse 11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79" name="Textfeld 11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0" name="Textfeld 11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181" name="Ellipse 11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2" name="Ellipse 11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3" name="Textfeld 11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84" name="Textfeld 11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85" name="Rechteck 11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6" name="Rechteck 11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7" name="Rechteck 11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8" name="Rechteck 11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89" name="Rechteck 11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0" name="Rechteck 11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1" name="Rechteck 11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92" name="Rechteck 11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66" name="Textfeld 11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164" name="Textfeld 11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0" name="Gruppieren 84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133" name="Gruppieren 11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135" name="Gruppieren 11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37" name="Rechteck 11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38" name="Rechteck 11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9" name="Ellipse 11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0" name="Ellipse 11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1" name="Textfeld 11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42" name="Textfeld 11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43" name="Ellipse 11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4" name="Ellipse 11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5" name="Textfeld 11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6" name="Textfeld 11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47" name="Ellipse 11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8" name="Ellipse 11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49" name="Textfeld 11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0" name="Textfeld 11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51" name="Ellipse 11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52" name="Ellipse 11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3" name="Textfeld 11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54" name="Textfeld 11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55" name="Rechteck 11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6" name="Rechteck 11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7" name="Rechteck 11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8" name="Rechteck 11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59" name="Rechteck 11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0" name="Rechteck 11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1" name="Rechteck 11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62" name="Rechteck 11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36" name="Textfeld 11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134" name="Textfeld 11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1" name="Gruppieren 85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103" name="Gruppieren 110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105" name="Gruppieren 11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107" name="Rechteck 11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108" name="Rechteck 11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9" name="Ellipse 11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0" name="Ellipse 11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1" name="Textfeld 11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112" name="Textfeld 11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113" name="Ellipse 11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4" name="Ellipse 11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5" name="Textfeld 11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6" name="Textfeld 11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17" name="Ellipse 11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8" name="Ellipse 11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19" name="Textfeld 11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0" name="Textfeld 11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121" name="Ellipse 11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2" name="Ellipse 11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3" name="Textfeld 11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124" name="Textfeld 11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125" name="Rechteck 11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6" name="Rechteck 11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7" name="Rechteck 11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8" name="Rechteck 11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29" name="Rechteck 11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0" name="Rechteck 11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1" name="Rechteck 11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32" name="Rechteck 11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106" name="Textfeld 110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104" name="Textfeld 11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2" name="Gruppieren 85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013" name="Gruppieren 101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015" name="Gruppieren 10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017" name="Rechteck 10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018" name="Rechteck 10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9" name="Ellipse 10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0" name="Ellipse 10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1" name="Textfeld 10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022" name="Textfeld 10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023" name="Ellipse 10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4" name="Ellipse 10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5" name="Textfeld 10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6" name="Textfeld 10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27" name="Ellipse 10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8" name="Ellipse 10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29" name="Textfeld 10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0" name="Textfeld 10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031" name="Ellipse 10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2" name="Ellipse 10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3" name="Textfeld 10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34" name="Textfeld 10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35" name="Rechteck 10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36" name="Rechteck 10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7" name="Rechteck 10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8" name="Rechteck 10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99" name="Rechteck 10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0" name="Rechteck 10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1" name="Rechteck 11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102" name="Rechteck 11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016" name="Textfeld 101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014" name="Textfeld 10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53" name="Gruppieren 85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83" name="Gruppieren 9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85" name="Gruppieren 9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87" name="Rechteck 9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88" name="Rechteck 9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9" name="Ellipse 9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0" name="Ellipse 9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1" name="Textfeld 9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92" name="Textfeld 9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93" name="Ellipse 9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4" name="Ellipse 9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5" name="Textfeld 9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6" name="Textfeld 9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97" name="Ellipse 9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8" name="Ellipse 9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99" name="Textfeld 9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0" name="Textfeld 9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001" name="Ellipse 10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2" name="Ellipse 10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3" name="Textfeld 10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004" name="Textfeld 10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005" name="Rechteck 10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6" name="Rechteck 10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7" name="Rechteck 10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8" name="Rechteck 10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09" name="Rechteck 10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0" name="Rechteck 10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1" name="Rechteck 10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012" name="Rechteck 10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86" name="Textfeld 9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84" name="Textfeld 9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854" name="Gruppieren 85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933" name="Gruppieren 93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35" name="Gruppieren 9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7" name="Rechteck 9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8" name="Rechteck 9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9" name="Ellipse 9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0" name="Ellipse 9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1" name="Textfeld 9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42" name="Textfeld 9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43" name="Ellipse 9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4" name="Ellipse 9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5" name="Textfeld 9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6" name="Textfeld 9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47" name="Ellipse 9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8" name="Ellipse 9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49" name="Textfeld 9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0" name="Textfeld 9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51" name="Ellipse 9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2" name="Ellipse 9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53" name="Textfeld 9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54" name="Textfeld 9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966" name="Rechteck 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68" name="Rechteck 9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7" name="Rechteck 9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8" name="Rechteck 9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79" name="Rechteck 9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0" name="Rechteck 9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1" name="Rechteck 9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82" name="Rechteck 9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6" name="Textfeld 93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34" name="Textfeld 9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855" name="Gruppieren 85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929" name="Gruppieren 92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931" name="Rechteck 93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2" name="Textfeld 93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930" name="Textfeld 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56" name="Textfeld 85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857" name="Gruppieren 85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896" name="Gruppieren 89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98" name="Gruppieren 89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00" name="Gruppieren 89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2" name="Rechteck 90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" name="Rechteck 90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" name="Ellipse 90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5" name="Ellipse 90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" name="Textfeld 90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" name="Ellipse 90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" name="Ellipse 90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" name="Textfeld 90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0" name="Textfeld 90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1" name="Ellipse 91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" name="Ellipse 91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" name="Textfeld 91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4" name="Textfeld 91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5" name="Ellipse 91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" name="Ellipse 91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" name="Textfeld 91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8" name="Textfeld 91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9" name="Rechteck 91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" name="Rechteck 91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" name="Rechteck 92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" name="Rechteck 92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" name="Rechteck 9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" name="Rechteck 9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" name="Rechteck 9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" name="Rechteck 9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1" name="Textfeld 90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99" name="Textfeld 89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897" name="Textfeld 89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676" name="Gruppieren 167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678" name="Gruppieren 16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680" name="Rechteck 16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81" name="Rechteck 16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2" name="Ellipse 16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3" name="Ellipse 16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4" name="Textfeld 16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85" name="Textfeld 16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86" name="Ellipse 16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7" name="Ellipse 16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88" name="Textfeld 16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89" name="Textfeld 16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0" name="Ellipse 16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1" name="Ellipse 16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2" name="Textfeld 16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3" name="Textfeld 16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698" name="Rechteck 16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Rechteck 16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Rechteck 16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Rechteck 17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Rechteck 17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3" name="Rechteck 17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4" name="Rechteck 17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Rechteck 17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79" name="Textfeld 167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677" name="Textfeld 16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77341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1536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12f</a:t>
            </a:r>
          </a:p>
        </p:txBody>
      </p:sp>
      <p:grpSp>
        <p:nvGrpSpPr>
          <p:cNvPr id="7034" name="Gruppieren 7033"/>
          <p:cNvGrpSpPr/>
          <p:nvPr/>
        </p:nvGrpSpPr>
        <p:grpSpPr>
          <a:xfrm>
            <a:off x="639495" y="2872756"/>
            <a:ext cx="324950" cy="1652928"/>
            <a:chOff x="1694292" y="1141150"/>
            <a:chExt cx="324950" cy="1652928"/>
          </a:xfrm>
        </p:grpSpPr>
        <p:grpSp>
          <p:nvGrpSpPr>
            <p:cNvPr id="7456" name="Gruppieren 7455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7458" name="Gruppieren 7457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7460" name="Rechteck 74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1" name="Rechteck 74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2" name="Ellipse 74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63" name="Ellipse 74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4" name="Ellipse 746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5" name="Ellipse 746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6" name="Ellipse 746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7" name="Ellipse 746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8" name="Ellipse 746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69" name="Ellipse 746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0" name="Rechteck 746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1" name="Rechteck 747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2" name="Rechteck 747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3" name="Rechteck 747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4" name="Rechteck 747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5" name="Rechteck 747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6" name="Rechteck 747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77" name="Rechteck 747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59" name="Textfeld 745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7457" name="Textfeld 74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7035" name="Rechteck 7034"/>
          <p:cNvSpPr/>
          <p:nvPr/>
        </p:nvSpPr>
        <p:spPr>
          <a:xfrm>
            <a:off x="400111" y="3035457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6" name="Rechteck 7035"/>
          <p:cNvSpPr/>
          <p:nvPr/>
        </p:nvSpPr>
        <p:spPr>
          <a:xfrm>
            <a:off x="476887" y="3216857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7" name="Rechteck 7036"/>
          <p:cNvSpPr/>
          <p:nvPr/>
        </p:nvSpPr>
        <p:spPr>
          <a:xfrm>
            <a:off x="433413" y="3259533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8" name="Rechteck 7037"/>
          <p:cNvSpPr/>
          <p:nvPr/>
        </p:nvSpPr>
        <p:spPr>
          <a:xfrm>
            <a:off x="477557" y="3825348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039" name="Rechteck 7038"/>
          <p:cNvSpPr/>
          <p:nvPr/>
        </p:nvSpPr>
        <p:spPr>
          <a:xfrm>
            <a:off x="434083" y="3868024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7040" name="Gruppieren 7039"/>
          <p:cNvGrpSpPr/>
          <p:nvPr/>
        </p:nvGrpSpPr>
        <p:grpSpPr>
          <a:xfrm>
            <a:off x="1289910" y="2872756"/>
            <a:ext cx="327049" cy="1652928"/>
            <a:chOff x="1692193" y="1141150"/>
            <a:chExt cx="327049" cy="1652928"/>
          </a:xfrm>
        </p:grpSpPr>
        <p:grpSp>
          <p:nvGrpSpPr>
            <p:cNvPr id="7426" name="Gruppieren 742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428" name="Gruppieren 74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30" name="Rechteck 74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31" name="Rechteck 74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2" name="Ellipse 74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3" name="Ellipse 74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4" name="Textfeld 74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35" name="Textfeld 74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36" name="Ellipse 74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7" name="Ellipse 74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38" name="Textfeld 74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39" name="Textfeld 74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0" name="Ellipse 74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1" name="Ellipse 74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2" name="Textfeld 74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3" name="Textfeld 74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44" name="Ellipse 74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45" name="Ellipse 74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6" name="Textfeld 74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47" name="Textfeld 74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48" name="Rechteck 74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49" name="Rechteck 74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0" name="Rechteck 74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1" name="Rechteck 74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2" name="Rechteck 74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3" name="Rechteck 74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4" name="Rechteck 74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55" name="Rechteck 74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429" name="Textfeld 742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7427" name="Textfeld 74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1" name="Gruppieren 7040"/>
          <p:cNvGrpSpPr/>
          <p:nvPr/>
        </p:nvGrpSpPr>
        <p:grpSpPr>
          <a:xfrm>
            <a:off x="1613889" y="2872756"/>
            <a:ext cx="327049" cy="1652928"/>
            <a:chOff x="1692193" y="1141150"/>
            <a:chExt cx="327049" cy="1652928"/>
          </a:xfrm>
        </p:grpSpPr>
        <p:grpSp>
          <p:nvGrpSpPr>
            <p:cNvPr id="7396" name="Gruppieren 739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98" name="Gruppieren 739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400" name="Rechteck 739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401" name="Rechteck 740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2" name="Ellipse 740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3" name="Ellipse 740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4" name="Textfeld 740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405" name="Textfeld 740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406" name="Ellipse 740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7" name="Ellipse 740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08" name="Textfeld 740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09" name="Textfeld 740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0" name="Ellipse 740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1" name="Ellipse 741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2" name="Textfeld 741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3" name="Textfeld 741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414" name="Ellipse 741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5" name="Ellipse 741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6" name="Textfeld 741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417" name="Textfeld 741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418" name="Rechteck 741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19" name="Rechteck 741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0" name="Rechteck 741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1" name="Rechteck 742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2" name="Rechteck 742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3" name="Rechteck 742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4" name="Rechteck 742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425" name="Rechteck 742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99" name="Textfeld 739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7397" name="Textfeld 739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3" name="Gruppieren 7042"/>
          <p:cNvGrpSpPr/>
          <p:nvPr/>
        </p:nvGrpSpPr>
        <p:grpSpPr>
          <a:xfrm>
            <a:off x="1939382" y="2872756"/>
            <a:ext cx="327049" cy="1652928"/>
            <a:chOff x="1692193" y="1141150"/>
            <a:chExt cx="327049" cy="1652928"/>
          </a:xfrm>
        </p:grpSpPr>
        <p:grpSp>
          <p:nvGrpSpPr>
            <p:cNvPr id="7336" name="Gruppieren 733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38" name="Gruppieren 733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40" name="Rechteck 73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1" name="Rechteck 734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2" name="Ellipse 734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3" name="Ellipse 734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44" name="Textfeld 734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45" name="Textfeld 734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46" name="Ellipse 734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7" name="Ellipse 734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48" name="Textfeld 734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49" name="Textfeld 734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0" name="Ellipse 734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1" name="Ellipse 735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52" name="Textfeld 7351"/>
                <p:cNvSpPr txBox="1"/>
                <p:nvPr/>
              </p:nvSpPr>
              <p:spPr>
                <a:xfrm>
                  <a:off x="1692643" y="219371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3" name="Textfeld 735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54" name="Ellipse 735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5" name="Ellipse 735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6" name="Textfeld 735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57" name="Textfeld 735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58" name="Rechteck 735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59" name="Rechteck 735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0" name="Rechteck 735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1" name="Rechteck 736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2" name="Rechteck 736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3" name="Rechteck 736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4" name="Rechteck 736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65" name="Rechteck 736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39" name="Textfeld 733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7337" name="Textfeld 733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4" name="Gruppieren 7043"/>
          <p:cNvGrpSpPr/>
          <p:nvPr/>
        </p:nvGrpSpPr>
        <p:grpSpPr>
          <a:xfrm>
            <a:off x="2266307" y="2872756"/>
            <a:ext cx="327049" cy="1652928"/>
            <a:chOff x="1692193" y="1141150"/>
            <a:chExt cx="327049" cy="1652928"/>
          </a:xfrm>
        </p:grpSpPr>
        <p:grpSp>
          <p:nvGrpSpPr>
            <p:cNvPr id="7306" name="Gruppieren 7305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7308" name="Gruppieren 730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310" name="Rechteck 73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11" name="Rechteck 731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2" name="Ellipse 731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3" name="Ellipse 731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4" name="Textfeld 731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315" name="Textfeld 731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316" name="Ellipse 731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7" name="Ellipse 731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18" name="Textfeld 731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19" name="Textfeld 731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0" name="Ellipse 731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1" name="Ellipse 732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2" name="Textfeld 732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3" name="Textfeld 732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324" name="Ellipse 732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325" name="Ellipse 732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6" name="Textfeld 732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327" name="Textfeld 732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328" name="Rechteck 732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29" name="Rechteck 732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0" name="Rechteck 732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1" name="Rechteck 733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2" name="Rechteck 733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3" name="Rechteck 733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4" name="Rechteck 733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335" name="Rechteck 733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309" name="Textfeld 7308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7307" name="Textfeld 730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7046" name="Gruppieren 7045"/>
          <p:cNvGrpSpPr/>
          <p:nvPr/>
        </p:nvGrpSpPr>
        <p:grpSpPr>
          <a:xfrm>
            <a:off x="2913173" y="2872756"/>
            <a:ext cx="371759" cy="1652928"/>
            <a:chOff x="1692193" y="1141150"/>
            <a:chExt cx="371759" cy="1652928"/>
          </a:xfrm>
        </p:grpSpPr>
        <p:grpSp>
          <p:nvGrpSpPr>
            <p:cNvPr id="7246" name="Gruppieren 7245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248" name="Gruppieren 724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50" name="Rechteck 72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51" name="Rechteck 725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2" name="Ellipse 725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3" name="Ellipse 725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4" name="Textfeld 725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55" name="Textfeld 725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56" name="Ellipse 72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7" name="Ellipse 72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58" name="Textfeld 72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59" name="Textfeld 7258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0" name="Ellipse 72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1" name="Ellipse 72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2" name="Textfeld 726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63" name="Textfeld 72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64" name="Ellipse 72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5" name="Ellipse 72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6" name="Textfeld 726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7" name="Textfeld 726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268" name="Rechteck 726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69" name="Rechteck 726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0" name="Rechteck 726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1" name="Rechteck 727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2" name="Rechteck 727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3" name="Rechteck 727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4" name="Rechteck 727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75" name="Rechteck 727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49" name="Textfeld 7248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9</a:t>
                </a:r>
              </a:p>
            </p:txBody>
          </p:sp>
        </p:grpSp>
        <p:sp>
          <p:nvSpPr>
            <p:cNvPr id="7247" name="Textfeld 724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grpSp>
        <p:nvGrpSpPr>
          <p:cNvPr id="7047" name="Gruppieren 7046"/>
          <p:cNvGrpSpPr/>
          <p:nvPr/>
        </p:nvGrpSpPr>
        <p:grpSpPr>
          <a:xfrm>
            <a:off x="3237611" y="2881052"/>
            <a:ext cx="358092" cy="1646254"/>
            <a:chOff x="1692193" y="1147824"/>
            <a:chExt cx="358092" cy="1646254"/>
          </a:xfrm>
        </p:grpSpPr>
        <p:grpSp>
          <p:nvGrpSpPr>
            <p:cNvPr id="7216" name="Gruppieren 721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218" name="Gruppieren 721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220" name="Rechteck 721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1" name="Rechteck 722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2" name="Ellipse 722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223" name="Ellipse 722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4" name="Textfeld 722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225" name="Textfeld 722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226" name="Ellipse 722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7" name="Ellipse 722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28" name="Textfeld 722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29" name="Textfeld 722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0" name="Ellipse 722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1" name="Ellipse 723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2" name="Textfeld 723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233" name="Textfeld 723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34" name="Ellipse 723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5" name="Ellipse 723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6" name="Textfeld 723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7" name="Textfeld 723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7238" name="Rechteck 723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39" name="Rechteck 723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0" name="Rechteck 723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1" name="Rechteck 724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2" name="Rechteck 724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3" name="Rechteck 724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4" name="Rechteck 724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45" name="Rechteck 724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219" name="Textfeld 721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7217" name="Textfeld 721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EL3054</a:t>
              </a:r>
            </a:p>
          </p:txBody>
        </p:sp>
      </p:grpSp>
      <p:grpSp>
        <p:nvGrpSpPr>
          <p:cNvPr id="7048" name="Gruppieren 7047"/>
          <p:cNvGrpSpPr/>
          <p:nvPr/>
        </p:nvGrpSpPr>
        <p:grpSpPr>
          <a:xfrm>
            <a:off x="3560282" y="2881052"/>
            <a:ext cx="358092" cy="1646254"/>
            <a:chOff x="1692193" y="1147824"/>
            <a:chExt cx="358092" cy="1646254"/>
          </a:xfrm>
        </p:grpSpPr>
        <p:grpSp>
          <p:nvGrpSpPr>
            <p:cNvPr id="7186" name="Gruppieren 718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88" name="Gruppieren 718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90" name="Rechteck 71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1" name="Rechteck 719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2" name="Ellipse 719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93" name="Ellipse 719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4" name="Textfeld 719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95" name="Textfeld 719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96" name="Ellipse 719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7" name="Ellipse 719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98" name="Textfeld 719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99" name="Textfeld 719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200" name="Ellipse 719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1" name="Ellipse 720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2" name="Textfeld 720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5</a:t>
                  </a:r>
                  <a:endParaRPr lang="de-DE" dirty="0"/>
                </a:p>
              </p:txBody>
            </p:sp>
            <p:sp>
              <p:nvSpPr>
                <p:cNvPr id="7203" name="Textfeld 720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6</a:t>
                  </a:r>
                  <a:endParaRPr lang="de-DE" dirty="0"/>
                </a:p>
              </p:txBody>
            </p:sp>
            <p:sp>
              <p:nvSpPr>
                <p:cNvPr id="7204" name="Ellipse 720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5" name="Ellipse 720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6" name="Textfeld 720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7</a:t>
                  </a:r>
                  <a:endParaRPr lang="de-DE" dirty="0"/>
                </a:p>
              </p:txBody>
            </p:sp>
            <p:sp>
              <p:nvSpPr>
                <p:cNvPr id="7207" name="Textfeld 720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8</a:t>
                  </a:r>
                  <a:endParaRPr lang="de-DE" dirty="0"/>
                </a:p>
              </p:txBody>
            </p:sp>
            <p:sp>
              <p:nvSpPr>
                <p:cNvPr id="7208" name="Rechteck 720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09" name="Rechteck 720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0" name="Rechteck 720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1" name="Rechteck 721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2" name="Rechteck 721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3" name="Rechteck 721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4" name="Rechteck 721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215" name="Rechteck 721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89" name="Textfeld 718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7187" name="Textfeld 718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EL3058</a:t>
              </a:r>
            </a:p>
          </p:txBody>
        </p:sp>
      </p:grpSp>
      <p:grpSp>
        <p:nvGrpSpPr>
          <p:cNvPr id="7049" name="Gruppieren 7048"/>
          <p:cNvGrpSpPr/>
          <p:nvPr/>
        </p:nvGrpSpPr>
        <p:grpSpPr>
          <a:xfrm>
            <a:off x="3883319" y="2881052"/>
            <a:ext cx="357561" cy="1646254"/>
            <a:chOff x="1692724" y="1147824"/>
            <a:chExt cx="357561" cy="1646254"/>
          </a:xfrm>
        </p:grpSpPr>
        <p:grpSp>
          <p:nvGrpSpPr>
            <p:cNvPr id="7156" name="Gruppieren 7155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7158" name="Gruppieren 7157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7160" name="Rechteck 715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61" name="Rechteck 716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2" name="Ellipse 716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3" name="Ellipse 716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4" name="Textfeld 716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65" name="Textfeld 716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66" name="Ellipse 716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7" name="Ellipse 716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68" name="Textfeld 7167"/>
                <p:cNvSpPr txBox="1"/>
                <p:nvPr/>
              </p:nvSpPr>
              <p:spPr>
                <a:xfrm>
                  <a:off x="1704893" y="196092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69" name="Textfeld 7168"/>
                <p:cNvSpPr txBox="1"/>
                <p:nvPr/>
              </p:nvSpPr>
              <p:spPr>
                <a:xfrm>
                  <a:off x="1828246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0" name="Ellipse 716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1" name="Ellipse 717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2" name="Textfeld 717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3" name="Textfeld 717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74" name="Ellipse 717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5" name="Ellipse 717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6" name="Textfeld 717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77" name="Textfeld 717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78" name="Rechteck 717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79" name="Rechteck 717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0" name="Rechteck 717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1" name="Rechteck 718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2" name="Rechteck 718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3" name="Rechteck 718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4" name="Rechteck 718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85" name="Rechteck 718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59" name="Textfeld 715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7157" name="Textfeld 715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0" name="Gruppieren 7049"/>
          <p:cNvGrpSpPr/>
          <p:nvPr/>
        </p:nvGrpSpPr>
        <p:grpSpPr>
          <a:xfrm>
            <a:off x="4205294" y="2881052"/>
            <a:ext cx="358092" cy="1646254"/>
            <a:chOff x="1692193" y="1147824"/>
            <a:chExt cx="358092" cy="1646254"/>
          </a:xfrm>
        </p:grpSpPr>
        <p:grpSp>
          <p:nvGrpSpPr>
            <p:cNvPr id="7126" name="Gruppieren 7125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7128" name="Gruppieren 7127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130" name="Rechteck 712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31" name="Rechteck 7130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2" name="Ellipse 7131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tx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3" name="Ellipse 7132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4" name="Textfeld 7133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35" name="Textfeld 7134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36" name="Ellipse 713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7" name="Ellipse 713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38" name="Textfeld 713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39" name="Textfeld 713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0" name="Ellipse 713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1" name="Ellipse 714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2" name="Textfeld 7141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3" name="Textfeld 714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7144" name="Ellipse 714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5" name="Ellipse 714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6" name="Textfeld 7145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47" name="Textfeld 7146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48" name="Rechteck 7147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49" name="Rechteck 7148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0" name="Rechteck 7149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1" name="Rechteck 7150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2" name="Rechteck 7151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3" name="Rechteck 7152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4" name="Rechteck 7153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55" name="Rechteck 7154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129" name="Textfeld 7128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7127" name="Textfeld 7126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7051" name="Gruppieren 7050"/>
          <p:cNvGrpSpPr/>
          <p:nvPr/>
        </p:nvGrpSpPr>
        <p:grpSpPr>
          <a:xfrm>
            <a:off x="4532568" y="2881052"/>
            <a:ext cx="355993" cy="1646254"/>
            <a:chOff x="1694292" y="1147824"/>
            <a:chExt cx="355993" cy="1646254"/>
          </a:xfrm>
        </p:grpSpPr>
        <p:grpSp>
          <p:nvGrpSpPr>
            <p:cNvPr id="7122" name="Gruppieren 7121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7124" name="Rechteck 7123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125" name="Textfeld 712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7123" name="Textfeld 712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grpSp>
        <p:nvGrpSpPr>
          <p:cNvPr id="7052" name="Gruppieren 7051"/>
          <p:cNvGrpSpPr/>
          <p:nvPr/>
        </p:nvGrpSpPr>
        <p:grpSpPr>
          <a:xfrm>
            <a:off x="2590519" y="2872756"/>
            <a:ext cx="371759" cy="1652928"/>
            <a:chOff x="1692193" y="1141150"/>
            <a:chExt cx="371759" cy="1652928"/>
          </a:xfrm>
        </p:grpSpPr>
        <p:grpSp>
          <p:nvGrpSpPr>
            <p:cNvPr id="7092" name="Gruppieren 7091"/>
            <p:cNvGrpSpPr/>
            <p:nvPr/>
          </p:nvGrpSpPr>
          <p:grpSpPr>
            <a:xfrm>
              <a:off x="1692193" y="1141150"/>
              <a:ext cx="371759" cy="1536639"/>
              <a:chOff x="1692193" y="1141150"/>
              <a:chExt cx="371759" cy="1536639"/>
            </a:xfrm>
          </p:grpSpPr>
          <p:grpSp>
            <p:nvGrpSpPr>
              <p:cNvPr id="7094" name="Gruppieren 7093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7096" name="Rechteck 70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97" name="Rechteck 70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8" name="Ellipse 70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9" name="Ellipse 70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0" name="Textfeld 70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7101" name="Textfeld 71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7102" name="Ellipse 71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3" name="Ellipse 71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4" name="Textfeld 7103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5" name="Textfeld 7104"/>
                <p:cNvSpPr txBox="1"/>
                <p:nvPr/>
              </p:nvSpPr>
              <p:spPr>
                <a:xfrm>
                  <a:off x="1812371" y="196951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06" name="Ellipse 7105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accent2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7" name="Ellipse 7106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08" name="Textfeld 7107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7109" name="Textfeld 7108"/>
                <p:cNvSpPr txBox="1"/>
                <p:nvPr/>
              </p:nvSpPr>
              <p:spPr>
                <a:xfrm>
                  <a:off x="1819252" y="2195204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7110" name="Ellipse 7109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1" name="Ellipse 7110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2" name="Textfeld 7111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3" name="Textfeld 7112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7114" name="Rechteck 7113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5" name="Rechteck 7114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6" name="Rechteck 7115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7" name="Rechteck 7116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8" name="Rechteck 7117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19" name="Rechteck 7118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0" name="Rechteck 7119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121" name="Rechteck 7120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7095" name="Textfeld 7094"/>
              <p:cNvSpPr txBox="1"/>
              <p:nvPr/>
            </p:nvSpPr>
            <p:spPr>
              <a:xfrm>
                <a:off x="1701466" y="1141150"/>
                <a:ext cx="36248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7093" name="Textfeld 70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EL3064</a:t>
              </a:r>
            </a:p>
          </p:txBody>
        </p:sp>
      </p:grpSp>
      <p:sp>
        <p:nvSpPr>
          <p:cNvPr id="7053" name="Textfeld 7052"/>
          <p:cNvSpPr txBox="1"/>
          <p:nvPr/>
        </p:nvSpPr>
        <p:spPr>
          <a:xfrm>
            <a:off x="395599" y="4355801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700" dirty="0">
                <a:latin typeface="Arial" panose="020B0604020202020204" pitchFamily="34" charset="0"/>
                <a:cs typeface="Arial" panose="020B0604020202020204" pitchFamily="34" charset="0"/>
              </a:rPr>
              <a:t>BC4</a:t>
            </a:r>
          </a:p>
        </p:txBody>
      </p:sp>
      <p:grpSp>
        <p:nvGrpSpPr>
          <p:cNvPr id="7054" name="Gruppieren 7053"/>
          <p:cNvGrpSpPr/>
          <p:nvPr/>
        </p:nvGrpSpPr>
        <p:grpSpPr>
          <a:xfrm>
            <a:off x="965084" y="2922947"/>
            <a:ext cx="324950" cy="1602737"/>
            <a:chOff x="2526020" y="269422"/>
            <a:chExt cx="324950" cy="1602737"/>
          </a:xfrm>
        </p:grpSpPr>
        <p:sp>
          <p:nvSpPr>
            <p:cNvPr id="7055" name="Rechteck 7054"/>
            <p:cNvSpPr/>
            <p:nvPr/>
          </p:nvSpPr>
          <p:spPr>
            <a:xfrm>
              <a:off x="2533990" y="269422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6" name="Ellipse 7055"/>
            <p:cNvSpPr/>
            <p:nvPr/>
          </p:nvSpPr>
          <p:spPr>
            <a:xfrm>
              <a:off x="2589784" y="78460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57" name="Ellipse 7056"/>
            <p:cNvSpPr/>
            <p:nvPr/>
          </p:nvSpPr>
          <p:spPr>
            <a:xfrm>
              <a:off x="2715430" y="78460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8" name="Ellipse 7057"/>
            <p:cNvSpPr/>
            <p:nvPr/>
          </p:nvSpPr>
          <p:spPr>
            <a:xfrm>
              <a:off x="2591917" y="90033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59" name="Ellipse 7058"/>
            <p:cNvSpPr/>
            <p:nvPr/>
          </p:nvSpPr>
          <p:spPr>
            <a:xfrm>
              <a:off x="2718638" y="90033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0" name="Textfeld 7059"/>
            <p:cNvSpPr txBox="1"/>
            <p:nvPr/>
          </p:nvSpPr>
          <p:spPr>
            <a:xfrm>
              <a:off x="2582744" y="280578"/>
              <a:ext cx="211966" cy="95619"/>
            </a:xfrm>
            <a:prstGeom prst="rect">
              <a:avLst/>
            </a:prstGeom>
            <a:noFill/>
          </p:spPr>
          <p:txBody>
            <a:bodyPr wrap="square" rtlCol="0" anchor="ctr" anchorCtr="1">
              <a:no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061" name="Textfeld 7060"/>
            <p:cNvSpPr txBox="1"/>
            <p:nvPr/>
          </p:nvSpPr>
          <p:spPr>
            <a:xfrm>
              <a:off x="2526020" y="1706386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EL1808</a:t>
              </a:r>
            </a:p>
          </p:txBody>
        </p:sp>
        <p:sp>
          <p:nvSpPr>
            <p:cNvPr id="7062" name="Ellipse 7061"/>
            <p:cNvSpPr/>
            <p:nvPr/>
          </p:nvSpPr>
          <p:spPr>
            <a:xfrm>
              <a:off x="2590158" y="1017421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3" name="Ellipse 7062"/>
            <p:cNvSpPr/>
            <p:nvPr/>
          </p:nvSpPr>
          <p:spPr>
            <a:xfrm>
              <a:off x="2715804" y="1017421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4" name="Ellipse 7063"/>
            <p:cNvSpPr/>
            <p:nvPr/>
          </p:nvSpPr>
          <p:spPr>
            <a:xfrm>
              <a:off x="2592291" y="1133154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5" name="Ellipse 7064"/>
            <p:cNvSpPr/>
            <p:nvPr/>
          </p:nvSpPr>
          <p:spPr>
            <a:xfrm>
              <a:off x="2719012" y="1133154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6" name="Ellipse 7065"/>
            <p:cNvSpPr/>
            <p:nvPr/>
          </p:nvSpPr>
          <p:spPr>
            <a:xfrm>
              <a:off x="2595289" y="125068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67" name="Ellipse 7066"/>
            <p:cNvSpPr/>
            <p:nvPr/>
          </p:nvSpPr>
          <p:spPr>
            <a:xfrm>
              <a:off x="2720935" y="125068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8" name="Ellipse 7067"/>
            <p:cNvSpPr/>
            <p:nvPr/>
          </p:nvSpPr>
          <p:spPr>
            <a:xfrm>
              <a:off x="2597422" y="136641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69" name="Ellipse 7068"/>
            <p:cNvSpPr/>
            <p:nvPr/>
          </p:nvSpPr>
          <p:spPr>
            <a:xfrm>
              <a:off x="2724143" y="136641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0" name="Ellipse 7069"/>
            <p:cNvSpPr/>
            <p:nvPr/>
          </p:nvSpPr>
          <p:spPr>
            <a:xfrm>
              <a:off x="2595663" y="1483500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7071" name="Ellipse 7070"/>
            <p:cNvSpPr/>
            <p:nvPr/>
          </p:nvSpPr>
          <p:spPr>
            <a:xfrm>
              <a:off x="2721309" y="1483500"/>
              <a:ext cx="80420" cy="79775"/>
            </a:xfrm>
            <a:prstGeom prst="ellipse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2" name="Ellipse 7071"/>
            <p:cNvSpPr/>
            <p:nvPr/>
          </p:nvSpPr>
          <p:spPr>
            <a:xfrm>
              <a:off x="2597796" y="1599233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73" name="Ellipse 7072"/>
            <p:cNvSpPr/>
            <p:nvPr/>
          </p:nvSpPr>
          <p:spPr>
            <a:xfrm>
              <a:off x="2724517" y="1599233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74" name="Gruppieren 7073"/>
            <p:cNvGrpSpPr/>
            <p:nvPr/>
          </p:nvGrpSpPr>
          <p:grpSpPr>
            <a:xfrm>
              <a:off x="2595663" y="381169"/>
              <a:ext cx="196168" cy="386670"/>
              <a:chOff x="2599151" y="387353"/>
              <a:chExt cx="196168" cy="386670"/>
            </a:xfrm>
          </p:grpSpPr>
          <p:sp>
            <p:nvSpPr>
              <p:cNvPr id="7075" name="Rechteck 7074"/>
              <p:cNvSpPr/>
              <p:nvPr/>
            </p:nvSpPr>
            <p:spPr>
              <a:xfrm>
                <a:off x="2599151" y="387353"/>
                <a:ext cx="196168" cy="38667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6" name="Rechteck 7075"/>
              <p:cNvSpPr/>
              <p:nvPr/>
            </p:nvSpPr>
            <p:spPr>
              <a:xfrm>
                <a:off x="2616985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7" name="Rechteck 7076"/>
              <p:cNvSpPr/>
              <p:nvPr/>
            </p:nvSpPr>
            <p:spPr>
              <a:xfrm>
                <a:off x="2615650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8" name="Rechteck 7077"/>
              <p:cNvSpPr/>
              <p:nvPr/>
            </p:nvSpPr>
            <p:spPr>
              <a:xfrm>
                <a:off x="2617748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9" name="Rechteck 7078"/>
              <p:cNvSpPr/>
              <p:nvPr/>
            </p:nvSpPr>
            <p:spPr>
              <a:xfrm>
                <a:off x="2617747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0" name="Rechteck 7079"/>
              <p:cNvSpPr/>
              <p:nvPr/>
            </p:nvSpPr>
            <p:spPr>
              <a:xfrm>
                <a:off x="2616630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1" name="Rechteck 7080"/>
              <p:cNvSpPr/>
              <p:nvPr/>
            </p:nvSpPr>
            <p:spPr>
              <a:xfrm>
                <a:off x="2618470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2" name="Rechteck 7081"/>
              <p:cNvSpPr/>
              <p:nvPr/>
            </p:nvSpPr>
            <p:spPr>
              <a:xfrm>
                <a:off x="2617393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3" name="Rechteck 7082"/>
              <p:cNvSpPr/>
              <p:nvPr/>
            </p:nvSpPr>
            <p:spPr>
              <a:xfrm>
                <a:off x="2617392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4" name="Rechteck 7083"/>
              <p:cNvSpPr/>
              <p:nvPr/>
            </p:nvSpPr>
            <p:spPr>
              <a:xfrm>
                <a:off x="2713242" y="40323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5" name="Rechteck 7084"/>
              <p:cNvSpPr/>
              <p:nvPr/>
            </p:nvSpPr>
            <p:spPr>
              <a:xfrm>
                <a:off x="2715082" y="449841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6" name="Rechteck 7085"/>
              <p:cNvSpPr/>
              <p:nvPr/>
            </p:nvSpPr>
            <p:spPr>
              <a:xfrm>
                <a:off x="2714005" y="497436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7" name="Rechteck 7086"/>
              <p:cNvSpPr/>
              <p:nvPr/>
            </p:nvSpPr>
            <p:spPr>
              <a:xfrm>
                <a:off x="2714004" y="542694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8" name="Rechteck 7087"/>
              <p:cNvSpPr/>
              <p:nvPr/>
            </p:nvSpPr>
            <p:spPr>
              <a:xfrm>
                <a:off x="2716062" y="589303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89" name="Rechteck 7088"/>
              <p:cNvSpPr/>
              <p:nvPr/>
            </p:nvSpPr>
            <p:spPr>
              <a:xfrm>
                <a:off x="2714727" y="635912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0" name="Rechteck 7089"/>
              <p:cNvSpPr/>
              <p:nvPr/>
            </p:nvSpPr>
            <p:spPr>
              <a:xfrm>
                <a:off x="2716825" y="683507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91" name="Rechteck 7090"/>
              <p:cNvSpPr/>
              <p:nvPr/>
            </p:nvSpPr>
            <p:spPr>
              <a:xfrm>
                <a:off x="2716824" y="728765"/>
                <a:ext cx="55847" cy="288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4" name="Gruppieren 8863"/>
          <p:cNvGrpSpPr/>
          <p:nvPr/>
        </p:nvGrpSpPr>
        <p:grpSpPr>
          <a:xfrm>
            <a:off x="5640899" y="920650"/>
            <a:ext cx="324950" cy="1652928"/>
            <a:chOff x="1694292" y="1141150"/>
            <a:chExt cx="324950" cy="1652928"/>
          </a:xfrm>
        </p:grpSpPr>
        <p:grpSp>
          <p:nvGrpSpPr>
            <p:cNvPr id="9329" name="Gruppieren 9328"/>
            <p:cNvGrpSpPr/>
            <p:nvPr/>
          </p:nvGrpSpPr>
          <p:grpSpPr>
            <a:xfrm>
              <a:off x="1702262" y="1141150"/>
              <a:ext cx="316980" cy="1488063"/>
              <a:chOff x="1702262" y="1141150"/>
              <a:chExt cx="316980" cy="1488063"/>
            </a:xfrm>
          </p:grpSpPr>
          <p:grpSp>
            <p:nvGrpSpPr>
              <p:cNvPr id="9331" name="Gruppieren 9330"/>
              <p:cNvGrpSpPr/>
              <p:nvPr/>
            </p:nvGrpSpPr>
            <p:grpSpPr>
              <a:xfrm>
                <a:off x="1702262" y="1191341"/>
                <a:ext cx="316980" cy="1437872"/>
                <a:chOff x="1702262" y="1191341"/>
                <a:chExt cx="316980" cy="1437872"/>
              </a:xfrm>
            </p:grpSpPr>
            <p:sp>
              <p:nvSpPr>
                <p:cNvPr id="9333" name="Rechteck 933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4" name="Rechteck 933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5" name="Ellipse 933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36" name="Ellipse 933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7" name="Ellipse 933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8" name="Ellipse 933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39" name="Ellipse 9338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0" name="Ellipse 9339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1" name="Ellipse 9340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2" name="Ellipse 9341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3" name="Rechteck 9342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4" name="Rechteck 9343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5" name="Rechteck 9344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6" name="Rechteck 9345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7" name="Rechteck 9346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8" name="Rechteck 9347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49" name="Rechteck 9348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50" name="Rechteck 9349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32" name="Textfeld 933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sp>
          <p:nvSpPr>
            <p:cNvPr id="9330" name="Textfeld 932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EK1100</a:t>
              </a:r>
            </a:p>
          </p:txBody>
        </p:sp>
      </p:grpSp>
      <p:sp>
        <p:nvSpPr>
          <p:cNvPr id="8865" name="Rechteck 8864"/>
          <p:cNvSpPr/>
          <p:nvPr/>
        </p:nvSpPr>
        <p:spPr>
          <a:xfrm>
            <a:off x="5401515" y="1083351"/>
            <a:ext cx="233368" cy="131863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6" name="Rechteck 8865"/>
          <p:cNvSpPr/>
          <p:nvPr/>
        </p:nvSpPr>
        <p:spPr>
          <a:xfrm>
            <a:off x="5478291" y="1264751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7" name="Rechteck 8866"/>
          <p:cNvSpPr/>
          <p:nvPr/>
        </p:nvSpPr>
        <p:spPr>
          <a:xfrm>
            <a:off x="5434817" y="1307427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8" name="Rechteck 8867"/>
          <p:cNvSpPr/>
          <p:nvPr/>
        </p:nvSpPr>
        <p:spPr>
          <a:xfrm>
            <a:off x="5478961" y="1873242"/>
            <a:ext cx="125330" cy="173164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69" name="Rechteck 8868"/>
          <p:cNvSpPr/>
          <p:nvPr/>
        </p:nvSpPr>
        <p:spPr>
          <a:xfrm>
            <a:off x="5435487" y="1915918"/>
            <a:ext cx="86948" cy="8781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grpSp>
        <p:nvGrpSpPr>
          <p:cNvPr id="8870" name="Gruppieren 8869"/>
          <p:cNvGrpSpPr/>
          <p:nvPr/>
        </p:nvGrpSpPr>
        <p:grpSpPr>
          <a:xfrm>
            <a:off x="5964389" y="920650"/>
            <a:ext cx="327049" cy="1652928"/>
            <a:chOff x="1692193" y="1141150"/>
            <a:chExt cx="327049" cy="1652928"/>
          </a:xfrm>
        </p:grpSpPr>
        <p:grpSp>
          <p:nvGrpSpPr>
            <p:cNvPr id="9299" name="Gruppieren 929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301" name="Gruppieren 930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303" name="Rechteck 930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4" name="Rechteck 930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5" name="Ellipse 930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306" name="Ellipse 930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07" name="Textfeld 930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308" name="Textfeld 930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309" name="Ellipse 930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0" name="Ellipse 930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1" name="Textfeld 931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2" name="Textfeld 931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3" name="Ellipse 931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4" name="Ellipse 931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5" name="Textfeld 931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6" name="Textfeld 931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317" name="Ellipse 931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8" name="Ellipse 931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19" name="Textfeld 931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320" name="Textfeld 931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321" name="Rechteck 932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2" name="Rechteck 932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3" name="Rechteck 932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4" name="Rechteck 932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5" name="Rechteck 932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6" name="Rechteck 932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7" name="Rechteck 932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328" name="Rechteck 932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302" name="Textfeld 930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</p:grpSp>
        <p:sp>
          <p:nvSpPr>
            <p:cNvPr id="9300" name="Textfeld 929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1" name="Gruppieren 8870"/>
          <p:cNvGrpSpPr/>
          <p:nvPr/>
        </p:nvGrpSpPr>
        <p:grpSpPr>
          <a:xfrm>
            <a:off x="6291314" y="920650"/>
            <a:ext cx="327049" cy="1652928"/>
            <a:chOff x="1692193" y="1141150"/>
            <a:chExt cx="327049" cy="1652928"/>
          </a:xfrm>
        </p:grpSpPr>
        <p:grpSp>
          <p:nvGrpSpPr>
            <p:cNvPr id="9269" name="Gruppieren 926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71" name="Gruppieren 927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73" name="Rechteck 927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74" name="Rechteck 927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5" name="Ellipse 927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6" name="Ellipse 927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77" name="Textfeld 927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78" name="Textfeld 927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79" name="Ellipse 927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0" name="Ellipse 927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1" name="Textfeld 928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2" name="Textfeld 928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3" name="Ellipse 928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4" name="Ellipse 928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5" name="Textfeld 928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6" name="Textfeld 928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87" name="Ellipse 928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88" name="Ellipse 928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89" name="Textfeld 928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90" name="Textfeld 928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91" name="Rechteck 929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2" name="Rechteck 929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3" name="Rechteck 929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4" name="Rechteck 929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5" name="Rechteck 929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6" name="Rechteck 929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7" name="Rechteck 929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98" name="Rechteck 929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72" name="Textfeld 927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</p:grpSp>
        <p:sp>
          <p:nvSpPr>
            <p:cNvPr id="9270" name="Textfeld 926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2" name="Gruppieren 8871"/>
          <p:cNvGrpSpPr/>
          <p:nvPr/>
        </p:nvGrpSpPr>
        <p:grpSpPr>
          <a:xfrm>
            <a:off x="6615293" y="920650"/>
            <a:ext cx="327049" cy="1652928"/>
            <a:chOff x="1692193" y="1141150"/>
            <a:chExt cx="327049" cy="1652928"/>
          </a:xfrm>
        </p:grpSpPr>
        <p:grpSp>
          <p:nvGrpSpPr>
            <p:cNvPr id="9239" name="Gruppieren 923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41" name="Gruppieren 924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43" name="Rechteck 924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44" name="Rechteck 924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5" name="Ellipse 924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6" name="Ellipse 924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47" name="Textfeld 924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48" name="Textfeld 924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49" name="Ellipse 924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0" name="Ellipse 924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1" name="Textfeld 925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2" name="Textfeld 925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3" name="Ellipse 925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4" name="Ellipse 925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5" name="Textfeld 925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6" name="Textfeld 925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57" name="Ellipse 925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8" name="Ellipse 925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59" name="Textfeld 925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60" name="Textfeld 925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61" name="Rechteck 926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2" name="Rechteck 926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3" name="Rechteck 926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4" name="Rechteck 926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5" name="Rechteck 926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6" name="Rechteck 926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7" name="Rechteck 926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68" name="Rechteck 926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42" name="Textfeld 924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9240" name="Textfeld 923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3" name="Gruppieren 8872"/>
          <p:cNvGrpSpPr/>
          <p:nvPr/>
        </p:nvGrpSpPr>
        <p:grpSpPr>
          <a:xfrm>
            <a:off x="6939272" y="920650"/>
            <a:ext cx="327049" cy="1652928"/>
            <a:chOff x="1692193" y="1141150"/>
            <a:chExt cx="327049" cy="1652928"/>
          </a:xfrm>
        </p:grpSpPr>
        <p:grpSp>
          <p:nvGrpSpPr>
            <p:cNvPr id="9209" name="Gruppieren 920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211" name="Gruppieren 921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213" name="Rechteck 921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214" name="Rechteck 921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5" name="Ellipse 921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6" name="Ellipse 921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17" name="Textfeld 921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218" name="Textfeld 921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219" name="Ellipse 921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0" name="Ellipse 921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1" name="Textfeld 922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2" name="Textfeld 922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3" name="Ellipse 922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4" name="Ellipse 922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5" name="Textfeld 922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6" name="Textfeld 922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227" name="Ellipse 922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8" name="Ellipse 922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29" name="Textfeld 922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30" name="Textfeld 922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31" name="Rechteck 923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2" name="Rechteck 923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3" name="Rechteck 923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4" name="Rechteck 923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5" name="Rechteck 923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6" name="Rechteck 923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7" name="Rechteck 923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38" name="Rechteck 923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212" name="Textfeld 921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5</a:t>
                </a:r>
              </a:p>
            </p:txBody>
          </p:sp>
        </p:grpSp>
        <p:sp>
          <p:nvSpPr>
            <p:cNvPr id="9210" name="Textfeld 920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4" name="Gruppieren 8873"/>
          <p:cNvGrpSpPr/>
          <p:nvPr/>
        </p:nvGrpSpPr>
        <p:grpSpPr>
          <a:xfrm>
            <a:off x="7263265" y="920650"/>
            <a:ext cx="327049" cy="1652928"/>
            <a:chOff x="1692193" y="1141150"/>
            <a:chExt cx="327049" cy="1652928"/>
          </a:xfrm>
        </p:grpSpPr>
        <p:grpSp>
          <p:nvGrpSpPr>
            <p:cNvPr id="9179" name="Gruppieren 917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81" name="Gruppieren 918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83" name="Rechteck 918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84" name="Rechteck 918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5" name="Ellipse 918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6" name="Ellipse 918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87" name="Textfeld 918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88" name="Textfeld 918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89" name="Ellipse 918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0" name="Ellipse 918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1" name="Textfeld 919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2" name="Textfeld 919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3" name="Ellipse 919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4" name="Ellipse 919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95" name="Textfeld 9194"/>
                <p:cNvSpPr txBox="1"/>
                <p:nvPr/>
              </p:nvSpPr>
              <p:spPr>
                <a:xfrm>
                  <a:off x="1692643" y="2196885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6" name="Textfeld 919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97" name="Ellipse 919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8" name="Ellipse 919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99" name="Textfeld 919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200" name="Textfeld 919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201" name="Rechteck 920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2" name="Rechteck 920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3" name="Rechteck 920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4" name="Rechteck 920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5" name="Rechteck 920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6" name="Rechteck 920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7" name="Rechteck 920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208" name="Rechteck 920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82" name="Textfeld 918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6</a:t>
                </a:r>
              </a:p>
            </p:txBody>
          </p:sp>
        </p:grpSp>
        <p:sp>
          <p:nvSpPr>
            <p:cNvPr id="9180" name="Textfeld 917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5" name="Gruppieren 8874"/>
          <p:cNvGrpSpPr/>
          <p:nvPr/>
        </p:nvGrpSpPr>
        <p:grpSpPr>
          <a:xfrm>
            <a:off x="7590190" y="920650"/>
            <a:ext cx="327049" cy="1652928"/>
            <a:chOff x="1692193" y="1141150"/>
            <a:chExt cx="327049" cy="1652928"/>
          </a:xfrm>
        </p:grpSpPr>
        <p:grpSp>
          <p:nvGrpSpPr>
            <p:cNvPr id="9149" name="Gruppieren 9148"/>
            <p:cNvGrpSpPr/>
            <p:nvPr/>
          </p:nvGrpSpPr>
          <p:grpSpPr>
            <a:xfrm>
              <a:off x="1692193" y="1141150"/>
              <a:ext cx="327049" cy="1536639"/>
              <a:chOff x="1692193" y="1141150"/>
              <a:chExt cx="327049" cy="1536639"/>
            </a:xfrm>
          </p:grpSpPr>
          <p:grpSp>
            <p:nvGrpSpPr>
              <p:cNvPr id="9151" name="Gruppieren 915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53" name="Rechteck 915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54" name="Rechteck 915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5" name="Ellipse 915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6" name="Ellipse 915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57" name="Textfeld 915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58" name="Textfeld 915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59" name="Ellipse 915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0" name="Ellipse 915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1" name="Textfeld 916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2" name="Textfeld 916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3" name="Ellipse 916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4" name="Ellipse 916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5" name="Textfeld 916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6" name="Textfeld 916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9167" name="Ellipse 916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68" name="Ellipse 916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69" name="Textfeld 916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70" name="Textfeld 916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71" name="Rechteck 917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2" name="Rechteck 917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3" name="Rechteck 917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4" name="Rechteck 917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5" name="Rechteck 917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6" name="Rechteck 917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7" name="Rechteck 917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78" name="Rechteck 917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52" name="Textfeld 9151"/>
              <p:cNvSpPr txBox="1"/>
              <p:nvPr/>
            </p:nvSpPr>
            <p:spPr>
              <a:xfrm>
                <a:off x="1732167" y="1141150"/>
                <a:ext cx="24499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7</a:t>
                </a:r>
              </a:p>
            </p:txBody>
          </p:sp>
        </p:grpSp>
        <p:sp>
          <p:nvSpPr>
            <p:cNvPr id="9150" name="Textfeld 914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76" name="Gruppieren 8875"/>
          <p:cNvGrpSpPr/>
          <p:nvPr/>
        </p:nvGrpSpPr>
        <p:grpSpPr>
          <a:xfrm>
            <a:off x="7912006" y="920251"/>
            <a:ext cx="420326" cy="1652928"/>
            <a:chOff x="1688847" y="1141150"/>
            <a:chExt cx="420326" cy="1652928"/>
          </a:xfrm>
        </p:grpSpPr>
        <p:grpSp>
          <p:nvGrpSpPr>
            <p:cNvPr id="9119" name="Gruppieren 9118"/>
            <p:cNvGrpSpPr/>
            <p:nvPr/>
          </p:nvGrpSpPr>
          <p:grpSpPr>
            <a:xfrm>
              <a:off x="1688847" y="1141150"/>
              <a:ext cx="420326" cy="1536639"/>
              <a:chOff x="1688847" y="1141150"/>
              <a:chExt cx="420326" cy="1536639"/>
            </a:xfrm>
          </p:grpSpPr>
          <p:grpSp>
            <p:nvGrpSpPr>
              <p:cNvPr id="9121" name="Gruppieren 9120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123" name="Rechteck 912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124" name="Rechteck 9123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5" name="Ellipse 9124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6" name="Ellipse 9125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27" name="Textfeld 9126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128" name="Textfeld 9127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129" name="Ellipse 9128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0" name="Ellipse 9129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1" name="Textfeld 9130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2" name="Textfeld 9131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3" name="Ellipse 9132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4" name="Ellipse 9133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5" name="Textfeld 9134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6" name="Textfeld 9135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137" name="Ellipse 9136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8" name="Ellipse 9137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39" name="Textfeld 9138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140" name="Textfeld 9139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141" name="Rechteck 9140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2" name="Rechteck 9141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3" name="Rechteck 9142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4" name="Rechteck 9143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5" name="Rechteck 9144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6" name="Rechteck 9145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7" name="Rechteck 9146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148" name="Rechteck 9147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122" name="Textfeld 9121"/>
              <p:cNvSpPr txBox="1"/>
              <p:nvPr/>
            </p:nvSpPr>
            <p:spPr>
              <a:xfrm>
                <a:off x="1688847" y="1141150"/>
                <a:ext cx="42032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10</a:t>
                </a:r>
              </a:p>
            </p:txBody>
          </p:sp>
        </p:grpSp>
        <p:sp>
          <p:nvSpPr>
            <p:cNvPr id="9120" name="Textfeld 9119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78" name="Gruppieren 8877"/>
          <p:cNvGrpSpPr/>
          <p:nvPr/>
        </p:nvGrpSpPr>
        <p:grpSpPr>
          <a:xfrm>
            <a:off x="8244059" y="926925"/>
            <a:ext cx="358092" cy="1646254"/>
            <a:chOff x="1692193" y="1147824"/>
            <a:chExt cx="358092" cy="1646254"/>
          </a:xfrm>
        </p:grpSpPr>
        <p:grpSp>
          <p:nvGrpSpPr>
            <p:cNvPr id="9067" name="Gruppieren 9066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69" name="Gruppieren 9068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71" name="Rechteck 907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2" name="Rechteck 9071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3" name="Ellipse 9072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74" name="Ellipse 9073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5" name="Textfeld 9074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76" name="Textfeld 9075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77" name="Ellipse 9076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8" name="Ellipse 9077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79" name="Textfeld 9078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0" name="Textfeld 9079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1" name="Ellipse 9080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2" name="Ellipse 9081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3" name="Textfeld 9082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4" name="Textfeld 9083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85" name="Ellipse 9084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6" name="Ellipse 9085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87" name="Textfeld 9086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88" name="Textfeld 9087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89" name="Rechteck 9088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0" name="Rechteck 9089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1" name="Rechteck 9090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2" name="Rechteck 9091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3" name="Rechteck 9092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4" name="Rechteck 9093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5" name="Rechteck 9094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96" name="Rechteck 9095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70" name="Textfeld 9069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11</a:t>
                </a:r>
              </a:p>
            </p:txBody>
          </p:sp>
        </p:grpSp>
        <p:sp>
          <p:nvSpPr>
            <p:cNvPr id="9068" name="Textfeld 9067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0" name="Gruppieren 8879"/>
          <p:cNvGrpSpPr/>
          <p:nvPr/>
        </p:nvGrpSpPr>
        <p:grpSpPr>
          <a:xfrm>
            <a:off x="8566730" y="926925"/>
            <a:ext cx="358092" cy="1646254"/>
            <a:chOff x="1692193" y="1147824"/>
            <a:chExt cx="358092" cy="1646254"/>
          </a:xfrm>
        </p:grpSpPr>
        <p:grpSp>
          <p:nvGrpSpPr>
            <p:cNvPr id="9034" name="Gruppieren 903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36" name="Gruppieren 903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38" name="Rechteck 903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39" name="Rechteck 903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0" name="Ellipse 903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1" name="Ellipse 904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2" name="Textfeld 904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43" name="Textfeld 904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44" name="Ellipse 904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5" name="Ellipse 904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6" name="Textfeld 904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7" name="Textfeld 904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48" name="Ellipse 904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49" name="Ellipse 904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0" name="Textfeld 904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1" name="Textfeld 905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52" name="Ellipse 905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3" name="Ellipse 905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4" name="Textfeld 905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55" name="Textfeld 905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56" name="Rechteck 905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7" name="Rechteck 905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8" name="Rechteck 905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59" name="Rechteck 905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0" name="Rechteck 905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1" name="Rechteck 906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2" name="Rechteck 906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63" name="Rechteck 906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37" name="Textfeld 903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12</a:t>
                </a:r>
              </a:p>
            </p:txBody>
          </p:sp>
        </p:grpSp>
        <p:sp>
          <p:nvSpPr>
            <p:cNvPr id="9035" name="Textfeld 903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1" name="Gruppieren 8880"/>
          <p:cNvGrpSpPr/>
          <p:nvPr/>
        </p:nvGrpSpPr>
        <p:grpSpPr>
          <a:xfrm>
            <a:off x="8889236" y="926925"/>
            <a:ext cx="358092" cy="1646254"/>
            <a:chOff x="1692193" y="1147824"/>
            <a:chExt cx="358092" cy="1646254"/>
          </a:xfrm>
        </p:grpSpPr>
        <p:grpSp>
          <p:nvGrpSpPr>
            <p:cNvPr id="9004" name="Gruppieren 900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9006" name="Gruppieren 900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9008" name="Rechteck 90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09" name="Rechteck 900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0" name="Ellipse 900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1" name="Ellipse 901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2" name="Textfeld 901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9013" name="Textfeld 901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9014" name="Ellipse 901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5" name="Ellipse 901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6" name="Textfeld 901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7" name="Textfeld 901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18" name="Ellipse 901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19" name="Ellipse 901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0" name="Textfeld 901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1" name="Textfeld 902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9022" name="Ellipse 902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3" name="Ellipse 902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4" name="Textfeld 902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9025" name="Textfeld 902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9026" name="Rechteck 902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7" name="Rechteck 902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8" name="Rechteck 902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29" name="Rechteck 902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0" name="Rechteck 902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1" name="Rechteck 903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2" name="Rechteck 903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33" name="Rechteck 903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9007" name="Textfeld 900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13</a:t>
                </a:r>
              </a:p>
            </p:txBody>
          </p:sp>
        </p:grpSp>
        <p:sp>
          <p:nvSpPr>
            <p:cNvPr id="9005" name="Textfeld 900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EL2004</a:t>
              </a:r>
            </a:p>
          </p:txBody>
        </p:sp>
      </p:grpSp>
      <p:grpSp>
        <p:nvGrpSpPr>
          <p:cNvPr id="8882" name="Gruppieren 8881"/>
          <p:cNvGrpSpPr/>
          <p:nvPr/>
        </p:nvGrpSpPr>
        <p:grpSpPr>
          <a:xfrm>
            <a:off x="9211742" y="926925"/>
            <a:ext cx="358092" cy="1646254"/>
            <a:chOff x="1692193" y="1147824"/>
            <a:chExt cx="358092" cy="1646254"/>
          </a:xfrm>
        </p:grpSpPr>
        <p:grpSp>
          <p:nvGrpSpPr>
            <p:cNvPr id="8974" name="Gruppieren 8973"/>
            <p:cNvGrpSpPr/>
            <p:nvPr/>
          </p:nvGrpSpPr>
          <p:grpSpPr>
            <a:xfrm>
              <a:off x="1692193" y="1147824"/>
              <a:ext cx="358092" cy="1529965"/>
              <a:chOff x="1692193" y="1147824"/>
              <a:chExt cx="358092" cy="1529965"/>
            </a:xfrm>
          </p:grpSpPr>
          <p:grpSp>
            <p:nvGrpSpPr>
              <p:cNvPr id="8976" name="Gruppieren 8975"/>
              <p:cNvGrpSpPr/>
              <p:nvPr/>
            </p:nvGrpSpPr>
            <p:grpSpPr>
              <a:xfrm>
                <a:off x="1692193" y="1191341"/>
                <a:ext cx="327049" cy="1486448"/>
                <a:chOff x="1692193" y="1191341"/>
                <a:chExt cx="327049" cy="1486448"/>
              </a:xfrm>
            </p:grpSpPr>
            <p:sp>
              <p:nvSpPr>
                <p:cNvPr id="8978" name="Rechteck 897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79" name="Rechteck 8978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0" name="Ellipse 8979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1" name="Ellipse 8980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2" name="Textfeld 8981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83" name="Textfeld 8982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84" name="Ellipse 8983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5" name="Ellipse 8984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6" name="Textfeld 8985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7" name="Textfeld 8986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88" name="Ellipse 8987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89" name="Ellipse 8988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0" name="Textfeld 8989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1" name="Textfeld 8990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92" name="Ellipse 8991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3" name="Ellipse 8992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4" name="Textfeld 8993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3</a:t>
                  </a:r>
                  <a:endParaRPr lang="de-DE" dirty="0"/>
                </a:p>
              </p:txBody>
            </p:sp>
            <p:sp>
              <p:nvSpPr>
                <p:cNvPr id="8995" name="Textfeld 8994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4</a:t>
                  </a:r>
                  <a:endParaRPr lang="de-DE" dirty="0"/>
                </a:p>
              </p:txBody>
            </p:sp>
            <p:sp>
              <p:nvSpPr>
                <p:cNvPr id="8996" name="Rechteck 899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7" name="Rechteck 899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8" name="Rechteck 899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99" name="Rechteck 899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0" name="Rechteck 899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1" name="Rechteck 900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2" name="Rechteck 900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9003" name="Rechteck 900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77" name="Textfeld 8976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</a:p>
            </p:txBody>
          </p:sp>
        </p:grpSp>
        <p:sp>
          <p:nvSpPr>
            <p:cNvPr id="8975" name="Textfeld 8974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EL1004</a:t>
              </a:r>
            </a:p>
          </p:txBody>
        </p:sp>
      </p:grpSp>
      <p:grpSp>
        <p:nvGrpSpPr>
          <p:cNvPr id="8883" name="Gruppieren 8882"/>
          <p:cNvGrpSpPr/>
          <p:nvPr/>
        </p:nvGrpSpPr>
        <p:grpSpPr>
          <a:xfrm>
            <a:off x="9529248" y="926925"/>
            <a:ext cx="358092" cy="1646254"/>
            <a:chOff x="1692193" y="1147824"/>
            <a:chExt cx="358092" cy="1646254"/>
          </a:xfrm>
        </p:grpSpPr>
        <p:grpSp>
          <p:nvGrpSpPr>
            <p:cNvPr id="8948" name="Gruppieren 8947"/>
            <p:cNvGrpSpPr/>
            <p:nvPr/>
          </p:nvGrpSpPr>
          <p:grpSpPr>
            <a:xfrm>
              <a:off x="1692193" y="1147824"/>
              <a:ext cx="358092" cy="1481389"/>
              <a:chOff x="1692193" y="1147824"/>
              <a:chExt cx="358092" cy="1481389"/>
            </a:xfrm>
          </p:grpSpPr>
          <p:grpSp>
            <p:nvGrpSpPr>
              <p:cNvPr id="8950" name="Gruppieren 8949"/>
              <p:cNvGrpSpPr/>
              <p:nvPr/>
            </p:nvGrpSpPr>
            <p:grpSpPr>
              <a:xfrm>
                <a:off x="1692193" y="1191341"/>
                <a:ext cx="327049" cy="1437872"/>
                <a:chOff x="1692193" y="1191341"/>
                <a:chExt cx="327049" cy="1437872"/>
              </a:xfrm>
            </p:grpSpPr>
            <p:sp>
              <p:nvSpPr>
                <p:cNvPr id="8952" name="Rechteck 89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53" name="Rechteck 8952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4" name="Ellipse 8953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5" name="Ellipse 8954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6" name="Ellipse 8955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7" name="Ellipse 8956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58" name="Textfeld 8957"/>
                <p:cNvSpPr txBox="1"/>
                <p:nvPr/>
              </p:nvSpPr>
              <p:spPr>
                <a:xfrm>
                  <a:off x="1692193" y="196727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59" name="Textfeld 8958"/>
                <p:cNvSpPr txBox="1"/>
                <p:nvPr/>
              </p:nvSpPr>
              <p:spPr>
                <a:xfrm>
                  <a:off x="1818721" y="196316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+</a:t>
                  </a:r>
                  <a:endParaRPr lang="de-DE" dirty="0"/>
                </a:p>
              </p:txBody>
            </p:sp>
            <p:sp>
              <p:nvSpPr>
                <p:cNvPr id="8960" name="Ellipse 8959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1" name="Ellipse 8960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2" name="Textfeld 8961"/>
                <p:cNvSpPr txBox="1"/>
                <p:nvPr/>
              </p:nvSpPr>
              <p:spPr>
                <a:xfrm>
                  <a:off x="1708599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3" name="Textfeld 8962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-</a:t>
                  </a:r>
                  <a:endParaRPr lang="de-DE" dirty="0"/>
                </a:p>
              </p:txBody>
            </p:sp>
            <p:sp>
              <p:nvSpPr>
                <p:cNvPr id="8964" name="Ellipse 8963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5" name="Ellipse 8964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6" name="Rechteck 8965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7" name="Rechteck 8966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8" name="Rechteck 8967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69" name="Rechteck 8968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0" name="Rechteck 8969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1" name="Rechteck 8970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2" name="Rechteck 8971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73" name="Rechteck 8972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51" name="Textfeld 895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15</a:t>
                </a:r>
              </a:p>
            </p:txBody>
          </p:sp>
        </p:grpSp>
        <p:sp>
          <p:nvSpPr>
            <p:cNvPr id="8949" name="Textfeld 894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EL9100</a:t>
              </a:r>
            </a:p>
          </p:txBody>
        </p:sp>
      </p:grpSp>
      <p:grpSp>
        <p:nvGrpSpPr>
          <p:cNvPr id="8884" name="Gruppieren 8883"/>
          <p:cNvGrpSpPr/>
          <p:nvPr/>
        </p:nvGrpSpPr>
        <p:grpSpPr>
          <a:xfrm>
            <a:off x="9854384" y="926925"/>
            <a:ext cx="357561" cy="1646254"/>
            <a:chOff x="1692724" y="1147824"/>
            <a:chExt cx="357561" cy="1646254"/>
          </a:xfrm>
        </p:grpSpPr>
        <p:grpSp>
          <p:nvGrpSpPr>
            <p:cNvPr id="8920" name="Gruppieren 8919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922" name="Gruppieren 8921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924" name="Rechteck 89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925" name="Rechteck 8924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6" name="Ellipse 8925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7" name="Ellipse 8926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28" name="Textfeld 8927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29" name="Textfeld 8928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30" name="Ellipse 8929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1" name="Ellipse 8930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2" name="Ellipse 8931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3" name="Ellipse 8932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4" name="Textfeld 8933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5" name="Textfeld 8934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36" name="Ellipse 8935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7" name="Ellipse 8936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38" name="Textfeld 8937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39" name="Textfeld 8938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40" name="Rechteck 8939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1" name="Rechteck 8940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2" name="Rechteck 8941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3" name="Rechteck 8942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4" name="Rechteck 8943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5" name="Rechteck 8944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6" name="Rechteck 8945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47" name="Rechteck 8946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923" name="Textfeld 8922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16</a:t>
                </a:r>
              </a:p>
            </p:txBody>
          </p:sp>
        </p:grpSp>
        <p:sp>
          <p:nvSpPr>
            <p:cNvPr id="8921" name="Textfeld 8920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5" name="Gruppieren 8884"/>
          <p:cNvGrpSpPr/>
          <p:nvPr/>
        </p:nvGrpSpPr>
        <p:grpSpPr>
          <a:xfrm>
            <a:off x="10178824" y="926925"/>
            <a:ext cx="357561" cy="1646254"/>
            <a:chOff x="1692724" y="1147824"/>
            <a:chExt cx="357561" cy="1646254"/>
          </a:xfrm>
        </p:grpSpPr>
        <p:grpSp>
          <p:nvGrpSpPr>
            <p:cNvPr id="8892" name="Gruppieren 8891"/>
            <p:cNvGrpSpPr/>
            <p:nvPr/>
          </p:nvGrpSpPr>
          <p:grpSpPr>
            <a:xfrm>
              <a:off x="1692724" y="1147824"/>
              <a:ext cx="357561" cy="1529965"/>
              <a:chOff x="1692724" y="1147824"/>
              <a:chExt cx="357561" cy="1529965"/>
            </a:xfrm>
          </p:grpSpPr>
          <p:grpSp>
            <p:nvGrpSpPr>
              <p:cNvPr id="8894" name="Gruppieren 8893"/>
              <p:cNvGrpSpPr/>
              <p:nvPr/>
            </p:nvGrpSpPr>
            <p:grpSpPr>
              <a:xfrm>
                <a:off x="1692724" y="1191341"/>
                <a:ext cx="326518" cy="1486448"/>
                <a:chOff x="1692724" y="1191341"/>
                <a:chExt cx="326518" cy="1486448"/>
              </a:xfrm>
            </p:grpSpPr>
            <p:sp>
              <p:nvSpPr>
                <p:cNvPr id="8896" name="Rechteck 88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7" name="Rechteck 8896"/>
                <p:cNvSpPr/>
                <p:nvPr/>
              </p:nvSpPr>
              <p:spPr>
                <a:xfrm>
                  <a:off x="1767423" y="1364505"/>
                  <a:ext cx="196168" cy="27831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8" name="Ellipse 8897"/>
                <p:cNvSpPr/>
                <p:nvPr/>
              </p:nvSpPr>
              <p:spPr>
                <a:xfrm>
                  <a:off x="1758056" y="1706520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899" name="Ellipse 8898"/>
                <p:cNvSpPr/>
                <p:nvPr/>
              </p:nvSpPr>
              <p:spPr>
                <a:xfrm>
                  <a:off x="1883702" y="170652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0" name="Textfeld 8899"/>
                <p:cNvSpPr txBox="1"/>
                <p:nvPr/>
              </p:nvSpPr>
              <p:spPr>
                <a:xfrm>
                  <a:off x="1692724" y="173523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1</a:t>
                  </a:r>
                  <a:endParaRPr lang="de-DE" dirty="0"/>
                </a:p>
              </p:txBody>
            </p:sp>
            <p:sp>
              <p:nvSpPr>
                <p:cNvPr id="8901" name="Textfeld 8900"/>
                <p:cNvSpPr txBox="1"/>
                <p:nvPr/>
              </p:nvSpPr>
              <p:spPr>
                <a:xfrm>
                  <a:off x="1819252" y="1731138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  <p:sp>
              <p:nvSpPr>
                <p:cNvPr id="8902" name="Ellipse 8901"/>
                <p:cNvSpPr/>
                <p:nvPr/>
              </p:nvSpPr>
              <p:spPr>
                <a:xfrm>
                  <a:off x="1757525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3" name="Ellipse 8902"/>
                <p:cNvSpPr/>
                <p:nvPr/>
              </p:nvSpPr>
              <p:spPr>
                <a:xfrm>
                  <a:off x="1883171" y="193855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4" name="Ellipse 8903"/>
                <p:cNvSpPr/>
                <p:nvPr/>
              </p:nvSpPr>
              <p:spPr>
                <a:xfrm>
                  <a:off x="1758056" y="2167411"/>
                  <a:ext cx="80420" cy="79775"/>
                </a:xfrm>
                <a:prstGeom prst="ellipse">
                  <a:avLst/>
                </a:prstGeom>
                <a:solidFill>
                  <a:srgbClr val="C00000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5" name="Ellipse 8904"/>
                <p:cNvSpPr/>
                <p:nvPr/>
              </p:nvSpPr>
              <p:spPr>
                <a:xfrm>
                  <a:off x="1883702" y="216741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6" name="Textfeld 8905"/>
                <p:cNvSpPr txBox="1"/>
                <p:nvPr/>
              </p:nvSpPr>
              <p:spPr>
                <a:xfrm>
                  <a:off x="1692724" y="2196130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7" name="Textfeld 8906"/>
                <p:cNvSpPr txBox="1"/>
                <p:nvPr/>
              </p:nvSpPr>
              <p:spPr>
                <a:xfrm>
                  <a:off x="1819252" y="2192029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G</a:t>
                  </a:r>
                  <a:endParaRPr lang="de-DE" dirty="0"/>
                </a:p>
              </p:txBody>
            </p:sp>
            <p:sp>
              <p:nvSpPr>
                <p:cNvPr id="8908" name="Ellipse 8907"/>
                <p:cNvSpPr/>
                <p:nvPr/>
              </p:nvSpPr>
              <p:spPr>
                <a:xfrm>
                  <a:off x="1761392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09" name="Ellipse 8908"/>
                <p:cNvSpPr/>
                <p:nvPr/>
              </p:nvSpPr>
              <p:spPr>
                <a:xfrm>
                  <a:off x="1887038" y="2395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0" name="Textfeld 8909"/>
                <p:cNvSpPr txBox="1"/>
                <p:nvPr/>
              </p:nvSpPr>
              <p:spPr>
                <a:xfrm>
                  <a:off x="1696060" y="2423873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1" name="Textfeld 8910"/>
                <p:cNvSpPr txBox="1"/>
                <p:nvPr/>
              </p:nvSpPr>
              <p:spPr>
                <a:xfrm>
                  <a:off x="1822588" y="2419772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S</a:t>
                  </a:r>
                  <a:endParaRPr lang="de-DE" dirty="0"/>
                </a:p>
              </p:txBody>
            </p:sp>
            <p:sp>
              <p:nvSpPr>
                <p:cNvPr id="8912" name="Rechteck 8911"/>
                <p:cNvSpPr/>
                <p:nvPr/>
              </p:nvSpPr>
              <p:spPr>
                <a:xfrm>
                  <a:off x="1790642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3" name="Rechteck 8912"/>
                <p:cNvSpPr/>
                <p:nvPr/>
              </p:nvSpPr>
              <p:spPr>
                <a:xfrm>
                  <a:off x="1790642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4" name="Rechteck 8913"/>
                <p:cNvSpPr/>
                <p:nvPr/>
              </p:nvSpPr>
              <p:spPr>
                <a:xfrm>
                  <a:off x="1790642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5" name="Rechteck 8914"/>
                <p:cNvSpPr/>
                <p:nvPr/>
              </p:nvSpPr>
              <p:spPr>
                <a:xfrm>
                  <a:off x="1790642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6" name="Rechteck 8915"/>
                <p:cNvSpPr/>
                <p:nvPr/>
              </p:nvSpPr>
              <p:spPr>
                <a:xfrm>
                  <a:off x="1877274" y="1385143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7" name="Rechteck 8916"/>
                <p:cNvSpPr/>
                <p:nvPr/>
              </p:nvSpPr>
              <p:spPr>
                <a:xfrm>
                  <a:off x="1877274" y="1447529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8" name="Rechteck 8917"/>
                <p:cNvSpPr/>
                <p:nvPr/>
              </p:nvSpPr>
              <p:spPr>
                <a:xfrm>
                  <a:off x="1877274" y="1509915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8919" name="Rechteck 8918"/>
                <p:cNvSpPr/>
                <p:nvPr/>
              </p:nvSpPr>
              <p:spPr>
                <a:xfrm>
                  <a:off x="1877274" y="1576066"/>
                  <a:ext cx="60325" cy="4571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</p:grpSp>
          <p:sp>
            <p:nvSpPr>
              <p:cNvPr id="8895" name="Textfeld 8894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17</a:t>
                </a:r>
              </a:p>
            </p:txBody>
          </p:sp>
        </p:grpSp>
        <p:sp>
          <p:nvSpPr>
            <p:cNvPr id="8893" name="Textfeld 8892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EL4102</a:t>
              </a:r>
            </a:p>
          </p:txBody>
        </p:sp>
      </p:grpSp>
      <p:grpSp>
        <p:nvGrpSpPr>
          <p:cNvPr id="8886" name="Gruppieren 8885"/>
          <p:cNvGrpSpPr/>
          <p:nvPr/>
        </p:nvGrpSpPr>
        <p:grpSpPr>
          <a:xfrm>
            <a:off x="10504650" y="926925"/>
            <a:ext cx="355993" cy="1646254"/>
            <a:chOff x="1694292" y="1147824"/>
            <a:chExt cx="355993" cy="1646254"/>
          </a:xfrm>
        </p:grpSpPr>
        <p:grpSp>
          <p:nvGrpSpPr>
            <p:cNvPr id="8888" name="Gruppieren 8887"/>
            <p:cNvGrpSpPr/>
            <p:nvPr/>
          </p:nvGrpSpPr>
          <p:grpSpPr>
            <a:xfrm>
              <a:off x="1695161" y="1147824"/>
              <a:ext cx="355124" cy="1481389"/>
              <a:chOff x="1695161" y="1147824"/>
              <a:chExt cx="355124" cy="1481389"/>
            </a:xfrm>
          </p:grpSpPr>
          <p:sp>
            <p:nvSpPr>
              <p:cNvPr id="8890" name="Rechteck 8889"/>
              <p:cNvSpPr/>
              <p:nvPr/>
            </p:nvSpPr>
            <p:spPr>
              <a:xfrm>
                <a:off x="1702262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8891" name="Textfeld 8890"/>
              <p:cNvSpPr txBox="1"/>
              <p:nvPr/>
            </p:nvSpPr>
            <p:spPr>
              <a:xfrm>
                <a:off x="1695161" y="1147824"/>
                <a:ext cx="35512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18</a:t>
                </a:r>
              </a:p>
            </p:txBody>
          </p:sp>
        </p:grpSp>
        <p:sp>
          <p:nvSpPr>
            <p:cNvPr id="8889" name="Textfeld 8888"/>
            <p:cNvSpPr txBox="1"/>
            <p:nvPr/>
          </p:nvSpPr>
          <p:spPr>
            <a:xfrm>
              <a:off x="1694292" y="2628305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EL9011</a:t>
              </a:r>
            </a:p>
          </p:txBody>
        </p:sp>
      </p:grpSp>
      <p:sp>
        <p:nvSpPr>
          <p:cNvPr id="8887" name="Textfeld 8886"/>
          <p:cNvSpPr txBox="1"/>
          <p:nvPr/>
        </p:nvSpPr>
        <p:spPr>
          <a:xfrm>
            <a:off x="5396266" y="2403787"/>
            <a:ext cx="243381" cy="165773"/>
          </a:xfrm>
          <a:prstGeom prst="rect">
            <a:avLst/>
          </a:prstGeom>
          <a:noFill/>
          <a:ln w="0">
            <a:solidFill>
              <a:schemeClr val="tx1"/>
            </a:solidFill>
          </a:ln>
        </p:spPr>
        <p:txBody>
          <a:bodyPr wrap="none" lIns="0" rtlCol="0">
            <a:noAutofit/>
          </a:bodyPr>
          <a:lstStyle/>
          <a:p>
            <a:r>
              <a:rPr lang="de-DE" sz="600" dirty="0">
                <a:latin typeface="Arial" panose="020B0604020202020204" pitchFamily="34" charset="0"/>
                <a:cs typeface="Arial" panose="020B0604020202020204" pitchFamily="34" charset="0"/>
              </a:rPr>
              <a:t>BC2&amp;3</a:t>
            </a:r>
            <a:endParaRPr lang="de-DE" sz="7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51" name="Gruppieren 115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481" name="Gruppieren 148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483" name="Gruppieren 148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485" name="Rechteck 14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6" name="Rechteck 14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7" name="Ellipse 14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8" name="Ellipse 14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9" name="Ellipse 14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Ellipse 149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3" name="Ellipse 14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Rechteck 14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Rechteck 14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7" name="Rechteck 14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8" name="Rechteck 14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Rechteck 14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Rechteck 14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1" name="Rechteck 15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2" name="Rechteck 15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4" name="Textfeld 14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482" name="Textfeld 14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52" name="Rechteck 115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3" name="Rechteck 115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4" name="Rechteck 115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5" name="Rechteck 115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56" name="Rechteck 115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57" name="Gruppieren 115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1" name="Gruppieren 14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3" name="Gruppieren 14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5" name="Rechteck 14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6" name="Rechteck 14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7" name="Ellipse 14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8" name="Ellipse 14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9" name="Textfeld 14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0" name="Textfeld 14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Ellipse 14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4" name="Textfeld 14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Ellipse 14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Textfeld 14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70" name="Ellipse 14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2" name="Textfeld 14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3" name="Rechteck 14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Rechteck 14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5" name="Rechteck 14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4" name="Textfeld 14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52" name="Textfeld 14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8" name="Gruppieren 115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1" name="Gruppieren 14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3" name="Gruppieren 14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5" name="Rechteck 14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6" name="Rechteck 14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7" name="Ellipse 14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8" name="Ellipse 14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9" name="Textfeld 14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0" name="Textfeld 14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Ellipse 1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4" name="Textfeld 14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Ellipse 14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Textfeld 14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Ellipse 14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2" name="Textfeld 14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3" name="Rechteck 14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Rechteck 14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5" name="Rechteck 14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4" name="Textfeld 14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22" name="Textfeld 14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59" name="Gruppieren 115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1" name="Gruppieren 13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3" name="Gruppieren 13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5" name="Rechteck 1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6" name="Rechteck 1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7" name="Ellipse 1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8" name="Ellipse 1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9" name="Textfeld 13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0" name="Textfeld 13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Ellipse 14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4" name="Textfeld 14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Ellipse 14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8" name="Textfeld 14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Ellipse 14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2" name="Textfeld 14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3" name="Rechteck 14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Rechteck 14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5" name="Rechteck 14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4" name="Textfeld 1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392" name="Textfeld 1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0" name="Gruppieren 115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61" name="Gruppieren 1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63" name="Gruppieren 1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5" name="Rechteck 1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6" name="Rechteck 1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Ellipse 1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4" name="Textfeld 1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Ellipse 1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Textfeld 1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80" name="Ellipse 1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2" name="Textfeld 1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3" name="Rechteck 1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Rechteck 1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5" name="Rechteck 1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4" name="Textfeld 1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62" name="Textfeld 1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1" name="Gruppieren 116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31" name="Gruppieren 133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33" name="Gruppieren 1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5" name="Rechteck 1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6" name="Rechteck 1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7" name="Ellipse 1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8" name="Ellipse 1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9" name="Textfeld 1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0" name="Textfeld 1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Ellipse 1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4" name="Textfeld 1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Ellipse 1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Textfeld 1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Ellipse 1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2" name="Textfeld 1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Rechteck 1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4" name="Textfeld 133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32" name="Textfeld 1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2" name="Gruppieren 116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01" name="Gruppieren 130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03" name="Gruppieren 1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5" name="Rechteck 1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6" name="Rechteck 1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7" name="Ellipse 1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8" name="Ellipse 1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9" name="Textfeld 1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0" name="Textfeld 1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Ellipse 1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4" name="Textfeld 1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Ellipse 1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8" name="Textfeld 1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Ellipse 1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2" name="Textfeld 1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3" name="Rechteck 1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Rechteck 1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5" name="Rechteck 1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4" name="Textfeld 130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02" name="Textfeld 1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63" name="Gruppieren 116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1" name="Gruppieren 12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3" name="Gruppieren 12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5" name="Rechteck 12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6" name="Rechteck 12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7" name="Ellipse 12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8" name="Ellipse 12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9" name="Textfeld 12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0" name="Textfeld 12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Ellipse 12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4" name="Textfeld 12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Ellipse 12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Textfeld 12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Ellipse 12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292" name="Textfeld 12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293" name="Rechteck 1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Rechteck 1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5" name="Rechteck 1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4" name="Textfeld 12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272" name="Textfeld 12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64" name="Gruppieren 116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41" name="Gruppieren 12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43" name="Gruppieren 12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45" name="Rechteck 12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46" name="Rechteck 12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7" name="Ellipse 12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8" name="Ellipse 12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49" name="Textfeld 12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50" name="Textfeld 12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51" name="Ellipse 1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2" name="Ellipse 1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3" name="Textfeld 12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4" name="Textfeld 12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55" name="Ellipse 12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6" name="Ellipse 12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57" name="Textfeld 12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8" name="Textfeld 12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59" name="Ellipse 12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0" name="Ellipse 12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1" name="Textfeld 12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2" name="Textfeld 12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63" name="Rechteck 12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4" name="Rechteck 12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5" name="Rechteck 12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6" name="Rechteck 12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7" name="Rechteck 12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8" name="Rechteck 12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69" name="Rechteck 12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70" name="Rechteck 12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44" name="Textfeld 12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42" name="Textfeld 12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65" name="Gruppieren 116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37" name="Gruppieren 123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39" name="Rechteck 123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40" name="Textfeld 123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38" name="Textfeld 12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66" name="Textfeld 116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167" name="Gruppieren 116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06" name="Gruppieren 120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08" name="Gruppieren 12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10" name="Gruppieren 12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12" name="Rechteck 12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3" name="Rechteck 12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4" name="Ellipse 12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15" name="Ellipse 12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6" name="Textfeld 12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17" name="Ellipse 121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8" name="Ellipse 121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19" name="Textfeld 121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0" name="Textfeld 121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1" name="Ellipse 122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2" name="Ellipse 122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3" name="Textfeld 122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4" name="Textfeld 122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25" name="Ellipse 122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6" name="Ellipse 122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27" name="Textfeld 122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28" name="Textfeld 122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29" name="Rechteck 122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0" name="Rechteck 122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1" name="Rechteck 123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2" name="Rechteck 123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3" name="Rechteck 123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4" name="Rechteck 123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5" name="Rechteck 123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36" name="Rechteck 123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11" name="Textfeld 12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09" name="Textfeld 12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07" name="Textfeld 120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503" name="Gruppieren 1502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04" name="Gruppieren 150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06" name="Gruppieren 15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Ellipse 15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Ellipse 15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Textfeld 15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13" name="Textfeld 15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14" name="Ellipse 15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5" name="Ellipse 15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6" name="Textfeld 15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7" name="Textfeld 15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18" name="Ellipse 15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9" name="Ellipse 15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Textfeld 15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1" name="Textfeld 15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Textfeld 15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25" name="Textfeld 15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26" name="Rechteck 15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Rechteck 15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07" name="Textfeld 1506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05" name="Textfeld 15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20335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13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6" name="Gruppieren 5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uppieren 1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184" name="Gruppieren 118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1514" name="Gruppieren 1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1516" name="Gruppieren 151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1518" name="Rechteck 151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19" name="Rechteck 151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0" name="Ellipse 151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21" name="Ellipse 152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2" name="Ellipse 15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3" name="Ellipse 15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4" name="Ellipse 15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5" name="Ellipse 15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6" name="Ellipse 15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7" name="Ellipse 15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8" name="Rechteck 15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29" name="Rechteck 15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0" name="Rechteck 15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1" name="Rechteck 15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2" name="Rechteck 15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3" name="Rechteck 15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4" name="Rechteck 15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35" name="Rechteck 15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17" name="Textfeld 1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515" name="Textfeld 1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185" name="Rechteck 118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6" name="Rechteck 118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7" name="Rechteck 118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8" name="Rechteck 118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189" name="Rechteck 118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190" name="Gruppieren 118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84" name="Gruppieren 148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86" name="Gruppieren 148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88" name="Rechteck 14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89" name="Rechteck 14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0" name="Ellipse 14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1" name="Ellipse 14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2" name="Textfeld 149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93" name="Textfeld 149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94" name="Ellipse 149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5" name="Ellipse 149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6" name="Textfeld 149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7" name="Textfeld 149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98" name="Ellipse 149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99" name="Ellipse 149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0" name="Textfeld 149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1" name="Textfeld 150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502" name="Ellipse 15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03" name="Ellipse 15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4" name="Textfeld 150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05" name="Textfeld 150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06" name="Rechteck 150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7" name="Rechteck 150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8" name="Rechteck 150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09" name="Rechteck 150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0" name="Rechteck 150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1" name="Rechteck 151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2" name="Rechteck 151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13" name="Rechteck 151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87" name="Textfeld 14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485" name="Textfeld 14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1" name="Gruppieren 119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54" name="Gruppieren 14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56" name="Gruppieren 14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58" name="Rechteck 14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59" name="Rechteck 14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0" name="Ellipse 14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1" name="Ellipse 14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2" name="Textfeld 14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63" name="Textfeld 14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64" name="Ellipse 1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5" name="Ellipse 1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6" name="Textfeld 14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7" name="Textfeld 14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68" name="Ellipse 14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69" name="Ellipse 14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0" name="Textfeld 14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1" name="Textfeld 14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72" name="Ellipse 14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3" name="Ellipse 14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4" name="Textfeld 14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75" name="Textfeld 14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76" name="Rechteck 14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7" name="Rechteck 14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8" name="Rechteck 14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79" name="Rechteck 14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0" name="Rechteck 14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1" name="Rechteck 14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2" name="Rechteck 14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83" name="Rechteck 14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57" name="Textfeld 14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455" name="Textfeld 14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2" name="Gruppieren 119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424" name="Gruppieren 14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426" name="Gruppieren 14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428" name="Rechteck 14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29" name="Rechteck 14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0" name="Ellipse 14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1" name="Ellipse 14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2" name="Textfeld 14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33" name="Textfeld 14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34" name="Ellipse 14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5" name="Ellipse 14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6" name="Textfeld 14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7" name="Textfeld 14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38" name="Ellipse 14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39" name="Ellipse 14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0" name="Textfeld 14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1" name="Textfeld 144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442" name="Ellipse 14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3" name="Ellipse 14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4" name="Textfeld 14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45" name="Textfeld 14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46" name="Rechteck 14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7" name="Rechteck 14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8" name="Rechteck 14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49" name="Rechteck 14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0" name="Rechteck 14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1" name="Rechteck 14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2" name="Rechteck 14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53" name="Rechteck 14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427" name="Textfeld 14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425" name="Textfeld 14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3" name="Gruppieren 119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1394" name="Gruppieren 139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96" name="Gruppieren 139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98" name="Rechteck 139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99" name="Rechteck 139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0" name="Ellipse 139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1" name="Ellipse 140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2" name="Textfeld 140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403" name="Textfeld 140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404" name="Ellipse 140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5" name="Ellipse 140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6" name="Textfeld 140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7" name="Textfeld 140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08" name="Ellipse 1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09" name="Ellipse 1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0" name="Textfeld 140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1" name="Textfeld 141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412" name="Ellipse 14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413" name="Ellipse 14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4" name="Textfeld 141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415" name="Textfeld 141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416" name="Rechteck 141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7" name="Rechteck 141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8" name="Rechteck 141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19" name="Rechteck 141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0" name="Rechteck 141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1" name="Rechteck 142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2" name="Rechteck 142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423" name="Rechteck 142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97" name="Textfeld 139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1395" name="Textfeld 13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4" name="Gruppieren 119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1364" name="Gruppieren 1363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1366" name="Gruppieren 136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68" name="Rechteck 136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69" name="Rechteck 136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0" name="Ellipse 136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1" name="Ellipse 137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Textfeld 137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73" name="Textfeld 137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74" name="Ellipse 13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Ellipse 13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Textfeld 13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7" name="Textfeld 13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78" name="Ellipse 13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9" name="Ellipse 13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0" name="Textfeld 137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1" name="Textfeld 13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82" name="Ellipse 13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3" name="Ellipse 13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4" name="Textfeld 138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85" name="Textfeld 138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86" name="Rechteck 138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7" name="Rechteck 138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8" name="Rechteck 138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89" name="Rechteck 138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0" name="Rechteck 138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1" name="Rechteck 139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2" name="Rechteck 139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93" name="Rechteck 139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67" name="Textfeld 1366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365" name="Textfeld 136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5" name="Gruppieren 119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1334" name="Gruppieren 1333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1336" name="Gruppieren 13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38" name="Rechteck 13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39" name="Rechteck 13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0" name="Ellipse 13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1" name="Ellipse 13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2" name="Textfeld 13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43" name="Textfeld 13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44" name="Ellipse 13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5" name="Ellipse 13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6" name="Textfeld 13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7" name="Textfeld 13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48" name="Ellipse 13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49" name="Ellipse 13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0" name="Textfeld 13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1" name="Textfeld 13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52" name="Ellipse 13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3" name="Ellipse 13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4" name="Textfeld 13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55" name="Textfeld 13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56" name="Rechteck 13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Rechteck 13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8" name="Rechteck 13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9" name="Rechteck 13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Rechteck 13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Rechteck 13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2" name="Rechteck 13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3" name="Rechteck 13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37" name="Textfeld 1336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335" name="Textfeld 13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196" name="Gruppieren 119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304" name="Gruppieren 13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306" name="Gruppieren 13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08" name="Rechteck 13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09" name="Rechteck 13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0" name="Ellipse 13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1" name="Ellipse 13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2" name="Textfeld 13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13" name="Textfeld 13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14" name="Ellipse 13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5" name="Ellipse 13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6" name="Textfeld 13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7" name="Textfeld 13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18" name="Ellipse 13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19" name="Ellipse 13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0" name="Textfeld 13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1" name="Textfeld 13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322" name="Ellipse 13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3" name="Ellipse 13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4" name="Textfeld 13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25" name="Textfeld 13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26" name="Rechteck 13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7" name="Rechteck 13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8" name="Rechteck 13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29" name="Rechteck 13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0" name="Rechteck 13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1" name="Rechteck 13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2" name="Rechteck 13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33" name="Rechteck 13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07" name="Textfeld 13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305" name="Textfeld 13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197" name="Gruppieren 119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1274" name="Gruppieren 12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276" name="Gruppieren 12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278" name="Rechteck 12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279" name="Rechteck 12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0" name="Ellipse 12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1" name="Ellipse 12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2" name="Textfeld 12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283" name="Textfeld 12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284" name="Ellipse 12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5" name="Ellipse 12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6" name="Textfeld 12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7" name="Textfeld 12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288" name="Ellipse 12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89" name="Ellipse 12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0" name="Textfeld 12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1" name="Textfeld 12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292" name="Ellipse 12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3" name="Ellipse 12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4" name="Textfeld 12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5" name="Textfeld 12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296" name="Rechteck 12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7" name="Rechteck 12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8" name="Rechteck 12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299" name="Rechteck 12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0" name="Rechteck 12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1" name="Rechteck 13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2" name="Rechteck 13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03" name="Rechteck 13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277" name="Textfeld 12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275" name="Textfeld 12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198" name="Gruppieren 119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1270" name="Gruppieren 1269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1272" name="Rechteck 1271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273" name="Textfeld 1272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271" name="Textfeld 1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199" name="Textfeld 119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200" name="Gruppieren 119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239" name="Gruppieren 1238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241" name="Gruppieren 124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243" name="Gruppieren 124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245" name="Rechteck 12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6" name="Rechteck 12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7" name="Ellipse 12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248" name="Ellipse 12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49" name="Textfeld 124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250" name="Ellipse 12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1" name="Ellipse 12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2" name="Textfeld 12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3" name="Textfeld 12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4" name="Ellipse 12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5" name="Ellipse 12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6" name="Textfeld 125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7" name="Textfeld 125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1258" name="Ellipse 12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59" name="Ellipse 12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0" name="Textfeld 12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1261" name="Textfeld 12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1262" name="Rechteck 12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3" name="Rechteck 12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4" name="Rechteck 12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5" name="Rechteck 12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6" name="Rechteck 12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7" name="Rechteck 12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8" name="Rechteck 12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269" name="Rechteck 12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244" name="Textfeld 12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242" name="Textfeld 12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240" name="Textfeld 1239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sp>
          <p:nvSpPr>
            <p:cNvPr id="1547" name="Textfeld 1546"/>
            <p:cNvSpPr txBox="1"/>
            <p:nvPr/>
          </p:nvSpPr>
          <p:spPr>
            <a:xfrm>
              <a:off x="1087911" y="1533486"/>
              <a:ext cx="14640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50" dirty="0"/>
                <a:t>2</a:t>
              </a:r>
              <a:endParaRPr lang="de-DE" dirty="0"/>
            </a:p>
          </p:txBody>
        </p:sp>
        <p:grpSp>
          <p:nvGrpSpPr>
            <p:cNvPr id="1536" name="Gruppieren 1535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537" name="Gruppieren 153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539" name="Gruppieren 153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541" name="Rechteck 154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542" name="Rechteck 154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3" name="Ellipse 154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4" name="Ellipse 154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5" name="Textfeld 154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546" name="Textfeld 154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548" name="Ellipse 15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49" name="Ellipse 15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0" name="Textfeld 15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1" name="Textfeld 15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2" name="Ellipse 15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3" name="Ellipse 15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4" name="Textfeld 15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5" name="Textfeld 15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556" name="Ellipse 15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7" name="Ellipse 15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58" name="Textfeld 15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559" name="Textfeld 15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560" name="Rechteck 15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1" name="Rechteck 15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2" name="Rechteck 15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3" name="Rechteck 15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4" name="Rechteck 15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5" name="Rechteck 15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6" name="Rechteck 15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567" name="Rechteck 15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540" name="Textfeld 1539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538" name="Textfeld 153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23555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14</a:t>
            </a:r>
          </a:p>
        </p:txBody>
      </p:sp>
      <p:grpSp>
        <p:nvGrpSpPr>
          <p:cNvPr id="3" name="Gruppieren 2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7688" name="Gruppieren 7687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68" name="Gruppieren 77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70" name="Gruppieren 77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72" name="Rechteck 77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3" name="Rechteck 77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4" name="Ellipse 77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75" name="Ellipse 77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6" name="Textfeld 77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77" name="Textfeld 77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778" name="Ellipse 7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79" name="Ellipse 7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0" name="Textfeld 777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81" name="Textfeld 77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782" name="Ellipse 77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3" name="Ellipse 77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4" name="Textfeld 77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785" name="Textfeld 77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786" name="Ellipse 77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7" name="Ellipse 77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88" name="Textfeld 77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789" name="Textfeld 77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790" name="Rechteck 77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1" name="Rechteck 77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2" name="Rechteck 77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3" name="Rechteck 77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4" name="Rechteck 77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5" name="Rechteck 77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6" name="Rechteck 77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97" name="Rechteck 77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71" name="Textfeld 77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769" name="Textfeld 77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689" name="Rechteck 7688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0" name="Rechteck 7689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1" name="Rechteck 7690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2" name="Rechteck 7691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693" name="Rechteck 7692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694" name="Gruppieren 7693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7738" name="Gruppieren 77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740" name="Gruppieren 77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742" name="Rechteck 77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3" name="Rechteck 77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4" name="Ellipse 77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45" name="Ellipse 77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6" name="Textfeld 77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747" name="Textfeld 77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748" name="Ellipse 77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49" name="Ellipse 77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0" name="Textfeld 77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1" name="Textfeld 77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752" name="Ellipse 77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3" name="Ellipse 77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54" name="Textfeld 77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5" name="Textfeld 775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756" name="Ellipse 77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7" name="Ellipse 77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58" name="Textfeld 77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59" name="Textfeld 77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7760" name="Rechteck 77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1" name="Rechteck 77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2" name="Rechteck 77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3" name="Rechteck 77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4" name="Rechteck 77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5" name="Rechteck 77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6" name="Rechteck 77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67" name="Rechteck 77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741" name="Textfeld 77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739" name="Textfeld 77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7696" name="Textfeld 7695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" name="Gruppieren 1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7695" name="Gruppieren 769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8" name="Textfeld 7697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661" name="Gruppieren 2660"/>
          <p:cNvGrpSpPr/>
          <p:nvPr/>
        </p:nvGrpSpPr>
        <p:grpSpPr>
          <a:xfrm>
            <a:off x="395599" y="2872756"/>
            <a:ext cx="4492962" cy="1654550"/>
            <a:chOff x="395599" y="2872756"/>
            <a:chExt cx="4492962" cy="1654550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3022" name="Gruppieren 30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24" name="Gruppieren 30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Ellipse 3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Ellipse 30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2" name="Ellipse 30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5" name="Textfeld 30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23" name="Textfeld 3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92" name="Gruppieren 29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4" name="Gruppieren 2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1" name="Ellipse 3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3" name="Textfeld 3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Rechteck 3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0" name="Rechteck 3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5" name="Textfeld 29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93" name="Textfeld 2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62" name="Gruppieren 29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4" name="Gruppieren 29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6" name="Rechteck 29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Ellipse 29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3" name="Textfeld 29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Rechteck 2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0" name="Rechteck 2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5" name="Textfeld 29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963" name="Textfeld 29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939382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32" name="Gruppieren 29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Ellipse 29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Textfeld 29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42" name="Ellipse 29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4" name="Textfeld 29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6" name="Ellipse 29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48" name="Textfeld 2947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50" name="Ellipse 29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1" name="Ellipse 29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Textfeld 29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3" name="Textfeld 29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Rechteck 29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0" name="Rechteck 29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Rechteck 29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33" name="Textfeld 29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2266307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2902" name="Gruppieren 29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04" name="Gruppieren 29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6" name="Rechteck 29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7" name="Rechteck 29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8" name="Ellipse 29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Textfeld 29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12" name="Ellipse 29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Textfeld 29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6" name="Ellipse 29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Textfeld 29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20" name="Ellipse 29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1" name="Ellipse 29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Textfeld 29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3" name="Textfeld 29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Rechteck 29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Rechteck 29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Rechteck 29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5" name="Textfeld 29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03" name="Textfeld 29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2913173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872" name="Gruppieren 287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874" name="Gruppieren 28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Ellipse 28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Textfeld 28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82" name="Ellipse 28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5" name="Textfeld 287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873" name="Textfeld 28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3237611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42" name="Gruppieren 284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44" name="Gruppieren 28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Ellipse 28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Textfeld 28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51" name="Textfeld 28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Ellipse 28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Ellipse 28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59" name="Textfeld 28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5" name="Textfeld 284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843" name="Textfeld 28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2674" name="Gruppieren 2673"/>
            <p:cNvGrpSpPr/>
            <p:nvPr/>
          </p:nvGrpSpPr>
          <p:grpSpPr>
            <a:xfrm>
              <a:off x="3560282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812" name="Gruppieren 281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14" name="Gruppieren 28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Ellipse 28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19" name="Ellipse 28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Textfeld 28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1" name="Textfeld 28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Ellipse 28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Textfeld 28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34" name="Rechteck 28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5" name="Textfeld 281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813" name="Textfeld 28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2675" name="Gruppieren 2674"/>
            <p:cNvGrpSpPr/>
            <p:nvPr/>
          </p:nvGrpSpPr>
          <p:grpSpPr>
            <a:xfrm>
              <a:off x="3883319" y="2881052"/>
              <a:ext cx="357561" cy="1646254"/>
              <a:chOff x="1692724" y="1147824"/>
              <a:chExt cx="357561" cy="1646254"/>
            </a:xfrm>
          </p:grpSpPr>
          <p:grpSp>
            <p:nvGrpSpPr>
              <p:cNvPr id="2782" name="Gruppieren 278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4" name="Gruppieren 278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Ellipse 27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Ellipse 27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Textfeld 27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1" name="Textfeld 27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2" name="Ellipse 27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Textfeld 2793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6" name="Ellipse 27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Textfeld 27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99" name="Textfeld 27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Ellipse 28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3" name="Textfeld 28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4" name="Rechteck 28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Rechteck 28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Rechteck 28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85" name="Textfeld 27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783" name="Textfeld 27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6" name="Gruppieren 2675"/>
            <p:cNvGrpSpPr/>
            <p:nvPr/>
          </p:nvGrpSpPr>
          <p:grpSpPr>
            <a:xfrm>
              <a:off x="4205294" y="2881052"/>
              <a:ext cx="358092" cy="1646254"/>
              <a:chOff x="1692193" y="1147824"/>
              <a:chExt cx="358092" cy="1646254"/>
            </a:xfrm>
          </p:grpSpPr>
          <p:grpSp>
            <p:nvGrpSpPr>
              <p:cNvPr id="2752" name="Gruppieren 27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754" name="Gruppieren 27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2" name="Ellipse 27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Ellipse 27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Textfeld 27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5" name="Textfeld 27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Rechteck 27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Rechteck 27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Rechteck 27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Rechteck 27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55" name="Textfeld 27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753" name="Textfeld 27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77" name="Gruppieren 2676"/>
            <p:cNvGrpSpPr/>
            <p:nvPr/>
          </p:nvGrpSpPr>
          <p:grpSpPr>
            <a:xfrm>
              <a:off x="4532568" y="2881052"/>
              <a:ext cx="355993" cy="1646254"/>
              <a:chOff x="1694292" y="1147824"/>
              <a:chExt cx="355993" cy="1646254"/>
            </a:xfrm>
          </p:grpSpPr>
          <p:grpSp>
            <p:nvGrpSpPr>
              <p:cNvPr id="2748" name="Gruppieren 274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50" name="Rechteck 274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1" name="Textfeld 27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749" name="Textfeld 27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678" name="Gruppieren 2677"/>
            <p:cNvGrpSpPr/>
            <p:nvPr/>
          </p:nvGrpSpPr>
          <p:grpSpPr>
            <a:xfrm>
              <a:off x="2590519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2718" name="Gruppieren 27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720" name="Gruppieren 27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Textfeld 27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35" name="Textfeld 2734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Rechteck 27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Rechteck 27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1" name="Textfeld 27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19" name="Textfeld 27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2679" name="Textfeld 2678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2680" name="Gruppieren 2679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2681" name="Rechteck 2680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2" name="Ellipse 2681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3" name="Ellipse 2682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4" name="Ellipse 2683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5" name="Ellipse 2684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86" name="Textfeld 2685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2687" name="Textfeld 2686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2688" name="Ellipse 2687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89" name="Ellipse 2688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0" name="Ellipse 2689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1" name="Ellipse 2690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2" name="Ellipse 2691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3" name="Ellipse 2692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4" name="Ellipse 2693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5" name="Ellipse 2694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6" name="Ellipse 2695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697" name="Ellipse 2696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8" name="Ellipse 2697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99" name="Ellipse 2698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700" name="Gruppieren 2699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2701" name="Rechteck 2700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2" name="Rechteck 2701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3" name="Rechteck 2702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4" name="Rechteck 2703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05" name="Rechteck 2704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6" name="Rechteck 2705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7" name="Rechteck 2706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8" name="Rechteck 2707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09" name="Rechteck 2708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0" name="Rechteck 2709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1" name="Rechteck 2710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2" name="Rechteck 2711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3" name="Rechteck 2712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4" name="Rechteck 2713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5" name="Rechteck 2714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6" name="Rechteck 2715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2717" name="Rechteck 2716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1661" name="Gruppieren 1660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1662" name="Gruppieren 1661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100" name="Gruppieren 209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102" name="Gruppieren 210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Ellipse 21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07" name="Ellipse 21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Ellipse 21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Ellipse 21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Ellipse 21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1" name="Ellipse 21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2" name="Ellipse 211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3" name="Ellipse 211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4" name="Rechteck 2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Rechteck 2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Rechteck 2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Rechteck 2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0" name="Rechteck 2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1" name="Rechteck 2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03" name="Textfeld 21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101" name="Textfeld 21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1663" name="Rechteck 1662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4" name="Rechteck 1663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5" name="Rechteck 1664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6" name="Rechteck 1665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667" name="Rechteck 1666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668" name="Gruppieren 1667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70" name="Gruppieren 20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72" name="Gruppieren 20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Ellipse 20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77" name="Ellipse 20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Textfeld 20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79" name="Textfeld 20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0" name="Ellipse 20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1" name="Ellipse 20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2" name="Textfeld 20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3" name="Textfeld 20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4" name="Ellipse 20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7" name="Textfeld 20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1" name="Textfeld 20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92" name="Rechteck 20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Rechteck 20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Rechteck 20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5" name="Rechteck 20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Rechteck 20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Rechteck 20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Rechteck 20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9" name="Rechteck 20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73" name="Textfeld 20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071" name="Textfeld 20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69" name="Gruppieren 1668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40" name="Gruppieren 20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42" name="Gruppieren 20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Ellipse 20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Ellipse 20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Textfeld 20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49" name="Textfeld 20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50" name="Ellipse 20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Ellipse 20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Textfeld 20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3" name="Textfeld 20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4" name="Ellipse 20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5" name="Ellipse 20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6" name="Textfeld 20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7" name="Textfeld 20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9" name="Ellipse 20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61" name="Textfeld 20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62" name="Rechteck 20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Rechteck 20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4" name="Rechteck 20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5" name="Rechteck 20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Rechteck 20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Rechteck 20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8" name="Rechteck 20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9" name="Rechteck 20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43" name="Textfeld 20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041" name="Textfeld 20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0" name="Gruppieren 1669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010" name="Gruppieren 20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12" name="Gruppieren 20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14" name="Rechteck 20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15" name="Rechteck 20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6" name="Ellipse 20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7" name="Ellipse 20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18" name="Textfeld 20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19" name="Textfeld 20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20" name="Ellipse 20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1" name="Ellipse 20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2" name="Textfeld 20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3" name="Textfeld 20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4" name="Ellipse 20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5" name="Ellipse 20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6" name="Textfeld 20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7" name="Textfeld 20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Ellipse 20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31" name="Textfeld 20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32" name="Rechteck 20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Rechteck 20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4" name="Rechteck 20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5" name="Rechteck 20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Rechteck 20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Rechteck 20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8" name="Rechteck 20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9" name="Rechteck 20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13" name="Textfeld 20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011" name="Textfeld 20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1" name="Gruppieren 1670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80" name="Gruppieren 197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82" name="Gruppieren 19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84" name="Rechteck 19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85" name="Rechteck 19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6" name="Ellipse 19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7" name="Ellipse 19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88" name="Textfeld 19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89" name="Textfeld 19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90" name="Ellipse 19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1" name="Ellipse 19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2" name="Textfeld 19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3" name="Textfeld 19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4" name="Ellipse 19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5" name="Ellipse 19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6" name="Textfeld 19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7" name="Textfeld 19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98" name="Ellipse 19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99" name="Ellipse 19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0" name="Textfeld 19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01" name="Textfeld 20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02" name="Rechteck 20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3" name="Rechteck 20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4" name="Rechteck 20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5" name="Rechteck 20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6" name="Rechteck 20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7" name="Rechteck 20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8" name="Rechteck 20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09" name="Rechteck 20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83" name="Textfeld 19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981" name="Textfeld 19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2" name="Gruppieren 1671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50" name="Gruppieren 19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52" name="Gruppieren 19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54" name="Rechteck 19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55" name="Rechteck 19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6" name="Ellipse 19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7" name="Ellipse 19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58" name="Textfeld 19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59" name="Textfeld 19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60" name="Ellipse 19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1" name="Ellipse 19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2" name="Textfeld 19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3" name="Textfeld 19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4" name="Ellipse 19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5" name="Ellipse 19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66" name="Textfeld 1965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7" name="Textfeld 19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68" name="Ellipse 19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69" name="Ellipse 19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0" name="Textfeld 19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71" name="Textfeld 19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72" name="Rechteck 19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3" name="Rechteck 19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4" name="Rechteck 19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5" name="Rechteck 19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6" name="Rechteck 19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7" name="Rechteck 19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8" name="Rechteck 19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79" name="Rechteck 19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53" name="Textfeld 19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951" name="Textfeld 19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3" name="Gruppieren 1672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1920" name="Gruppieren 19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922" name="Gruppieren 19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6" name="Ellipse 1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7" name="Ellipse 1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8" name="Textfeld 1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29" name="Textfeld 1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30" name="Ellipse 1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1" name="Ellipse 1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2" name="Textfeld 19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3" name="Textfeld 19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4" name="Ellipse 19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5" name="Ellipse 19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36" name="Textfeld 19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7" name="Textfeld 19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938" name="Ellipse 19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39" name="Ellipse 19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0" name="Textfeld 19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41" name="Textfeld 19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42" name="Rechteck 19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3" name="Rechteck 19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4" name="Rechteck 19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5" name="Rechteck 19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6" name="Rechteck 19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7" name="Rechteck 19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8" name="Rechteck 19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49" name="Rechteck 19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923" name="Textfeld 19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1921" name="Textfeld 1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4" name="Gruppieren 1673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1890" name="Gruppieren 1889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1892" name="Gruppieren 18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94" name="Rechteck 18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95" name="Rechteck 18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6" name="Ellipse 18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7" name="Ellipse 18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98" name="Textfeld 18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99" name="Textfeld 18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0" name="Ellipse 18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1" name="Ellipse 19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Textfeld 19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3" name="Textfeld 19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4" name="Ellipse 1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5" name="Ellipse 1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6" name="Textfeld 1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7" name="Textfeld 1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8" name="Ellipse 1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9" name="Ellipse 1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0" name="Textfeld 1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1" name="Textfeld 1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2" name="Rechteck 1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3" name="Rechteck 1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4" name="Rechteck 1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Rechteck 1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Rechteck 1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7" name="Rechteck 1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3" name="Textfeld 1892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1891" name="Textfeld 18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5" name="Gruppieren 1674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60" name="Gruppieren 185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62" name="Gruppieren 18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64" name="Rechteck 18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5" name="Rechteck 18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6" name="Ellipse 18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67" name="Ellipse 18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68" name="Textfeld 18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69" name="Textfeld 18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70" name="Ellipse 18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1" name="Ellipse 18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2" name="Textfeld 18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3" name="Textfeld 18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4" name="Ellipse 18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5" name="Ellipse 18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6" name="Textfeld 18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7" name="Textfeld 18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78" name="Ellipse 18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79" name="Ellipse 18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0" name="Textfeld 18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81" name="Textfeld 18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82" name="Rechteck 18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3" name="Rechteck 18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4" name="Rechteck 18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5" name="Rechteck 18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6" name="Rechteck 18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7" name="Rechteck 18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8" name="Rechteck 18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89" name="Rechteck 18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63" name="Textfeld 186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1861" name="Textfeld 18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6" name="Gruppieren 1675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30" name="Gruppieren 18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32" name="Gruppieren 18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34" name="Rechteck 18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35" name="Rechteck 18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6" name="Ellipse 18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7" name="Ellipse 18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38" name="Textfeld 18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39" name="Textfeld 18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40" name="Ellipse 18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1" name="Ellipse 18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2" name="Textfeld 18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3" name="Textfeld 18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4" name="Ellipse 18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5" name="Ellipse 18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6" name="Textfeld 18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7" name="Textfeld 18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48" name="Ellipse 18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49" name="Ellipse 18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0" name="Textfeld 18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51" name="Textfeld 18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52" name="Rechteck 18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3" name="Rechteck 18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4" name="Rechteck 18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5" name="Rechteck 18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6" name="Rechteck 18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7" name="Rechteck 18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8" name="Rechteck 18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59" name="Rechteck 18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33" name="Textfeld 18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1831" name="Textfeld 18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7" name="Gruppieren 1676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800" name="Gruppieren 17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802" name="Gruppieren 18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804" name="Rechteck 18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805" name="Rechteck 18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6" name="Ellipse 18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7" name="Ellipse 18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08" name="Textfeld 18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809" name="Textfeld 18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810" name="Ellipse 18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1" name="Ellipse 18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2" name="Textfeld 18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3" name="Textfeld 18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4" name="Ellipse 18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5" name="Ellipse 18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6" name="Textfeld 18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7" name="Textfeld 18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818" name="Ellipse 18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19" name="Ellipse 18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0" name="Textfeld 18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821" name="Textfeld 18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822" name="Rechteck 18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3" name="Rechteck 18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4" name="Rechteck 18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5" name="Rechteck 18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6" name="Rechteck 18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7" name="Rechteck 18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8" name="Rechteck 18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829" name="Rechteck 18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03" name="Textfeld 18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1801" name="Textfeld 18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678" name="Gruppieren 1677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70" name="Gruppieren 176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1772" name="Gruppieren 17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774" name="Rechteck 1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75" name="Rechteck 1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6" name="Ellipse 1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7" name="Ellipse 1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78" name="Textfeld 17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79" name="Textfeld 17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80" name="Ellipse 17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1" name="Ellipse 17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2" name="Textfeld 17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3" name="Textfeld 17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4" name="Ellipse 17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5" name="Ellipse 17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6" name="Textfeld 17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7" name="Textfeld 17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88" name="Ellipse 17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89" name="Ellipse 17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0" name="Textfeld 17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791" name="Textfeld 17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792" name="Rechteck 17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3" name="Rechteck 17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4" name="Rechteck 17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5" name="Rechteck 17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6" name="Rechteck 17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7" name="Rechteck 17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8" name="Rechteck 17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99" name="Rechteck 17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73" name="Textfeld 177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1771" name="Textfeld 1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1679" name="Gruppieren 1678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1744" name="Gruppieren 1743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1746" name="Gruppieren 1745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1748" name="Rechteck 174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49" name="Rechteck 174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0" name="Ellipse 174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1" name="Ellipse 175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2" name="Ellipse 17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3" name="Ellipse 17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4" name="Textfeld 17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5" name="Textfeld 17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1756" name="Ellipse 17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7" name="Ellipse 17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58" name="Textfeld 1757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59" name="Textfeld 17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760" name="Ellipse 17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1" name="Ellipse 17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2" name="Rechteck 1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3" name="Rechteck 1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4" name="Rechteck 1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5" name="Rechteck 1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6" name="Rechteck 1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7" name="Rechteck 1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8" name="Rechteck 1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69" name="Rechteck 1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47" name="Textfeld 174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1745" name="Textfeld 174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1680" name="Gruppieren 1679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716" name="Gruppieren 171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718" name="Gruppieren 171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720" name="Rechteck 17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721" name="Rechteck 17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2" name="Ellipse 17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3" name="Ellipse 17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4" name="Textfeld 17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725" name="Textfeld 17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726" name="Ellipse 17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7" name="Ellipse 17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8" name="Ellipse 17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29" name="Ellipse 17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0" name="Textfeld 172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1" name="Textfeld 173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32" name="Ellipse 173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3" name="Ellipse 173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4" name="Textfeld 173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5" name="Textfeld 173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36" name="Rechteck 1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7" name="Rechteck 1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8" name="Rechteck 1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39" name="Rechteck 1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0" name="Rechteck 1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1" name="Rechteck 1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2" name="Rechteck 1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43" name="Rechteck 1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719" name="Textfeld 17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1717" name="Textfeld 17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1" name="Gruppieren 1680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1688" name="Gruppieren 168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1690" name="Gruppieren 168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1692" name="Rechteck 16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693" name="Rechteck 16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4" name="Ellipse 16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5" name="Ellipse 16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6" name="Textfeld 16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697" name="Textfeld 16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698" name="Ellipse 16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699" name="Ellipse 16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0" name="Ellipse 16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1" name="Ellipse 17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2" name="Textfeld 17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3" name="Textfeld 17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1704" name="Ellipse 17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5" name="Ellipse 17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6" name="Textfeld 17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7" name="Textfeld 17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1708" name="Rechteck 17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09" name="Rechteck 17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0" name="Rechteck 17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1" name="Rechteck 17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2" name="Rechteck 17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3" name="Rechteck 17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4" name="Rechteck 17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715" name="Rechteck 17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691" name="Textfeld 16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1689" name="Textfeld 16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1682" name="Gruppieren 1681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1684" name="Gruppieren 1683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1686" name="Rechteck 168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1687" name="Textfeld 168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1685" name="Textfeld 16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683" name="Textfeld 1682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294" name="Gruppieren 1293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8" name="Gruppieren 239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00" name="Gruppieren 239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02" name="Rechteck 24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3" name="Rechteck 24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5" name="Ellipse 24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Ellipse 2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Ellipse 240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Ellipse 24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9" name="Rechteck 2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1" name="Textfeld 24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9" name="Textfeld 23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295" name="Rechteck 1294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6" name="Rechteck 1295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7" name="Rechteck 1296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8" name="Rechteck 1297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99" name="Rechteck 1298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300" name="Gruppieren 1299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8" name="Gruppieren 236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0" name="Gruppieren 236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Ellipse 23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5" name="Textfeld 23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7" name="Ellipse 23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9" name="Textfeld 23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0" name="Rechteck 23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Rechteck 23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2" name="Rechteck 23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1" name="Textfeld 237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9" name="Textfeld 236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1" name="Gruppieren 1300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8" name="Gruppieren 233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40" name="Gruppieren 233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2" name="Rechteck 23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3" name="Rechteck 23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Ellipse 235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5" name="Textfeld 235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Ellipse 235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9" name="Textfeld 235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0" name="Rechteck 235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Rechteck 236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1" name="Textfeld 23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9" name="Textfeld 23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2" name="Gruppieren 1301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8" name="Gruppieren 23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0" name="Gruppieren 23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Ellipse 23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Textfeld 23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Ellipse 23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9" name="Textfeld 23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0" name="Rechteck 23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Rechteck 23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2" name="Rechteck 23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1" name="Textfeld 23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9" name="Textfeld 23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3" name="Gruppieren 1302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8" name="Gruppieren 22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80" name="Gruppieren 22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0" name="Rechteck 22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Rechteck 23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1" name="Textfeld 22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9" name="Textfeld 22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4" name="Gruppieren 1303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8" name="Gruppieren 2247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50" name="Gruppieren 22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2" name="Ellipse 22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Textfeld 22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66" name="Ellipse 22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Textfeld 22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9" name="Textfeld 22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70" name="Rechteck 22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Rechteck 22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2" name="Rechteck 22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3" name="Rechteck 22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Rechteck 22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51" name="Textfeld 2250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9" name="Textfeld 22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5" name="Gruppieren 1304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8" name="Gruppieren 2217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0" name="Gruppieren 22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2" name="Rechteck 22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Ellipse 22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5" name="Textfeld 22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Ellipse 22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9" name="Textfeld 22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0" name="Rechteck 22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Rechteck 22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Rechteck 22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Rechteck 22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Rechteck 22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1" name="Textfeld 2220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9" name="Textfeld 22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306" name="Gruppieren 1305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8" name="Gruppieren 218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90" name="Gruppieren 21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92" name="Rechteck 21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2" name="Ellipse 22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Ellipse 22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Textfeld 22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5" name="Textfeld 22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06" name="Ellipse 22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Ellipse 22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Textfeld 22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9" name="Textfeld 22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1" name="Rechteck 22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Rechteck 22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91" name="Textfeld 21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9" name="Textfeld 21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307" name="Gruppieren 1306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8" name="Gruppieren 2157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60" name="Gruppieren 21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62" name="Rechteck 21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72" name="Ellipse 21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Ellipse 21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Textfeld 21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5" name="Textfeld 21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76" name="Ellipse 21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Textfeld 21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80" name="Rechteck 21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1" name="Rechteck 21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Rechteck 21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Rechteck 21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Rechteck 21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Rechteck 21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61" name="Textfeld 216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9" name="Textfeld 21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308" name="Gruppieren 1307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54" name="Gruppieren 2153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56" name="Rechteck 2155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57" name="Textfeld 2156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55" name="Textfeld 21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309" name="Textfeld 1308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310" name="Gruppieren 1309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23" name="Gruppieren 2122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25" name="Gruppieren 212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27" name="Gruppieren 212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9" name="Rechteck 212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0" name="Rechteck 212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32" name="Ellipse 213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8" name="Ellipse 213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Ellipse 213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Textfeld 213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1" name="Textfeld 214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42" name="Ellipse 214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Ellipse 214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Textfeld 214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45" name="Textfeld 214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46" name="Rechteck 214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7" name="Rechteck 214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8" name="Rechteck 214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9" name="Rechteck 214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0" name="Rechteck 214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1" name="Rechteck 215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2" name="Rechteck 215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53" name="Rechteck 215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26" name="Textfeld 212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24" name="Textfeld 2123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348" name="Gruppieren 134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349" name="Gruppieren 13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351" name="Gruppieren 13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353" name="Rechteck 13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354" name="Rechteck 13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5" name="Ellipse 13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6" name="Ellipse 13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57" name="Textfeld 13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358" name="Textfeld 13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359" name="Ellipse 13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0" name="Ellipse 13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1" name="Textfeld 13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2" name="Textfeld 13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3" name="Ellipse 13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4" name="Ellipse 13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5" name="Textfeld 13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6" name="Textfeld 13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367" name="Ellipse 13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8" name="Ellipse 13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69" name="Textfeld 13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370" name="Textfeld 13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371" name="Rechteck 13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2" name="Rechteck 13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3" name="Rechteck 13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4" name="Rechteck 13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5" name="Rechteck 13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6" name="Rechteck 13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7" name="Rechteck 13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378" name="Rechteck 13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352" name="Textfeld 135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350" name="Textfeld 13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869417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15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810" name="Gruppieren 7809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5" name="Gruppieren 4"/>
          <p:cNvGrpSpPr/>
          <p:nvPr/>
        </p:nvGrpSpPr>
        <p:grpSpPr>
          <a:xfrm>
            <a:off x="3980138" y="4875367"/>
            <a:ext cx="2241024" cy="1654859"/>
            <a:chOff x="3751538" y="4875367"/>
            <a:chExt cx="2241024" cy="1654859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3995939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56555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9666" y="4875367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7122" y="4875367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2902" y="4875367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7298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51538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7" name="Gruppieren 6"/>
          <p:cNvGrpSpPr/>
          <p:nvPr/>
        </p:nvGrpSpPr>
        <p:grpSpPr>
          <a:xfrm>
            <a:off x="6987010" y="4869102"/>
            <a:ext cx="2231416" cy="1653406"/>
            <a:chOff x="6758410" y="4869102"/>
            <a:chExt cx="2231416" cy="1653406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69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4386" y="4869580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0166" y="4869580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9580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202" name="Gruppieren 2201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203" name="Gruppieren 2202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2641" name="Gruppieren 26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3" name="Gruppieren 26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5" name="Rechteck 26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6" name="Rechteck 26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Ellipse 26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Ellipse 26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4" name="Textfeld 26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42" name="Textfeld 26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204" name="Rechteck 2203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5" name="Rechteck 2204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6" name="Rechteck 2205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7" name="Rechteck 2206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208" name="Rechteck 2207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209" name="Gruppieren 2208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611" name="Gruppieren 26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3" name="Gruppieren 26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5" name="Rechteck 26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6" name="Rechteck 26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7" name="Ellipse 26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Textfeld 26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21" name="Ellipse 26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Textfeld 26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5" name="Ellipse 26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Textfeld 26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29" name="Ellipse 26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0" name="Ellipse 26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Textfeld 26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32" name="Textfeld 26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Rechteck 26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Rechteck 26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4" name="Textfeld 26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12" name="Textfeld 26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0" name="Gruppieren 2209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81" name="Gruppieren 25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82" name="Textfeld 25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1" name="Gruppieren 2210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51" name="Gruppieren 255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3" name="Gruppieren 25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6" name="Rechteck 25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7" name="Ellipse 25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8" name="Ellipse 25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Textfeld 25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0" name="Textfeld 25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1" name="Ellipse 2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Textfeld 25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4" name="Textfeld 25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Textfeld 25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8" name="Textfeld 25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Ellipse 25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Textfeld 25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2" name="Textfeld 25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4" name="Textfeld 255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52" name="Textfeld 25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2" name="Gruppieren 2211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521" name="Gruppieren 252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3" name="Gruppieren 25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6" name="Rechteck 25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Ellipse 25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Ellipse 25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Textfeld 25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0" name="Textfeld 25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1" name="Ellipse 25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Textfeld 25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5" name="Ellipse 25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7" name="Textfeld 25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9" name="Ellipse 25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1" name="Textfeld 25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3" name="Rechteck 25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Rechteck 25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4" name="Textfeld 252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2" name="Textfeld 25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3" name="Gruppieren 2212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91" name="Gruppieren 249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93" name="Gruppieren 249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95" name="Rechteck 24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6" name="Rechteck 24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Textfeld 249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0" name="Textfeld 249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1" name="Ellipse 25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2" name="Ellipse 25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Textfeld 250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4" name="Textfeld 250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Ellipse 250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8" name="Textfeld 250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Textfeld 251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3" name="Rechteck 251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4" name="Rechteck 251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Rechteck 251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Rechteck 251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7" name="Rechteck 251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4" name="Textfeld 24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92" name="Textfeld 2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4" name="Gruppieren 2213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2461" name="Gruppieren 24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63" name="Gruppieren 24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5" name="Rechteck 24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6" name="Rechteck 24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9" name="Ellipse 24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80" name="Ellipse 24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Textfeld 24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82" name="Textfeld 24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7" name="Rechteck 2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8" name="Rechteck 2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Rechteck 2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Rechteck 2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4" name="Textfeld 24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62" name="Textfeld 24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15" name="Gruppieren 2214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431" name="Gruppieren 2430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433" name="Gruppieren 24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5" name="Rechteck 24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6" name="Rechteck 24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9" name="Ellipse 24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Textfeld 24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2" name="Textfeld 24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7" name="Rechteck 24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8" name="Rechteck 24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Rechteck 24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Rechteck 24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4" name="Textfeld 2433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432" name="Textfeld 24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6" name="Gruppieren 2215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401" name="Gruppieren 240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403" name="Gruppieren 24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11" name="Ellipse 24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Ellipse 24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Textfeld 24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4" name="Textfeld 24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5" name="Ellipse 24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Ellipse 24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Textfeld 24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8" name="Textfeld 24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19" name="Ellipse 24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0" name="Ellipse 24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1" name="Textfeld 24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22" name="Textfeld 24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23" name="Rechteck 24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Rechteck 24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Rechteck 24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Rechteck 24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9" name="Rechteck 24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0" name="Rechteck 24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04" name="Textfeld 240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402" name="Textfeld 24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7" name="Gruppieren 2216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71" name="Gruppieren 237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73" name="Gruppieren 23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5" name="Rechteck 23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6" name="Rechteck 23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Rechteck 23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Rechteck 23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Rechteck 23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Rechteck 23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Rechteck 23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4" name="Textfeld 237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372" name="Textfeld 23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8" name="Gruppieren 2217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41" name="Gruppieren 234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43" name="Gruppieren 23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Ellipse 2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Textfeld 23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51" name="Ellipse 23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2" name="Ellipse 23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Textfeld 23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4" name="Textfeld 23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5" name="Ellipse 23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Ellipse 23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Textfeld 23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8" name="Textfeld 23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59" name="Ellipse 23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0" name="Ellipse 23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1" name="Textfeld 23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2" name="Textfeld 23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Rechteck 23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44" name="Textfeld 234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342" name="Textfeld 2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219" name="Gruppieren 2218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311" name="Gruppieren 231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313" name="Gruppieren 2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5" name="Rechteck 2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16" name="Rechteck 2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33" name="Rechteck 2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Rechteck 2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Rechteck 2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Rechteck 2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Rechteck 2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Rechteck 2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4" name="Textfeld 231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312" name="Textfeld 2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220" name="Gruppieren 2219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Ellipse 2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Ellipse 2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Textfeld 2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6" name="Textfeld 2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297" name="Ellipse 2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Ellipse 2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Textfeld 2298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0" name="Textfeld 2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1" name="Ellipse 2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2" name="Ellipse 2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Rechteck 2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221" name="Gruppieren 2220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57" name="Gruppieren 225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59" name="Gruppieren 225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61" name="Rechteck 22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Ellipse 22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Ellipse 22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Textfeld 22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66" name="Textfeld 22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67" name="Ellipse 22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Ellipse 22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Ellipse 22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0" name="Ellipse 22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1" name="Textfeld 22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2" name="Textfeld 22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73" name="Ellipse 22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4" name="Ellipse 22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5" name="Textfeld 22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6" name="Textfeld 22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77" name="Rechteck 22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Rechteck 22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9" name="Rechteck 22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0" name="Rechteck 22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Rechteck 22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Rechteck 22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60" name="Textfeld 225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258" name="Textfeld 22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2" name="Gruppieren 2221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229" name="Gruppieren 2228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231" name="Gruppieren 2230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Ellipse 22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2" name="Ellipse 22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3" name="Textfeld 22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4" name="Textfeld 22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245" name="Ellipse 22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Textfeld 22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3" name="Rechteck 22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4" name="Rechteck 22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Rechteck 22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Rechteck 22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32" name="Textfeld 22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230" name="Textfeld 22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223" name="Gruppieren 2222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227" name="Rechteck 2226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228" name="Textfeld 222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224" name="Textfeld 2223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450" name="Gruppieren 3449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640" name="Gruppieren 363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42" name="Gruppieren 364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44" name="Rechteck 36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5" name="Rechteck 36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3" name="Textfeld 36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41" name="Textfeld 36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51" name="Rechteck 3450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2" name="Rechteck 3451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3" name="Rechteck 3452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4" name="Rechteck 3453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55" name="Rechteck 3454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56" name="Gruppieren 3455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610" name="Gruppieren 360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2" name="Gruppieren 36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4" name="Rechteck 36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5" name="Rechteck 36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Ellipse 36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Ellipse 36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Textfeld 36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7" name="Textfeld 36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8" name="Ellipse 36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Ellipse 36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Textfeld 36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1" name="Textfeld 36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2" name="Rechteck 36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3" name="Rechteck 36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3" name="Textfeld 361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611" name="Textfeld 36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59" name="Gruppieren 3458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528" name="Gruppieren 35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0" name="Gruppieren 35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2" name="Rechteck 35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3" name="Rechteck 35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Ellipse 35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3" name="Ellipse 35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44" name="Textfeld 3543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45" name="Textfeld 3544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46" name="Ellipse 35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Ellipse 35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Textfeld 35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49" name="Textfeld 35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Rechteck 35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1" name="Textfeld 35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29" name="Textfeld 35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60" name="Gruppieren 3459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500" name="Gruppieren 349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502" name="Gruppieren 350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504" name="Rechteck 35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5" name="Rechteck 35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Ellipse 35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Ellipse 35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Textfeld 35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5" name="Textfeld 35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516" name="Ellipse 35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17" name="Ellipse 35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Textfeld 35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19" name="Textfeld 35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Rechteck 35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Rechteck 35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03" name="Textfeld 35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01" name="Textfeld 35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461" name="Gruppieren 3460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498" name="Rechteck 349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99" name="Textfeld 3498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63" name="Textfeld 3462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464" name="Gruppieren 3463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465" name="Gruppieren 3464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69" name="Gruppieren 3468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471" name="Gruppieren 3470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Ellipse 34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Ellipse 34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Textfeld 3476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478" name="Ellipse 34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9" name="Ellipse 34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0" name="Textfeld 347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1" name="Textfeld 34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82" name="Ellipse 34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3" name="Ellipse 34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Textfeld 34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5" name="Textfeld 34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86" name="Ellipse 34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7" name="Ellipse 34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8" name="Rechteck 34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Rechteck 34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Rechteck 34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1" name="Rechteck 34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2" name="Rechteck 34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Rechteck 34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Rechteck 34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5" name="Rechteck 34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0" name="Textfeld 34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466" name="Textfeld 3465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467" name="Textfeld 3466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468" name="Textfeld 3467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744" name="Gruppieren 27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45" name="Gruppieren 27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88" name="Gruppieren 2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0" name="Gruppieren 2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3" name="Rechteck 2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5" name="Ellipse 2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7" name="Textfeld 2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1" name="Textfeld 2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89" name="Textfeld 2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46" name="Rechteck 27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7" name="Rechteck 27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8" name="Rechteck 27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49" name="Rechteck 27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50" name="Rechteck 27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51" name="Gruppieren 27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8" name="Gruppieren 2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0" name="Gruppieren 2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Ellipse 2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Ellipse 2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Textfeld 2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7" name="Textfeld 2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68" name="Ellipse 2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Ellipse 2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0" name="Textfeld 2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1" name="Textfeld 2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2" name="Ellipse 2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3" name="Ellipse 2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4" name="Textfeld 2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5" name="Textfeld 27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Textfeld 2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79" name="Textfeld 2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80" name="Rechteck 2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Rechteck 2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1" name="Textfeld 2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59" name="Textfeld 2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52" name="Textfeld 27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53" name="Gruppieren 27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54" name="Gruppieren 27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56" name="Rechteck 27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57" name="Textfeld 27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55" name="Textfeld 27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1931" name="Gruppieren 1930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722" name="Gruppieren 27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24" name="Gruppieren 27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Ellipse 27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1" name="Ellipse 27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2" name="Ellipse 27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Ellipse 27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Ellipse 27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Rechteck 27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Rechteck 27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Rechteck 27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3" name="Rechteck 27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25" name="Textfeld 27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723" name="Textfeld 27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1932" name="Rechteck 1931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3" name="Rechteck 1932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4" name="Rechteck 1933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5" name="Rechteck 1934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936" name="Rechteck 1935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1937" name="Gruppieren 1936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692" name="Gruppieren 26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94" name="Gruppieren 26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96" name="Rechteck 26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Ellipse 26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0" name="Textfeld 26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01" name="Textfeld 27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Textfeld 27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5" name="Textfeld 27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Ellipse 27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Textfeld 27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09" name="Textfeld 27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10" name="Ellipse 27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Ellipse 27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Textfeld 27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13" name="Textfeld 27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Rechteck 27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Rechteck 27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Rechteck 27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Rechteck 27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Rechteck 27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5" name="Textfeld 26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693" name="Textfeld 26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8" name="Gruppieren 1937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01" name="Gruppieren 22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4" name="Gruppieren 26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6" name="Rechteck 2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8" name="Ellipse 2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0" name="Textfeld 26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2" name="Ellipse 26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Textfeld 26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Ellipse 26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Textfeld 26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Ellipse 26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4" name="Rechteck 26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5" name="Textfeld 2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63" name="Textfeld 2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39" name="Gruppieren 1938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71" name="Gruppieren 217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73" name="Gruppieren 217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Ellipse 217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Ellipse 217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Textfeld 217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0" name="Textfeld 217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81" name="Ellipse 218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2" name="Ellipse 218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3" name="Textfeld 218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4" name="Textfeld 218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5" name="Ellipse 218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Textfeld 218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89" name="Ellipse 218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Textfeld 219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93" name="Rechteck 21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4" name="Rechteck 21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Rechteck 21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Rechteck 21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7" name="Rechteck 21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8" name="Rechteck 21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Rechteck 21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Rechteck 21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74" name="Textfeld 217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172" name="Textfeld 217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0" name="Gruppieren 1939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141" name="Gruppieren 214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43" name="Gruppieren 214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45" name="Rechteck 21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46" name="Rechteck 21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7" name="Ellipse 21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8" name="Ellipse 21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9" name="Textfeld 214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0" name="Textfeld 214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51" name="Ellipse 21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2" name="Ellipse 21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3" name="Textfeld 21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4" name="Textfeld 21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5" name="Ellipse 21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Textfeld 215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59" name="Ellipse 21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Textfeld 216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63" name="Rechteck 216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4" name="Rechteck 216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Rechteck 216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Rechteck 216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7" name="Rechteck 216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8" name="Rechteck 216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Rechteck 216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Rechteck 216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44" name="Textfeld 21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42" name="Textfeld 21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1" name="Gruppieren 1940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111" name="Gruppieren 2110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113" name="Gruppieren 21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15" name="Rechteck 21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16" name="Rechteck 21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7" name="Ellipse 21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8" name="Ellipse 21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9" name="Textfeld 21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21" name="Ellipse 21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2" name="Ellipse 21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3" name="Textfeld 21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4" name="Textfeld 21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5" name="Ellipse 21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6" name="Ellipse 21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27" name="Textfeld 21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8" name="Textfeld 21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29" name="Ellipse 21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0" name="Ellipse 21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1" name="Textfeld 21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32" name="Textfeld 21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33" name="Rechteck 21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4" name="Rechteck 21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5" name="Rechteck 21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6" name="Rechteck 21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7" name="Rechteck 21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8" name="Rechteck 21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39" name="Rechteck 21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40" name="Rechteck 21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14" name="Textfeld 2113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112" name="Textfeld 21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2" name="Gruppieren 1941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081" name="Gruppieren 2080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083" name="Gruppieren 20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5" name="Rechteck 20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6" name="Rechteck 20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7" name="Ellipse 20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8" name="Ellipse 20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Textfeld 20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90" name="Textfeld 20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91" name="Ellipse 20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2" name="Ellipse 20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Textfeld 20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4" name="Textfeld 20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Ellipse 20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6" name="Ellipse 20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Textfeld 20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8" name="Textfeld 20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9" name="Ellipse 20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0" name="Ellipse 20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Textfeld 21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102" name="Textfeld 21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3" name="Rechteck 21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8" name="Rechteck 21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9" name="Rechteck 21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10" name="Rechteck 21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4" name="Textfeld 208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082" name="Textfeld 20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1943" name="Gruppieren 1942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51" name="Gruppieren 205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53" name="Gruppieren 205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55" name="Rechteck 205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56" name="Rechteck 205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7" name="Ellipse 205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8" name="Ellipse 205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9" name="Textfeld 205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60" name="Textfeld 205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61" name="Ellipse 20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2" name="Ellipse 20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3" name="Textfeld 20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4" name="Textfeld 20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5" name="Ellipse 20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6" name="Ellipse 20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67" name="Textfeld 20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8" name="Textfeld 20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69" name="Ellipse 20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0" name="Ellipse 20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1" name="Textfeld 20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72" name="Textfeld 20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73" name="Rechteck 20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4" name="Rechteck 20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5" name="Rechteck 20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6" name="Rechteck 20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7" name="Rechteck 20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8" name="Rechteck 20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79" name="Rechteck 20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0" name="Rechteck 20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54" name="Textfeld 205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052" name="Textfeld 205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1944" name="Gruppieren 1943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021" name="Gruppieren 2020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023" name="Gruppieren 202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5" name="Rechteck 202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26" name="Rechteck 202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7" name="Ellipse 202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8" name="Ellipse 202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29" name="Textfeld 202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0" name="Textfeld 202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043" name="Rechteck 20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Rechteck 20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Rechteck 20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6" name="Rechteck 20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4" name="Textfeld 2023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022" name="Textfeld 202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1945" name="Gruppieren 1944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017" name="Gruppieren 2016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019" name="Rechteck 2018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020" name="Textfeld 2019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018" name="Textfeld 201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1946" name="Textfeld 1945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1947" name="Gruppieren 1946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1986" name="Gruppieren 1985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1988" name="Gruppieren 19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1990" name="Gruppieren 19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1992" name="Rechteck 19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3" name="Rechteck 19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4" name="Ellipse 19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1995" name="Ellipse 19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6" name="Textfeld 19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1997" name="Ellipse 199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8" name="Ellipse 199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1999" name="Textfeld 199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0" name="Textfeld 199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1" name="Ellipse 20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2" name="Ellipse 20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3" name="Textfeld 200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4" name="Textfeld 200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005" name="Ellipse 200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6" name="Ellipse 200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07" name="Textfeld 200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008" name="Textfeld 200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009" name="Rechteck 200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0" name="Rechteck 200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1" name="Rechteck 201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2" name="Rechteck 201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3" name="Rechteck 201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4" name="Rechteck 201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5" name="Rechteck 201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016" name="Rechteck 201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1991" name="Textfeld 19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1989" name="Textfeld 19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1987" name="Textfeld 1986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1895" name="Gruppieren 1894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1896" name="Gruppieren 18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1898" name="Gruppieren 18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1900" name="Rechteck 18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1901" name="Rechteck 19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2" name="Ellipse 19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3" name="Ellipse 19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4" name="Textfeld 19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1905" name="Textfeld 19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1906" name="Ellipse 19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7" name="Ellipse 19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08" name="Textfeld 19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09" name="Textfeld 19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0" name="Ellipse 19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1" name="Ellipse 19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2" name="Textfeld 19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3" name="Textfeld 19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1914" name="Ellipse 19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5" name="Ellipse 19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6" name="Textfeld 19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1917" name="Textfeld 19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1918" name="Rechteck 19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19" name="Rechteck 19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0" name="Rechteck 19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1" name="Rechteck 19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2" name="Rechteck 19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3" name="Rechteck 19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4" name="Rechteck 19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1925" name="Rechteck 19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1899" name="Textfeld 18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897" name="Textfeld 18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39334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5" name="Gruppieren 4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247" name="Gruppieren 824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6" name="Gruppieren 5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8459" name="Gruppieren 8458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760" name="Gruppieren 2759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2761" name="Gruppieren 2760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3359" name="Gruppieren 335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4" name="Rechteck 33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Rechteck 33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60" name="Textfeld 33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62" name="Rechteck 2761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3" name="Rechteck 2762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4" name="Rechteck 2763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5" name="Rechteck 2764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66" name="Rechteck 2765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67" name="Gruppieren 2766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329" name="Gruppieren 33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4" name="Rechteck 3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Ellipse 3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8" name="Textfeld 33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Ellipse 33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Textfeld 33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Ellipse 33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Textfeld 33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Ellipse 33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0" name="Textfeld 33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30" name="Textfeld 3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8" name="Gruppieren 2767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299" name="Gruppieren 3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4" name="Rechteck 3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Ellipse 3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8" name="Textfeld 3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Ellipse 3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2" name="Textfeld 3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4" name="Ellipse 3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6" name="Textfeld 3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Ellipse 3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0" name="Textfeld 3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00" name="Textfeld 3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69" name="Gruppieren 2768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109" name="Gruppieren 31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11" name="Gruppieren 31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Ellipse 3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Textfeld 3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79" name="Ellipse 3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6" name="Textfeld 3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90" name="Textfeld 3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12" name="Textfeld 31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10" name="Textfeld 31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0" name="Gruppieren 2769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79" name="Gruppieren 30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81" name="Gruppieren 30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Ellipse 30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88" name="Textfeld 30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Ellipse 30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Ellipse 30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6" name="Textfeld 30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Ellipse 30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Textfeld 30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00" name="Textfeld 30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6" name="Rechteck 31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Rechteck 31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Rechteck 31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2" name="Textfeld 30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80" name="Textfeld 30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1" name="Gruppieren 2770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49" name="Gruppieren 30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51" name="Gruppieren 30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Ellipse 30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Ellipse 30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Textfeld 30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58" name="Textfeld 30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59" name="Ellipse 30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0" name="Ellipse 30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1" name="Textfeld 30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3" name="Ellipse 30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4" name="Ellipse 30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5" name="Textfeld 306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6" name="Textfeld 30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67" name="Ellipse 30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8" name="Ellipse 30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9" name="Textfeld 30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70" name="Textfeld 30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71" name="Rechteck 30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2" name="Rechteck 30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Rechteck 30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Rechteck 30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Rechteck 30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6" name="Rechteck 30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7" name="Rechteck 30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Rechteck 30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52" name="Textfeld 30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50" name="Textfeld 30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2" name="Gruppieren 2771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3" name="Gruppieren 2772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2989" name="Gruppieren 298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2991" name="Gruppieren 29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Ellipse 30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6" name="Textfeld 30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Ellipse 30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10" name="Textfeld 30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Rechteck 30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2" name="Textfeld 299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990" name="Textfeld 29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4" name="Gruppieren 2773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59" name="Gruppieren 295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61" name="Gruppieren 29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4" name="Rechteck 29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Ellipse 29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6" name="Textfeld 29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Ellipse 29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80" name="Textfeld 29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Rechteck 29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2" name="Textfeld 296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960" name="Textfeld 29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5" name="Gruppieren 2774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929" name="Gruppieren 292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31" name="Gruppieren 29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33" name="Rechteck 29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34" name="Rechteck 29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Textfeld 29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2" name="Textfeld 29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3" name="Ellipse 29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Ellipse 29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Textfeld 29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6" name="Textfeld 29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47" name="Ellipse 29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Ellipse 29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9" name="Textfeld 29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50" name="Textfeld 29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51" name="Rechteck 29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2" name="Rechteck 29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3" name="Rechteck 29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4" name="Rechteck 29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5" name="Rechteck 29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6" name="Rechteck 29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32" name="Textfeld 293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930" name="Textfeld 29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6" name="Gruppieren 2775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99" name="Gruppieren 28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01" name="Gruppieren 29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03" name="Rechteck 29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04" name="Rechteck 29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5" name="Ellipse 29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6" name="Ellipse 29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7" name="Textfeld 29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08" name="Textfeld 29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09" name="Ellipse 29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0" name="Ellipse 29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1" name="Textfeld 29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2" name="Textfeld 29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3" name="Ellipse 29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4" name="Ellipse 29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5" name="Textfeld 29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6" name="Textfeld 29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17" name="Ellipse 29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8" name="Ellipse 29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19" name="Textfeld 29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920" name="Textfeld 29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2" name="Rechteck 29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3" name="Rechteck 29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4" name="Rechteck 29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5" name="Rechteck 29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02" name="Textfeld 29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00" name="Textfeld 28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777" name="Gruppieren 2776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69" name="Gruppieren 28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871" name="Gruppieren 28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74" name="Rechteck 28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5" name="Ellipse 28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6" name="Ellipse 28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Textfeld 28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78" name="Textfeld 28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79" name="Ellipse 28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Ellipse 28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Textfeld 28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2" name="Textfeld 28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3" name="Ellipse 28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Ellipse 28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6" name="Textfeld 28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Ellipse 28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0" name="Textfeld 28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1" name="Rechteck 28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Rechteck 28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3" name="Rechteck 28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72" name="Textfeld 28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870" name="Textfeld 28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778" name="Gruppieren 2777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2843" name="Gruppieren 2842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2845" name="Gruppieren 284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Ellipse 28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Ellipse 28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Ellipse 28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Ellipse 28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Textfeld 285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4" name="Textfeld 285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55" name="Ellipse 28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6" name="Ellipse 28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7" name="Textfeld 2856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8" name="Textfeld 285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Rechteck 28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Rechteck 28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Rechteck 28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Rechteck 28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Rechteck 28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46" name="Textfeld 284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2844" name="Textfeld 28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779" name="Gruppieren 2778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815" name="Gruppieren 2814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817" name="Gruppieren 281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Ellipse 28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2" name="Ellipse 28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3" name="Textfeld 28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24" name="Textfeld 28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25" name="Ellipse 28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6" name="Ellipse 28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7" name="Ellipse 28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9" name="Textfeld 28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35" name="Rechteck 28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Rechteck 28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Rechteck 28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Rechteck 28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Rechteck 28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0" name="Rechteck 28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Rechteck 28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Rechteck 28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18" name="Textfeld 2817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2816" name="Textfeld 28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0" name="Gruppieren 2779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2787" name="Gruppieren 2786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2789" name="Gruppieren 2788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2" name="Rechteck 27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3" name="Ellipse 27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4" name="Ellipse 27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96" name="Textfeld 279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97" name="Ellipse 279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Ellipse 27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2" name="Textfeld 28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07" name="Rechteck 28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Rechteck 28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Rechteck 28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0" name="Rechteck 28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Rechteck 28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Rechteck 28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3" name="Rechteck 28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0" name="Textfeld 278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2788" name="Textfeld 27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781" name="Gruppieren 2780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2783" name="Gruppieren 2782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2785" name="Rechteck 278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86" name="Textfeld 27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2784" name="Textfeld 27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82" name="Textfeld 2781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94" name="Gruppieren 359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3595" name="Gruppieren 359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3730" name="Gruppieren 37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2" name="Gruppieren 37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4" name="Rechteck 3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5" name="Rechteck 3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6" name="Ellipse 3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Ellipse 3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Rechteck 37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Rechteck 37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3" name="Textfeld 3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1" name="Textfeld 3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596" name="Rechteck 359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7" name="Rechteck 359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8" name="Rechteck 359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599" name="Rechteck 359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600" name="Rechteck 359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601" name="Gruppieren 360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3700" name="Gruppieren 36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2" name="Gruppieren 37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4" name="Rechteck 3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5" name="Rechteck 37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6" name="Ellipse 37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Ellipse 37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Textfeld 37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09" name="Textfeld 37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0" name="Ellipse 37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1" name="Ellipse 37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2" name="Textfeld 37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3" name="Textfeld 37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4" name="Ellipse 37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5" name="Ellipse 37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6" name="Textfeld 37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7" name="Textfeld 37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18" name="Ellipse 37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9" name="Ellipse 37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0" name="Textfeld 37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1" name="Textfeld 37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2" name="Rechteck 3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3" name="Rechteck 3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3" name="Textfeld 37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1" name="Textfeld 37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602" name="Gruppieren 360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3670" name="Gruppieren 36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2" name="Gruppieren 36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4" name="Rechteck 36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5" name="Rechteck 36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Ellipse 36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Ellipse 36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Textfeld 36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79" name="Textfeld 36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0" name="Ellipse 36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1" name="Ellipse 36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2" name="Textfeld 36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83" name="Textfeld 36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84" name="Ellipse 36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5" name="Ellipse 36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86" name="Textfeld 368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87" name="Textfeld 368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88" name="Ellipse 36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9" name="Ellipse 36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0" name="Textfeld 36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91" name="Textfeld 36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92" name="Rechteck 36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3" name="Rechteck 36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3" name="Textfeld 36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671" name="Textfeld 36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603" name="Gruppieren 360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Ellipse 36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Ellipse 36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Textfeld 36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7" name="Textfeld 36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8" name="Ellipse 36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9" name="Ellipse 36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Textfeld 36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1" name="Textfeld 36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2" name="Rechteck 36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3" name="Rechteck 36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604" name="Gruppieren 360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3638" name="Gruppieren 363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3640" name="Rechteck 363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641" name="Textfeld 364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639" name="Textfeld 3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605" name="Textfeld 360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3606" name="Gruppieren 360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3607" name="Gruppieren 360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611" name="Gruppieren 361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3613" name="Gruppieren 361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3615" name="Rechteck 36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16" name="Rechteck 36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7" name="Ellipse 36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8" name="Ellipse 36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19" name="Textfeld 361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3620" name="Ellipse 361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1" name="Ellipse 362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2" name="Textfeld 362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3" name="Textfeld 362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624" name="Ellipse 36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5" name="Ellipse 36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26" name="Textfeld 36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7" name="Textfeld 36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628" name="Ellipse 36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629" name="Ellipse 36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0" name="Rechteck 36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1" name="Rechteck 36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2" name="Rechteck 36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3" name="Rechteck 36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4" name="Rechteck 36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5" name="Rechteck 36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6" name="Rechteck 36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637" name="Rechteck 36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612" name="Textfeld 36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3608" name="Textfeld 360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3609" name="Textfeld 360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3610" name="Textfeld 360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18" name="Gruppieren 2617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619" name="Gruppieren 261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93" name="Gruppieren 269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95" name="Gruppieren 269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97" name="Rechteck 26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8" name="Rechteck 26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9" name="Ellipse 26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00" name="Ellipse 26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Ellipse 270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Ellipse 270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Ellipse 27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Ellipse 27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Ellipse 270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Ellipse 270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8" name="Rechteck 27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9" name="Rechteck 27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1" name="Rechteck 27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Rechteck 27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96" name="Textfeld 26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94" name="Textfeld 26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20" name="Rechteck 261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1" name="Rechteck 262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2" name="Rechteck 262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3" name="Rechteck 262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24" name="Rechteck 262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25" name="Gruppieren 262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63" name="Gruppieren 26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65" name="Gruppieren 26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67" name="Rechteck 26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68" name="Rechteck 26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9" name="Ellipse 26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70" name="Ellipse 26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1" name="Textfeld 26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72" name="Textfeld 26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73" name="Ellipse 26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4" name="Ellipse 26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5" name="Textfeld 26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6" name="Textfeld 26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77" name="Ellipse 26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8" name="Ellipse 26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79" name="Textfeld 26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0" name="Textfeld 26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681" name="Ellipse 26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2" name="Ellipse 26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3" name="Textfeld 26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85" name="Rechteck 26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Rechteck 26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7" name="Rechteck 26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8" name="Rechteck 26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Rechteck 26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Rechteck 26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1" name="Rechteck 26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2" name="Rechteck 26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66" name="Textfeld 26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64" name="Textfeld 26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26" name="Gruppieren 2625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633" name="Gruppieren 263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5" name="Gruppieren 263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8" name="Rechteck 26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Ellipse 265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Textfeld 265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4" name="Textfeld 265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0" name="Rechteck 26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1" name="Rechteck 26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62" name="Rechteck 26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6" name="Textfeld 26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34" name="Textfeld 26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627" name="Gruppieren 2626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31" name="Rechteck 263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32" name="Textfeld 26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28" name="Textfeld 2627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715" name="Gruppieren 271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716" name="Gruppieren 271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59" name="Gruppieren 275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06" name="Gruppieren 32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Ellipse 32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1" name="Ellipse 32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Textfeld 32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13" name="Textfeld 32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14" name="Ellipse 32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5" name="Ellipse 32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6" name="Textfeld 321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17" name="Textfeld 32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18" name="Ellipse 32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Textfeld 32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22" name="Ellipse 32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Textfeld 32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26" name="Rechteck 32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7" name="Rechteck 32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Rechteck 32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Rechteck 32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0" name="Rechteck 32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1" name="Rechteck 32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Rechteck 32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Rechteck 32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07" name="Textfeld 320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05" name="Textfeld 32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717" name="Rechteck 271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8" name="Rechteck 271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19" name="Rechteck 271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0" name="Rechteck 271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721" name="Rechteck 272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722" name="Gruppieren 272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729" name="Gruppieren 27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1" name="Gruppieren 27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Ellipse 27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Textfeld 27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39" name="Ellipse 27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Textfeld 27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43" name="Ellipse 27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Textfeld 27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51" name="Rechteck 27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2" name="Textfeld 27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30" name="Textfeld 27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723" name="Textfeld 272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724" name="Gruppieren 272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725" name="Gruppieren 272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727" name="Rechteck 272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28" name="Textfeld 272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726" name="Textfeld 272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Ellipse 31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2" name="Ellipse 31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Ellipse 319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6" name="Ellipse 319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7" name="Rechteck 31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Rechteck 31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Rechteck 31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0" name="Rechteck 31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1" name="Rechteck 32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Rechteck 32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Rechteck 32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4" name="Rechteck 32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53" name="Gruppieren 31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55" name="Gruppieren 31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Ellipse 31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Ellipse 31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1" name="Textfeld 31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62" name="Textfeld 31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63" name="Ellipse 31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4" name="Ellipse 31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6" name="Textfeld 31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Textfeld 31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0" name="Textfeld 31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3" name="Textfeld 31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74" name="Textfeld 31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56" name="Textfeld 31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54" name="Textfeld 31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3123" name="Gruppieren 31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25" name="Gruppieren 31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27" name="Rechteck 31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28" name="Rechteck 31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Ellipse 31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Ellipse 31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1" name="Textfeld 31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32" name="Textfeld 31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33" name="Ellipse 31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4" name="Ellipse 31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5" name="Textfeld 31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6" name="Textfeld 31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Rechteck 31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Rechteck 31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Rechteck 31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8" name="Rechteck 31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9" name="Rechteck 31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Rechteck 31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Rechteck 31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2" name="Rechteck 31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26" name="Textfeld 31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24" name="Textfeld 31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75" name="Gruppieren 23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77" name="Gruppieren 23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79" name="Rechteck 23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Ellipse 23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Ellipse 23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Textfeld 23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84" name="Textfeld 23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85" name="Ellipse 23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Ellipse 23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Textfeld 23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8" name="Textfeld 23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89" name="Ellipse 23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0" name="Ellipse 23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1" name="Textfeld 23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2" name="Textfeld 23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93" name="Ellipse 23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4" name="Ellipse 23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4" name="Textfeld 31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5" name="Rechteck 31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Rechteck 31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Rechteck 31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8" name="Rechteck 31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9" name="Rechteck 31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Rechteck 31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Rechteck 31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2" name="Rechteck 31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78" name="Textfeld 23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76" name="Textfeld 23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15" name="Gruppieren 23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17" name="Gruppieren 23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19" name="Rechteck 23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Ellipse 23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Ellipse 23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Textfeld 23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24" name="Textfeld 23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25" name="Ellipse 23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Ellipse 23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Textfeld 23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8" name="Textfeld 23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29" name="Ellipse 23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0" name="Ellipse 23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1" name="Textfeld 23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2" name="Textfeld 23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33" name="Ellipse 23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4" name="Ellipse 23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5" name="Textfeld 236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67" name="Rechteck 23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Rechteck 23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Rechteck 23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Rechteck 23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Rechteck 23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Rechteck 23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Rechteck 23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Rechteck 23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18" name="Textfeld 23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316" name="Textfeld 23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85" name="Gruppieren 2284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87" name="Gruppieren 22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89" name="Rechteck 22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90" name="Rechteck 22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1" name="Ellipse 22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2" name="Ellipse 22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Textfeld 22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94" name="Textfeld 22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95" name="Ellipse 22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Ellipse 22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Textfeld 22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8" name="Textfeld 22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99" name="Ellipse 22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0" name="Ellipse 22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1" name="Textfeld 23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2" name="Textfeld 23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03" name="Ellipse 23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Textfeld 23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07" name="Rechteck 23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Rechteck 23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Rechteck 23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Rechteck 23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Rechteck 23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Rechteck 23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Rechteck 23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Rechteck 23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88" name="Textfeld 2287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86" name="Textfeld 22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25" name="Gruppieren 2224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27" name="Gruppieren 22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29" name="Rechteck 22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30" name="Rechteck 22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1" name="Ellipse 22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2" name="Ellipse 22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Textfeld 22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34" name="Textfeld 22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35" name="Ellipse 22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Ellipse 22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Textfeld 22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8" name="Textfeld 22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39" name="Ellipse 22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0" name="Ellipse 22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1" name="Textfeld 22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2" name="Textfeld 22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43" name="Ellipse 22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4" name="Ellipse 22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5" name="Textfeld 22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46" name="Textfeld 22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47" name="Rechteck 22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Rechteck 22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9" name="Rechteck 22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0" name="Rechteck 22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Rechteck 22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Rechteck 22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3" name="Rechteck 22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4" name="Rechteck 22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28" name="Textfeld 2227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26" name="Textfeld 22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0" name="Rechteck 220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2" name="Rechteck 22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3" name="Rechteck 22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Rechteck 22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3" name="Rechteck 222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4" name="Rechteck 222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2017" name="Gruppieren 2016">
            <a:extLst>
              <a:ext uri="{FF2B5EF4-FFF2-40B4-BE49-F238E27FC236}">
                <a16:creationId xmlns:a16="http://schemas.microsoft.com/office/drawing/2014/main" id="{155DDFA7-4E34-4484-B63E-770411D7CFF6}"/>
              </a:ext>
            </a:extLst>
          </p:cNvPr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018" name="Gruppieren 2017">
              <a:extLst>
                <a:ext uri="{FF2B5EF4-FFF2-40B4-BE49-F238E27FC236}">
                  <a16:creationId xmlns:a16="http://schemas.microsoft.com/office/drawing/2014/main" id="{D5AF37E8-921F-4E55-BCF2-1E63633C2532}"/>
                </a:ext>
              </a:extLst>
            </p:cNvPr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534" name="Gruppieren 2533">
                <a:extLst>
                  <a:ext uri="{FF2B5EF4-FFF2-40B4-BE49-F238E27FC236}">
                    <a16:creationId xmlns:a16="http://schemas.microsoft.com/office/drawing/2014/main" id="{C49C1D94-5C4E-48CD-B3BA-B7C1CA8A34A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36" name="Gruppieren 2535">
                  <a:extLst>
                    <a:ext uri="{FF2B5EF4-FFF2-40B4-BE49-F238E27FC236}">
                      <a16:creationId xmlns:a16="http://schemas.microsoft.com/office/drawing/2014/main" id="{C2D02A82-34B2-4628-B126-22857F7F7CEF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38" name="Rechteck 2537">
                    <a:extLst>
                      <a:ext uri="{FF2B5EF4-FFF2-40B4-BE49-F238E27FC236}">
                        <a16:creationId xmlns:a16="http://schemas.microsoft.com/office/drawing/2014/main" id="{E34A6A71-8472-48DC-BD58-CFD64D80271B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Rechteck 2538">
                    <a:extLst>
                      <a:ext uri="{FF2B5EF4-FFF2-40B4-BE49-F238E27FC236}">
                        <a16:creationId xmlns:a16="http://schemas.microsoft.com/office/drawing/2014/main" id="{CB2A9516-18CC-4EB9-858B-0E92B7C76167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0" name="Ellipse 2539">
                    <a:extLst>
                      <a:ext uri="{FF2B5EF4-FFF2-40B4-BE49-F238E27FC236}">
                        <a16:creationId xmlns:a16="http://schemas.microsoft.com/office/drawing/2014/main" id="{53C684C7-0BF9-4F2C-A877-EB8787B0AE9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>
                    <a:extLst>
                      <a:ext uri="{FF2B5EF4-FFF2-40B4-BE49-F238E27FC236}">
                        <a16:creationId xmlns:a16="http://schemas.microsoft.com/office/drawing/2014/main" id="{EA287463-9CF0-4924-B452-38666FF4342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>
                    <a:extLst>
                      <a:ext uri="{FF2B5EF4-FFF2-40B4-BE49-F238E27FC236}">
                        <a16:creationId xmlns:a16="http://schemas.microsoft.com/office/drawing/2014/main" id="{C91228AB-1D01-4A5A-8097-61F14E3DA075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Ellipse 2542">
                    <a:extLst>
                      <a:ext uri="{FF2B5EF4-FFF2-40B4-BE49-F238E27FC236}">
                        <a16:creationId xmlns:a16="http://schemas.microsoft.com/office/drawing/2014/main" id="{491FC7B3-7BD5-40CD-876D-2634F698F7A0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4" name="Ellipse 2543">
                    <a:extLst>
                      <a:ext uri="{FF2B5EF4-FFF2-40B4-BE49-F238E27FC236}">
                        <a16:creationId xmlns:a16="http://schemas.microsoft.com/office/drawing/2014/main" id="{C08CF9D7-B7C8-4482-95C1-B1CF809C5BA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>
                    <a:extLst>
                      <a:ext uri="{FF2B5EF4-FFF2-40B4-BE49-F238E27FC236}">
                        <a16:creationId xmlns:a16="http://schemas.microsoft.com/office/drawing/2014/main" id="{30A1DAAA-7422-462E-B669-D568A2F0C973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Ellipse 2545">
                    <a:extLst>
                      <a:ext uri="{FF2B5EF4-FFF2-40B4-BE49-F238E27FC236}">
                        <a16:creationId xmlns:a16="http://schemas.microsoft.com/office/drawing/2014/main" id="{1B4C92F6-02F0-4EFE-BE7F-C99973BB1BDC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Ellipse 2546">
                    <a:extLst>
                      <a:ext uri="{FF2B5EF4-FFF2-40B4-BE49-F238E27FC236}">
                        <a16:creationId xmlns:a16="http://schemas.microsoft.com/office/drawing/2014/main" id="{AAE2490D-E88D-4480-AEDA-ADA013560EB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>
                    <a:extLst>
                      <a:ext uri="{FF2B5EF4-FFF2-40B4-BE49-F238E27FC236}">
                        <a16:creationId xmlns:a16="http://schemas.microsoft.com/office/drawing/2014/main" id="{9D770866-88C0-4B4F-A1FE-517B71993F4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>
                    <a:extLst>
                      <a:ext uri="{FF2B5EF4-FFF2-40B4-BE49-F238E27FC236}">
                        <a16:creationId xmlns:a16="http://schemas.microsoft.com/office/drawing/2014/main" id="{679130E2-70CD-4CFA-88F9-1C5566E32E0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>
                    <a:extLst>
                      <a:ext uri="{FF2B5EF4-FFF2-40B4-BE49-F238E27FC236}">
                        <a16:creationId xmlns:a16="http://schemas.microsoft.com/office/drawing/2014/main" id="{CDE32CF0-FA55-4AED-A799-6AE3B621313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>
                    <a:extLst>
                      <a:ext uri="{FF2B5EF4-FFF2-40B4-BE49-F238E27FC236}">
                        <a16:creationId xmlns:a16="http://schemas.microsoft.com/office/drawing/2014/main" id="{218B4F1C-520C-4B92-BB56-4584C0FD478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>
                    <a:extLst>
                      <a:ext uri="{FF2B5EF4-FFF2-40B4-BE49-F238E27FC236}">
                        <a16:creationId xmlns:a16="http://schemas.microsoft.com/office/drawing/2014/main" id="{D951C4FA-CFB8-4CEE-A2A6-3875909BBA84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>
                    <a:extLst>
                      <a:ext uri="{FF2B5EF4-FFF2-40B4-BE49-F238E27FC236}">
                        <a16:creationId xmlns:a16="http://schemas.microsoft.com/office/drawing/2014/main" id="{E4080C8B-AD79-4587-994D-003ACD383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>
                    <a:extLst>
                      <a:ext uri="{FF2B5EF4-FFF2-40B4-BE49-F238E27FC236}">
                        <a16:creationId xmlns:a16="http://schemas.microsoft.com/office/drawing/2014/main" id="{3139F1F2-7991-4082-889C-317A7A76CCB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>
                    <a:extLst>
                      <a:ext uri="{FF2B5EF4-FFF2-40B4-BE49-F238E27FC236}">
                        <a16:creationId xmlns:a16="http://schemas.microsoft.com/office/drawing/2014/main" id="{361B803D-7D17-42DB-ACEC-A9C5366AB497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37" name="Textfeld 2536">
                  <a:extLst>
                    <a:ext uri="{FF2B5EF4-FFF2-40B4-BE49-F238E27FC236}">
                      <a16:creationId xmlns:a16="http://schemas.microsoft.com/office/drawing/2014/main" id="{70D3F124-1642-4BB0-AC6A-4A01CDECD0E6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35" name="Textfeld 2534">
                <a:extLst>
                  <a:ext uri="{FF2B5EF4-FFF2-40B4-BE49-F238E27FC236}">
                    <a16:creationId xmlns:a16="http://schemas.microsoft.com/office/drawing/2014/main" id="{E7218666-F320-412F-B9BD-38A79510F713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019" name="Rechteck 2018">
              <a:extLst>
                <a:ext uri="{FF2B5EF4-FFF2-40B4-BE49-F238E27FC236}">
                  <a16:creationId xmlns:a16="http://schemas.microsoft.com/office/drawing/2014/main" id="{0D2F50D6-B610-42B3-922B-417215DA4B5A}"/>
                </a:ext>
              </a:extLst>
            </p:cNvPr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0" name="Rechteck 2019">
              <a:extLst>
                <a:ext uri="{FF2B5EF4-FFF2-40B4-BE49-F238E27FC236}">
                  <a16:creationId xmlns:a16="http://schemas.microsoft.com/office/drawing/2014/main" id="{F6E181D9-7C27-442A-9CD2-79C240BF7C81}"/>
                </a:ext>
              </a:extLst>
            </p:cNvPr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1" name="Rechteck 2020">
              <a:extLst>
                <a:ext uri="{FF2B5EF4-FFF2-40B4-BE49-F238E27FC236}">
                  <a16:creationId xmlns:a16="http://schemas.microsoft.com/office/drawing/2014/main" id="{416A797F-3C75-4AF6-8D0C-19DA33355932}"/>
                </a:ext>
              </a:extLst>
            </p:cNvPr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2" name="Rechteck 2021">
              <a:extLst>
                <a:ext uri="{FF2B5EF4-FFF2-40B4-BE49-F238E27FC236}">
                  <a16:creationId xmlns:a16="http://schemas.microsoft.com/office/drawing/2014/main" id="{27A2B5A3-0416-4CC1-970D-CB477D2F4821}"/>
                </a:ext>
              </a:extLst>
            </p:cNvPr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23" name="Rechteck 2022">
              <a:extLst>
                <a:ext uri="{FF2B5EF4-FFF2-40B4-BE49-F238E27FC236}">
                  <a16:creationId xmlns:a16="http://schemas.microsoft.com/office/drawing/2014/main" id="{76CD0CC6-26B2-4589-82C8-070FC28BB387}"/>
                </a:ext>
              </a:extLst>
            </p:cNvPr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55" name="Gruppieren 2054">
              <a:extLst>
                <a:ext uri="{FF2B5EF4-FFF2-40B4-BE49-F238E27FC236}">
                  <a16:creationId xmlns:a16="http://schemas.microsoft.com/office/drawing/2014/main" id="{0D628A80-ABF0-4B3D-BD5E-D10A44923A7B}"/>
                </a:ext>
              </a:extLst>
            </p:cNvPr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504" name="Gruppieren 2503">
                <a:extLst>
                  <a:ext uri="{FF2B5EF4-FFF2-40B4-BE49-F238E27FC236}">
                    <a16:creationId xmlns:a16="http://schemas.microsoft.com/office/drawing/2014/main" id="{DF53620C-6D20-47DE-84E5-8285C00F06B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06" name="Gruppieren 2505">
                  <a:extLst>
                    <a:ext uri="{FF2B5EF4-FFF2-40B4-BE49-F238E27FC236}">
                      <a16:creationId xmlns:a16="http://schemas.microsoft.com/office/drawing/2014/main" id="{F3157374-4AD1-49D3-B711-E86A6F1963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08" name="Rechteck 2507">
                    <a:extLst>
                      <a:ext uri="{FF2B5EF4-FFF2-40B4-BE49-F238E27FC236}">
                        <a16:creationId xmlns:a16="http://schemas.microsoft.com/office/drawing/2014/main" id="{89DCE4E1-F4FB-4B5C-9E2B-A712DBB2056F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9" name="Rechteck 2508">
                    <a:extLst>
                      <a:ext uri="{FF2B5EF4-FFF2-40B4-BE49-F238E27FC236}">
                        <a16:creationId xmlns:a16="http://schemas.microsoft.com/office/drawing/2014/main" id="{F772B84E-4FA5-482E-A95F-423D6EB6E774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>
                    <a:extLst>
                      <a:ext uri="{FF2B5EF4-FFF2-40B4-BE49-F238E27FC236}">
                        <a16:creationId xmlns:a16="http://schemas.microsoft.com/office/drawing/2014/main" id="{01E6654C-090B-4D7C-A256-D6FCE43A650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1" name="Ellipse 2510">
                    <a:extLst>
                      <a:ext uri="{FF2B5EF4-FFF2-40B4-BE49-F238E27FC236}">
                        <a16:creationId xmlns:a16="http://schemas.microsoft.com/office/drawing/2014/main" id="{02467A54-E9B1-42B8-98A5-ADCB9BB27FC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>
                    <a:extLst>
                      <a:ext uri="{FF2B5EF4-FFF2-40B4-BE49-F238E27FC236}">
                        <a16:creationId xmlns:a16="http://schemas.microsoft.com/office/drawing/2014/main" id="{6D069802-8D93-4CB5-937D-2C009B6DD6F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13" name="Textfeld 2512">
                    <a:extLst>
                      <a:ext uri="{FF2B5EF4-FFF2-40B4-BE49-F238E27FC236}">
                        <a16:creationId xmlns:a16="http://schemas.microsoft.com/office/drawing/2014/main" id="{75B5D414-4852-472F-90A0-E9D10C29A51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14" name="Ellipse 2513">
                    <a:extLst>
                      <a:ext uri="{FF2B5EF4-FFF2-40B4-BE49-F238E27FC236}">
                        <a16:creationId xmlns:a16="http://schemas.microsoft.com/office/drawing/2014/main" id="{8809AB06-4371-45E3-AAFE-0E550A21506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5" name="Ellipse 2514">
                    <a:extLst>
                      <a:ext uri="{FF2B5EF4-FFF2-40B4-BE49-F238E27FC236}">
                        <a16:creationId xmlns:a16="http://schemas.microsoft.com/office/drawing/2014/main" id="{7E6E6237-660A-4ACF-85BA-7594F623B63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>
                    <a:extLst>
                      <a:ext uri="{FF2B5EF4-FFF2-40B4-BE49-F238E27FC236}">
                        <a16:creationId xmlns:a16="http://schemas.microsoft.com/office/drawing/2014/main" id="{E7FCD6A0-100F-4607-903C-62B27DD4484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17" name="Textfeld 2516">
                    <a:extLst>
                      <a:ext uri="{FF2B5EF4-FFF2-40B4-BE49-F238E27FC236}">
                        <a16:creationId xmlns:a16="http://schemas.microsoft.com/office/drawing/2014/main" id="{C5713D6A-AE83-4A72-9246-D5E3D5AC03B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18" name="Ellipse 2517">
                    <a:extLst>
                      <a:ext uri="{FF2B5EF4-FFF2-40B4-BE49-F238E27FC236}">
                        <a16:creationId xmlns:a16="http://schemas.microsoft.com/office/drawing/2014/main" id="{77ECCC3F-AF59-4760-8969-5E6B099672F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Ellipse 2518">
                    <a:extLst>
                      <a:ext uri="{FF2B5EF4-FFF2-40B4-BE49-F238E27FC236}">
                        <a16:creationId xmlns:a16="http://schemas.microsoft.com/office/drawing/2014/main" id="{FC99473E-B8B9-439B-A874-842EC87C4491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Textfeld 2519">
                    <a:extLst>
                      <a:ext uri="{FF2B5EF4-FFF2-40B4-BE49-F238E27FC236}">
                        <a16:creationId xmlns:a16="http://schemas.microsoft.com/office/drawing/2014/main" id="{586F2BEA-CA29-472F-997B-1766713D6D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21" name="Textfeld 2520">
                    <a:extLst>
                      <a:ext uri="{FF2B5EF4-FFF2-40B4-BE49-F238E27FC236}">
                        <a16:creationId xmlns:a16="http://schemas.microsoft.com/office/drawing/2014/main" id="{1A649675-F258-4298-9D6C-2AFC8C81EF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22" name="Ellipse 2521">
                    <a:extLst>
                      <a:ext uri="{FF2B5EF4-FFF2-40B4-BE49-F238E27FC236}">
                        <a16:creationId xmlns:a16="http://schemas.microsoft.com/office/drawing/2014/main" id="{A33D4766-2547-4198-BC19-DB4DE4951241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Ellipse 2522">
                    <a:extLst>
                      <a:ext uri="{FF2B5EF4-FFF2-40B4-BE49-F238E27FC236}">
                        <a16:creationId xmlns:a16="http://schemas.microsoft.com/office/drawing/2014/main" id="{0EBB366E-5D7A-41CA-898B-718A84C43FFD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Textfeld 2523">
                    <a:extLst>
                      <a:ext uri="{FF2B5EF4-FFF2-40B4-BE49-F238E27FC236}">
                        <a16:creationId xmlns:a16="http://schemas.microsoft.com/office/drawing/2014/main" id="{DBE5B229-6946-4466-BA49-6828F4EC996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25" name="Textfeld 2524">
                    <a:extLst>
                      <a:ext uri="{FF2B5EF4-FFF2-40B4-BE49-F238E27FC236}">
                        <a16:creationId xmlns:a16="http://schemas.microsoft.com/office/drawing/2014/main" id="{D20E51D7-2B83-4B82-A36C-F92C5DD14F1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26" name="Rechteck 2525">
                    <a:extLst>
                      <a:ext uri="{FF2B5EF4-FFF2-40B4-BE49-F238E27FC236}">
                        <a16:creationId xmlns:a16="http://schemas.microsoft.com/office/drawing/2014/main" id="{431F6092-B745-480F-8411-3150027A130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7" name="Rechteck 2526">
                    <a:extLst>
                      <a:ext uri="{FF2B5EF4-FFF2-40B4-BE49-F238E27FC236}">
                        <a16:creationId xmlns:a16="http://schemas.microsoft.com/office/drawing/2014/main" id="{505FFAE9-1831-4365-AC4A-EC04D2EF1AF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8" name="Rechteck 2527">
                    <a:extLst>
                      <a:ext uri="{FF2B5EF4-FFF2-40B4-BE49-F238E27FC236}">
                        <a16:creationId xmlns:a16="http://schemas.microsoft.com/office/drawing/2014/main" id="{97C5DC72-5C17-48E4-8EA6-439596A0B22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Rechteck 2528">
                    <a:extLst>
                      <a:ext uri="{FF2B5EF4-FFF2-40B4-BE49-F238E27FC236}">
                        <a16:creationId xmlns:a16="http://schemas.microsoft.com/office/drawing/2014/main" id="{7083C06D-F2D8-4EC0-A062-EBDBA119F75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0" name="Rechteck 2529">
                    <a:extLst>
                      <a:ext uri="{FF2B5EF4-FFF2-40B4-BE49-F238E27FC236}">
                        <a16:creationId xmlns:a16="http://schemas.microsoft.com/office/drawing/2014/main" id="{4E761F64-E09E-49B5-AD92-35D0F6DE58E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Rechteck 2530">
                    <a:extLst>
                      <a:ext uri="{FF2B5EF4-FFF2-40B4-BE49-F238E27FC236}">
                        <a16:creationId xmlns:a16="http://schemas.microsoft.com/office/drawing/2014/main" id="{29C96BB9-E030-42AD-BFF6-E68E3A0C3FB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Rechteck 2531">
                    <a:extLst>
                      <a:ext uri="{FF2B5EF4-FFF2-40B4-BE49-F238E27FC236}">
                        <a16:creationId xmlns:a16="http://schemas.microsoft.com/office/drawing/2014/main" id="{4A1DDE9F-C4E4-44D7-97DB-BED1B8EA9D3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Rechteck 2532">
                    <a:extLst>
                      <a:ext uri="{FF2B5EF4-FFF2-40B4-BE49-F238E27FC236}">
                        <a16:creationId xmlns:a16="http://schemas.microsoft.com/office/drawing/2014/main" id="{4334F8F1-F414-45DB-9744-1D130CEA89B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7" name="Textfeld 2506">
                  <a:extLst>
                    <a:ext uri="{FF2B5EF4-FFF2-40B4-BE49-F238E27FC236}">
                      <a16:creationId xmlns:a16="http://schemas.microsoft.com/office/drawing/2014/main" id="{ACFE9E2D-DFBC-4B1A-A45C-6E71291BDFD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05" name="Textfeld 2504">
                <a:extLst>
                  <a:ext uri="{FF2B5EF4-FFF2-40B4-BE49-F238E27FC236}">
                    <a16:creationId xmlns:a16="http://schemas.microsoft.com/office/drawing/2014/main" id="{DF5709DA-EB29-4B61-9A57-D565BE42B2C1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056" name="Gruppieren 2055">
              <a:extLst>
                <a:ext uri="{FF2B5EF4-FFF2-40B4-BE49-F238E27FC236}">
                  <a16:creationId xmlns:a16="http://schemas.microsoft.com/office/drawing/2014/main" id="{227F0306-ECFE-4E67-9753-BF165C064E0B}"/>
                </a:ext>
              </a:extLst>
            </p:cNvPr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474" name="Gruppieren 2473">
                <a:extLst>
                  <a:ext uri="{FF2B5EF4-FFF2-40B4-BE49-F238E27FC236}">
                    <a16:creationId xmlns:a16="http://schemas.microsoft.com/office/drawing/2014/main" id="{36B5DEE0-2191-4E13-96FD-CBFD4B78079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76" name="Gruppieren 2475">
                  <a:extLst>
                    <a:ext uri="{FF2B5EF4-FFF2-40B4-BE49-F238E27FC236}">
                      <a16:creationId xmlns:a16="http://schemas.microsoft.com/office/drawing/2014/main" id="{068611AC-7A74-4415-B3CA-B215D8F84707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78" name="Rechteck 2477">
                    <a:extLst>
                      <a:ext uri="{FF2B5EF4-FFF2-40B4-BE49-F238E27FC236}">
                        <a16:creationId xmlns:a16="http://schemas.microsoft.com/office/drawing/2014/main" id="{CBD7B8AB-9539-4AD0-8C14-E93C116B75C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79" name="Rechteck 2478">
                    <a:extLst>
                      <a:ext uri="{FF2B5EF4-FFF2-40B4-BE49-F238E27FC236}">
                        <a16:creationId xmlns:a16="http://schemas.microsoft.com/office/drawing/2014/main" id="{53F6D743-92EC-4BB7-AD1A-393EC753F10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Ellipse 2479">
                    <a:extLst>
                      <a:ext uri="{FF2B5EF4-FFF2-40B4-BE49-F238E27FC236}">
                        <a16:creationId xmlns:a16="http://schemas.microsoft.com/office/drawing/2014/main" id="{32BA8942-1D0E-43DB-BE12-AEB9706A804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Ellipse 2480">
                    <a:extLst>
                      <a:ext uri="{FF2B5EF4-FFF2-40B4-BE49-F238E27FC236}">
                        <a16:creationId xmlns:a16="http://schemas.microsoft.com/office/drawing/2014/main" id="{A73FD949-EA3F-43A8-A672-15F8D8B9929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Textfeld 2481">
                    <a:extLst>
                      <a:ext uri="{FF2B5EF4-FFF2-40B4-BE49-F238E27FC236}">
                        <a16:creationId xmlns:a16="http://schemas.microsoft.com/office/drawing/2014/main" id="{CE9D8175-8AAF-49F6-A329-CC4B90771DD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83" name="Textfeld 2482">
                    <a:extLst>
                      <a:ext uri="{FF2B5EF4-FFF2-40B4-BE49-F238E27FC236}">
                        <a16:creationId xmlns:a16="http://schemas.microsoft.com/office/drawing/2014/main" id="{2A83224C-6695-454E-90D0-6C1D4A7A441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84" name="Ellipse 2483">
                    <a:extLst>
                      <a:ext uri="{FF2B5EF4-FFF2-40B4-BE49-F238E27FC236}">
                        <a16:creationId xmlns:a16="http://schemas.microsoft.com/office/drawing/2014/main" id="{6CB08001-EDE0-4285-95D1-785F290AF2B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Ellipse 2484">
                    <a:extLst>
                      <a:ext uri="{FF2B5EF4-FFF2-40B4-BE49-F238E27FC236}">
                        <a16:creationId xmlns:a16="http://schemas.microsoft.com/office/drawing/2014/main" id="{05325FE3-4517-4B72-B66A-5D144F908878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Textfeld 2485">
                    <a:extLst>
                      <a:ext uri="{FF2B5EF4-FFF2-40B4-BE49-F238E27FC236}">
                        <a16:creationId xmlns:a16="http://schemas.microsoft.com/office/drawing/2014/main" id="{81DCEC0A-C7FD-4A84-9B5D-D98A1503D79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87" name="Textfeld 2486">
                    <a:extLst>
                      <a:ext uri="{FF2B5EF4-FFF2-40B4-BE49-F238E27FC236}">
                        <a16:creationId xmlns:a16="http://schemas.microsoft.com/office/drawing/2014/main" id="{D1FA838D-DE3F-437B-BBFD-7E1D9448A64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88" name="Ellipse 2487">
                    <a:extLst>
                      <a:ext uri="{FF2B5EF4-FFF2-40B4-BE49-F238E27FC236}">
                        <a16:creationId xmlns:a16="http://schemas.microsoft.com/office/drawing/2014/main" id="{F697A0F5-0748-47E4-93FA-BC5FE78FC4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9" name="Ellipse 2488">
                    <a:extLst>
                      <a:ext uri="{FF2B5EF4-FFF2-40B4-BE49-F238E27FC236}">
                        <a16:creationId xmlns:a16="http://schemas.microsoft.com/office/drawing/2014/main" id="{A08A1667-2974-45AB-85A5-2ED96C496ACD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0" name="Textfeld 2489">
                    <a:extLst>
                      <a:ext uri="{FF2B5EF4-FFF2-40B4-BE49-F238E27FC236}">
                        <a16:creationId xmlns:a16="http://schemas.microsoft.com/office/drawing/2014/main" id="{793D7C65-D73C-43E6-BCDB-D595CAAEDA7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1" name="Textfeld 2490">
                    <a:extLst>
                      <a:ext uri="{FF2B5EF4-FFF2-40B4-BE49-F238E27FC236}">
                        <a16:creationId xmlns:a16="http://schemas.microsoft.com/office/drawing/2014/main" id="{37DCB491-A05B-4A2D-8BA5-5DE8C79E9ACF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92" name="Ellipse 2491">
                    <a:extLst>
                      <a:ext uri="{FF2B5EF4-FFF2-40B4-BE49-F238E27FC236}">
                        <a16:creationId xmlns:a16="http://schemas.microsoft.com/office/drawing/2014/main" id="{079CF333-541E-48FD-B956-A153580E7139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>
                    <a:extLst>
                      <a:ext uri="{FF2B5EF4-FFF2-40B4-BE49-F238E27FC236}">
                        <a16:creationId xmlns:a16="http://schemas.microsoft.com/office/drawing/2014/main" id="{1850EAEF-814F-4D41-B46D-20AFD5DD97F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4" name="Textfeld 2493">
                    <a:extLst>
                      <a:ext uri="{FF2B5EF4-FFF2-40B4-BE49-F238E27FC236}">
                        <a16:creationId xmlns:a16="http://schemas.microsoft.com/office/drawing/2014/main" id="{80F11948-3BF0-4C01-ADFE-897B60CA6227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5" name="Textfeld 2494">
                    <a:extLst>
                      <a:ext uri="{FF2B5EF4-FFF2-40B4-BE49-F238E27FC236}">
                        <a16:creationId xmlns:a16="http://schemas.microsoft.com/office/drawing/2014/main" id="{F5490E9C-E539-4DF2-A8FC-45A6C42DC224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96" name="Rechteck 2495">
                    <a:extLst>
                      <a:ext uri="{FF2B5EF4-FFF2-40B4-BE49-F238E27FC236}">
                        <a16:creationId xmlns:a16="http://schemas.microsoft.com/office/drawing/2014/main" id="{BA18DE6B-CD36-4F3F-8209-C85A72D47E2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Rechteck 2496">
                    <a:extLst>
                      <a:ext uri="{FF2B5EF4-FFF2-40B4-BE49-F238E27FC236}">
                        <a16:creationId xmlns:a16="http://schemas.microsoft.com/office/drawing/2014/main" id="{D4C1E6A6-CD3D-46D9-A73C-FE9DEA943C5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Rechteck 2497">
                    <a:extLst>
                      <a:ext uri="{FF2B5EF4-FFF2-40B4-BE49-F238E27FC236}">
                        <a16:creationId xmlns:a16="http://schemas.microsoft.com/office/drawing/2014/main" id="{29DEE53A-E681-471E-948E-F1F7C19C8E7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Rechteck 2498">
                    <a:extLst>
                      <a:ext uri="{FF2B5EF4-FFF2-40B4-BE49-F238E27FC236}">
                        <a16:creationId xmlns:a16="http://schemas.microsoft.com/office/drawing/2014/main" id="{7920EE44-B275-4F45-95C5-09E7CD0CD5A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Rechteck 2499">
                    <a:extLst>
                      <a:ext uri="{FF2B5EF4-FFF2-40B4-BE49-F238E27FC236}">
                        <a16:creationId xmlns:a16="http://schemas.microsoft.com/office/drawing/2014/main" id="{487508ED-6971-4E5B-9EEE-6B9087A31A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>
                    <a:extLst>
                      <a:ext uri="{FF2B5EF4-FFF2-40B4-BE49-F238E27FC236}">
                        <a16:creationId xmlns:a16="http://schemas.microsoft.com/office/drawing/2014/main" id="{4A8CE40E-EB25-40BA-8476-D8575C3DDD1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>
                    <a:extLst>
                      <a:ext uri="{FF2B5EF4-FFF2-40B4-BE49-F238E27FC236}">
                        <a16:creationId xmlns:a16="http://schemas.microsoft.com/office/drawing/2014/main" id="{753BB876-1194-4ADB-8C6B-1D8E6F51799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>
                    <a:extLst>
                      <a:ext uri="{FF2B5EF4-FFF2-40B4-BE49-F238E27FC236}">
                        <a16:creationId xmlns:a16="http://schemas.microsoft.com/office/drawing/2014/main" id="{7C543564-4987-438F-87B6-30000999F211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77" name="Textfeld 2476">
                  <a:extLst>
                    <a:ext uri="{FF2B5EF4-FFF2-40B4-BE49-F238E27FC236}">
                      <a16:creationId xmlns:a16="http://schemas.microsoft.com/office/drawing/2014/main" id="{0C2D6287-B50A-42D4-80F2-EC7F3F4BED91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475" name="Textfeld 2474">
                <a:extLst>
                  <a:ext uri="{FF2B5EF4-FFF2-40B4-BE49-F238E27FC236}">
                    <a16:creationId xmlns:a16="http://schemas.microsoft.com/office/drawing/2014/main" id="{A05E4EBE-A527-4F01-BB11-F96462789BA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057" name="Gruppieren 2056">
              <a:extLst>
                <a:ext uri="{FF2B5EF4-FFF2-40B4-BE49-F238E27FC236}">
                  <a16:creationId xmlns:a16="http://schemas.microsoft.com/office/drawing/2014/main" id="{C2E1E114-D197-43E5-B366-C3487F3EC010}"/>
                </a:ext>
              </a:extLst>
            </p:cNvPr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112" name="Gruppieren 2111">
                <a:extLst>
                  <a:ext uri="{FF2B5EF4-FFF2-40B4-BE49-F238E27FC236}">
                    <a16:creationId xmlns:a16="http://schemas.microsoft.com/office/drawing/2014/main" id="{A16F260A-5C3D-47DD-89F5-D3AC71B524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114" name="Gruppieren 2113">
                  <a:extLst>
                    <a:ext uri="{FF2B5EF4-FFF2-40B4-BE49-F238E27FC236}">
                      <a16:creationId xmlns:a16="http://schemas.microsoft.com/office/drawing/2014/main" id="{F9A3EE5C-9188-43B0-B756-70D3F39774F1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48" name="Rechteck 2447">
                    <a:extLst>
                      <a:ext uri="{FF2B5EF4-FFF2-40B4-BE49-F238E27FC236}">
                        <a16:creationId xmlns:a16="http://schemas.microsoft.com/office/drawing/2014/main" id="{E95CACE0-CE33-4116-9305-41E95271855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9" name="Rechteck 2448">
                    <a:extLst>
                      <a:ext uri="{FF2B5EF4-FFF2-40B4-BE49-F238E27FC236}">
                        <a16:creationId xmlns:a16="http://schemas.microsoft.com/office/drawing/2014/main" id="{C92D595C-C848-45F6-B2B2-67303DF40739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Ellipse 2449">
                    <a:extLst>
                      <a:ext uri="{FF2B5EF4-FFF2-40B4-BE49-F238E27FC236}">
                        <a16:creationId xmlns:a16="http://schemas.microsoft.com/office/drawing/2014/main" id="{6BBBF312-F954-4C05-B284-4796394BB202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Ellipse 2450">
                    <a:extLst>
                      <a:ext uri="{FF2B5EF4-FFF2-40B4-BE49-F238E27FC236}">
                        <a16:creationId xmlns:a16="http://schemas.microsoft.com/office/drawing/2014/main" id="{8A72E510-4BC8-4AF3-BAEA-A2912276DD1E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Textfeld 2451">
                    <a:extLst>
                      <a:ext uri="{FF2B5EF4-FFF2-40B4-BE49-F238E27FC236}">
                        <a16:creationId xmlns:a16="http://schemas.microsoft.com/office/drawing/2014/main" id="{83EA1C71-88BB-480E-A278-CE0123D4663A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53" name="Textfeld 2452">
                    <a:extLst>
                      <a:ext uri="{FF2B5EF4-FFF2-40B4-BE49-F238E27FC236}">
                        <a16:creationId xmlns:a16="http://schemas.microsoft.com/office/drawing/2014/main" id="{B863D956-5EDD-4DDA-AAE7-4F11FC165EA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54" name="Ellipse 2453">
                    <a:extLst>
                      <a:ext uri="{FF2B5EF4-FFF2-40B4-BE49-F238E27FC236}">
                        <a16:creationId xmlns:a16="http://schemas.microsoft.com/office/drawing/2014/main" id="{B64EAD18-5C15-4460-87CE-989B4590ADD0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Ellipse 2454">
                    <a:extLst>
                      <a:ext uri="{FF2B5EF4-FFF2-40B4-BE49-F238E27FC236}">
                        <a16:creationId xmlns:a16="http://schemas.microsoft.com/office/drawing/2014/main" id="{CA113E77-DB0A-49E4-9ED0-5FA837C58B0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Textfeld 2455">
                    <a:extLst>
                      <a:ext uri="{FF2B5EF4-FFF2-40B4-BE49-F238E27FC236}">
                        <a16:creationId xmlns:a16="http://schemas.microsoft.com/office/drawing/2014/main" id="{CFD014E1-BBB4-4494-801F-D2525B55DFF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57" name="Textfeld 2456">
                    <a:extLst>
                      <a:ext uri="{FF2B5EF4-FFF2-40B4-BE49-F238E27FC236}">
                        <a16:creationId xmlns:a16="http://schemas.microsoft.com/office/drawing/2014/main" id="{312A5854-D768-4C4A-815D-3F22EE6C35F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58" name="Ellipse 2457">
                    <a:extLst>
                      <a:ext uri="{FF2B5EF4-FFF2-40B4-BE49-F238E27FC236}">
                        <a16:creationId xmlns:a16="http://schemas.microsoft.com/office/drawing/2014/main" id="{231F1950-522E-4A0C-A5C7-98EB6AD5194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9" name="Ellipse 2458">
                    <a:extLst>
                      <a:ext uri="{FF2B5EF4-FFF2-40B4-BE49-F238E27FC236}">
                        <a16:creationId xmlns:a16="http://schemas.microsoft.com/office/drawing/2014/main" id="{1548BCB5-CD9E-4806-AE4A-F1E9BF2FDD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0" name="Textfeld 2459">
                    <a:extLst>
                      <a:ext uri="{FF2B5EF4-FFF2-40B4-BE49-F238E27FC236}">
                        <a16:creationId xmlns:a16="http://schemas.microsoft.com/office/drawing/2014/main" id="{8FDBAF1B-281F-448E-A765-095B59E0A26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61" name="Textfeld 2460">
                    <a:extLst>
                      <a:ext uri="{FF2B5EF4-FFF2-40B4-BE49-F238E27FC236}">
                        <a16:creationId xmlns:a16="http://schemas.microsoft.com/office/drawing/2014/main" id="{535FCF79-18D7-446F-B8B8-F6191D949865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62" name="Ellipse 2461">
                    <a:extLst>
                      <a:ext uri="{FF2B5EF4-FFF2-40B4-BE49-F238E27FC236}">
                        <a16:creationId xmlns:a16="http://schemas.microsoft.com/office/drawing/2014/main" id="{D7FE5B20-A730-4FF1-80E6-F934A5183342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3" name="Ellipse 2462">
                    <a:extLst>
                      <a:ext uri="{FF2B5EF4-FFF2-40B4-BE49-F238E27FC236}">
                        <a16:creationId xmlns:a16="http://schemas.microsoft.com/office/drawing/2014/main" id="{FD49A58A-61C9-4C01-BCA2-54F2787EC30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4" name="Textfeld 2463">
                    <a:extLst>
                      <a:ext uri="{FF2B5EF4-FFF2-40B4-BE49-F238E27FC236}">
                        <a16:creationId xmlns:a16="http://schemas.microsoft.com/office/drawing/2014/main" id="{1DBCCFDD-9C48-4A06-A01B-6F88DABB81F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65" name="Textfeld 2464">
                    <a:extLst>
                      <a:ext uri="{FF2B5EF4-FFF2-40B4-BE49-F238E27FC236}">
                        <a16:creationId xmlns:a16="http://schemas.microsoft.com/office/drawing/2014/main" id="{9C49476D-6509-4F38-91B4-E62AAE2A0E28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66" name="Rechteck 2465">
                    <a:extLst>
                      <a:ext uri="{FF2B5EF4-FFF2-40B4-BE49-F238E27FC236}">
                        <a16:creationId xmlns:a16="http://schemas.microsoft.com/office/drawing/2014/main" id="{6B651197-B139-4A77-AA96-798605354A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7" name="Rechteck 2466">
                    <a:extLst>
                      <a:ext uri="{FF2B5EF4-FFF2-40B4-BE49-F238E27FC236}">
                        <a16:creationId xmlns:a16="http://schemas.microsoft.com/office/drawing/2014/main" id="{A8AB39B4-E8F5-48E6-A26C-C7253E80CAA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Rechteck 2467">
                    <a:extLst>
                      <a:ext uri="{FF2B5EF4-FFF2-40B4-BE49-F238E27FC236}">
                        <a16:creationId xmlns:a16="http://schemas.microsoft.com/office/drawing/2014/main" id="{F14EC98D-FA1A-4D3B-BA34-6C793801971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Rechteck 2468">
                    <a:extLst>
                      <a:ext uri="{FF2B5EF4-FFF2-40B4-BE49-F238E27FC236}">
                        <a16:creationId xmlns:a16="http://schemas.microsoft.com/office/drawing/2014/main" id="{7CD407FC-D325-4143-919B-61EB092C19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0" name="Rechteck 2469">
                    <a:extLst>
                      <a:ext uri="{FF2B5EF4-FFF2-40B4-BE49-F238E27FC236}">
                        <a16:creationId xmlns:a16="http://schemas.microsoft.com/office/drawing/2014/main" id="{B3E597BE-55B5-4F49-B66C-D0E7CCF07F3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1" name="Rechteck 2470">
                    <a:extLst>
                      <a:ext uri="{FF2B5EF4-FFF2-40B4-BE49-F238E27FC236}">
                        <a16:creationId xmlns:a16="http://schemas.microsoft.com/office/drawing/2014/main" id="{48010697-5E68-4121-A7AE-97C6E38F6E1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Rechteck 2471">
                    <a:extLst>
                      <a:ext uri="{FF2B5EF4-FFF2-40B4-BE49-F238E27FC236}">
                        <a16:creationId xmlns:a16="http://schemas.microsoft.com/office/drawing/2014/main" id="{8E4FF0F6-C147-4EB0-B24B-136870D8650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Rechteck 2472">
                    <a:extLst>
                      <a:ext uri="{FF2B5EF4-FFF2-40B4-BE49-F238E27FC236}">
                        <a16:creationId xmlns:a16="http://schemas.microsoft.com/office/drawing/2014/main" id="{54D0D8E1-35AD-40B4-8E86-86BE62B526B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47" name="Textfeld 2446">
                  <a:extLst>
                    <a:ext uri="{FF2B5EF4-FFF2-40B4-BE49-F238E27FC236}">
                      <a16:creationId xmlns:a16="http://schemas.microsoft.com/office/drawing/2014/main" id="{A34206BB-75C8-4366-9390-F5E1D367743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13" name="Textfeld 2112">
                <a:extLst>
                  <a:ext uri="{FF2B5EF4-FFF2-40B4-BE49-F238E27FC236}">
                    <a16:creationId xmlns:a16="http://schemas.microsoft.com/office/drawing/2014/main" id="{32E05854-8F92-4233-999D-3DF3779967B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058" name="Gruppieren 2057">
              <a:extLst>
                <a:ext uri="{FF2B5EF4-FFF2-40B4-BE49-F238E27FC236}">
                  <a16:creationId xmlns:a16="http://schemas.microsoft.com/office/drawing/2014/main" id="{67AA111C-BAA6-4A97-A331-7C7E83F16BC7}"/>
                </a:ext>
              </a:extLst>
            </p:cNvPr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108" name="Gruppieren 2107">
                <a:extLst>
                  <a:ext uri="{FF2B5EF4-FFF2-40B4-BE49-F238E27FC236}">
                    <a16:creationId xmlns:a16="http://schemas.microsoft.com/office/drawing/2014/main" id="{3A4276E1-F2CB-4EBE-80D9-99F7FF171778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110" name="Rechteck 2109">
                  <a:extLst>
                    <a:ext uri="{FF2B5EF4-FFF2-40B4-BE49-F238E27FC236}">
                      <a16:creationId xmlns:a16="http://schemas.microsoft.com/office/drawing/2014/main" id="{7EB887D3-8127-45BE-9504-6199BAF2FAC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11" name="Textfeld 2110">
                  <a:extLst>
                    <a:ext uri="{FF2B5EF4-FFF2-40B4-BE49-F238E27FC236}">
                      <a16:creationId xmlns:a16="http://schemas.microsoft.com/office/drawing/2014/main" id="{A0328713-8732-479D-8A7E-662008BC1F7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109" name="Textfeld 2108">
                <a:extLst>
                  <a:ext uri="{FF2B5EF4-FFF2-40B4-BE49-F238E27FC236}">
                    <a16:creationId xmlns:a16="http://schemas.microsoft.com/office/drawing/2014/main" id="{DC5AEA9F-197C-4AB7-B341-4DC1E3BD493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59" name="Textfeld 2058">
              <a:extLst>
                <a:ext uri="{FF2B5EF4-FFF2-40B4-BE49-F238E27FC236}">
                  <a16:creationId xmlns:a16="http://schemas.microsoft.com/office/drawing/2014/main" id="{59CEC846-2C04-404F-BAC0-133E968E751C}"/>
                </a:ext>
              </a:extLst>
            </p:cNvPr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77" name="Gruppieren 2076">
              <a:extLst>
                <a:ext uri="{FF2B5EF4-FFF2-40B4-BE49-F238E27FC236}">
                  <a16:creationId xmlns:a16="http://schemas.microsoft.com/office/drawing/2014/main" id="{0DE2EB08-ACDC-44F7-A845-44F0793E68B4}"/>
                </a:ext>
              </a:extLst>
            </p:cNvPr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78" name="Gruppieren 2077">
                <a:extLst>
                  <a:ext uri="{FF2B5EF4-FFF2-40B4-BE49-F238E27FC236}">
                    <a16:creationId xmlns:a16="http://schemas.microsoft.com/office/drawing/2014/main" id="{3CB6950F-1D1D-498B-A1DD-2B89F0F6B2B0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80" name="Gruppieren 2079">
                  <a:extLst>
                    <a:ext uri="{FF2B5EF4-FFF2-40B4-BE49-F238E27FC236}">
                      <a16:creationId xmlns:a16="http://schemas.microsoft.com/office/drawing/2014/main" id="{6B0824E1-399E-43B6-95B0-014BBE83F3E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82" name="Rechteck 2081">
                    <a:extLst>
                      <a:ext uri="{FF2B5EF4-FFF2-40B4-BE49-F238E27FC236}">
                        <a16:creationId xmlns:a16="http://schemas.microsoft.com/office/drawing/2014/main" id="{A0E101F8-8E7D-414D-8E0C-3E2398E17E04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83" name="Rechteck 2082">
                    <a:extLst>
                      <a:ext uri="{FF2B5EF4-FFF2-40B4-BE49-F238E27FC236}">
                        <a16:creationId xmlns:a16="http://schemas.microsoft.com/office/drawing/2014/main" id="{A02ACB70-CD26-40CA-B8D1-C2AE37F1F17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4" name="Ellipse 2083">
                    <a:extLst>
                      <a:ext uri="{FF2B5EF4-FFF2-40B4-BE49-F238E27FC236}">
                        <a16:creationId xmlns:a16="http://schemas.microsoft.com/office/drawing/2014/main" id="{FD5C1174-8ACF-4F8F-BAC9-471D235F20B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5" name="Ellipse 2084">
                    <a:extLst>
                      <a:ext uri="{FF2B5EF4-FFF2-40B4-BE49-F238E27FC236}">
                        <a16:creationId xmlns:a16="http://schemas.microsoft.com/office/drawing/2014/main" id="{783E449C-F82D-4D7C-8E74-71E5C7808543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6" name="Textfeld 2085">
                    <a:extLst>
                      <a:ext uri="{FF2B5EF4-FFF2-40B4-BE49-F238E27FC236}">
                        <a16:creationId xmlns:a16="http://schemas.microsoft.com/office/drawing/2014/main" id="{DBA5CE19-410F-4BD1-AD57-B245CF53DCB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87" name="Textfeld 2086">
                    <a:extLst>
                      <a:ext uri="{FF2B5EF4-FFF2-40B4-BE49-F238E27FC236}">
                        <a16:creationId xmlns:a16="http://schemas.microsoft.com/office/drawing/2014/main" id="{62252A21-32C5-4771-9CBD-C078FF523E7E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88" name="Ellipse 2087">
                    <a:extLst>
                      <a:ext uri="{FF2B5EF4-FFF2-40B4-BE49-F238E27FC236}">
                        <a16:creationId xmlns:a16="http://schemas.microsoft.com/office/drawing/2014/main" id="{D492D00E-FD37-4B6D-98E6-CEAD78E10827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89" name="Ellipse 2088">
                    <a:extLst>
                      <a:ext uri="{FF2B5EF4-FFF2-40B4-BE49-F238E27FC236}">
                        <a16:creationId xmlns:a16="http://schemas.microsoft.com/office/drawing/2014/main" id="{DE75AA91-0354-4421-8A59-EC3761E87F8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0" name="Textfeld 2089">
                    <a:extLst>
                      <a:ext uri="{FF2B5EF4-FFF2-40B4-BE49-F238E27FC236}">
                        <a16:creationId xmlns:a16="http://schemas.microsoft.com/office/drawing/2014/main" id="{41ECCD79-7133-43C7-A8D4-64071753D24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1" name="Textfeld 2090">
                    <a:extLst>
                      <a:ext uri="{FF2B5EF4-FFF2-40B4-BE49-F238E27FC236}">
                        <a16:creationId xmlns:a16="http://schemas.microsoft.com/office/drawing/2014/main" id="{30D9D755-48E8-4043-939F-E1DB8C348A58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2" name="Ellipse 2091">
                    <a:extLst>
                      <a:ext uri="{FF2B5EF4-FFF2-40B4-BE49-F238E27FC236}">
                        <a16:creationId xmlns:a16="http://schemas.microsoft.com/office/drawing/2014/main" id="{B495CCD0-E9DA-4745-8F80-CF407DF96C48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3" name="Ellipse 2092">
                    <a:extLst>
                      <a:ext uri="{FF2B5EF4-FFF2-40B4-BE49-F238E27FC236}">
                        <a16:creationId xmlns:a16="http://schemas.microsoft.com/office/drawing/2014/main" id="{7918E568-154A-4982-903D-5F498AAC1B28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4" name="Textfeld 2093">
                    <a:extLst>
                      <a:ext uri="{FF2B5EF4-FFF2-40B4-BE49-F238E27FC236}">
                        <a16:creationId xmlns:a16="http://schemas.microsoft.com/office/drawing/2014/main" id="{D82B94F7-1335-45F5-8C1D-D3CAB2EB0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5" name="Textfeld 2094">
                    <a:extLst>
                      <a:ext uri="{FF2B5EF4-FFF2-40B4-BE49-F238E27FC236}">
                        <a16:creationId xmlns:a16="http://schemas.microsoft.com/office/drawing/2014/main" id="{717DA0D6-9523-4872-9F79-5B3B508E1C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96" name="Ellipse 2095">
                    <a:extLst>
                      <a:ext uri="{FF2B5EF4-FFF2-40B4-BE49-F238E27FC236}">
                        <a16:creationId xmlns:a16="http://schemas.microsoft.com/office/drawing/2014/main" id="{F8402EEC-FA43-464F-BEE8-31ECFF2AAD9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7" name="Ellipse 2096">
                    <a:extLst>
                      <a:ext uri="{FF2B5EF4-FFF2-40B4-BE49-F238E27FC236}">
                        <a16:creationId xmlns:a16="http://schemas.microsoft.com/office/drawing/2014/main" id="{86B334F9-5259-488F-9BC8-345F87261E9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98" name="Textfeld 2097">
                    <a:extLst>
                      <a:ext uri="{FF2B5EF4-FFF2-40B4-BE49-F238E27FC236}">
                        <a16:creationId xmlns:a16="http://schemas.microsoft.com/office/drawing/2014/main" id="{34FCA453-8840-41D7-BB2C-F653A2E1B57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99" name="Textfeld 2098">
                    <a:extLst>
                      <a:ext uri="{FF2B5EF4-FFF2-40B4-BE49-F238E27FC236}">
                        <a16:creationId xmlns:a16="http://schemas.microsoft.com/office/drawing/2014/main" id="{35B52310-8F77-41C0-8B4D-27952E63337A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100" name="Rechteck 2099">
                    <a:extLst>
                      <a:ext uri="{FF2B5EF4-FFF2-40B4-BE49-F238E27FC236}">
                        <a16:creationId xmlns:a16="http://schemas.microsoft.com/office/drawing/2014/main" id="{2B89A55C-E03F-4092-90D4-9C885B04A88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1" name="Rechteck 2100">
                    <a:extLst>
                      <a:ext uri="{FF2B5EF4-FFF2-40B4-BE49-F238E27FC236}">
                        <a16:creationId xmlns:a16="http://schemas.microsoft.com/office/drawing/2014/main" id="{6B47D4B7-1AE1-4115-8AA0-B09FD368491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2" name="Rechteck 2101">
                    <a:extLst>
                      <a:ext uri="{FF2B5EF4-FFF2-40B4-BE49-F238E27FC236}">
                        <a16:creationId xmlns:a16="http://schemas.microsoft.com/office/drawing/2014/main" id="{51BD6891-140C-4DA5-AAB1-EFB25DA2A25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3" name="Rechteck 2102">
                    <a:extLst>
                      <a:ext uri="{FF2B5EF4-FFF2-40B4-BE49-F238E27FC236}">
                        <a16:creationId xmlns:a16="http://schemas.microsoft.com/office/drawing/2014/main" id="{47145971-0F4C-4CC1-B765-66172B5EA94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4" name="Rechteck 2103">
                    <a:extLst>
                      <a:ext uri="{FF2B5EF4-FFF2-40B4-BE49-F238E27FC236}">
                        <a16:creationId xmlns:a16="http://schemas.microsoft.com/office/drawing/2014/main" id="{FB41A40E-0924-4450-888B-2D6C95F7EB0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5" name="Rechteck 2104">
                    <a:extLst>
                      <a:ext uri="{FF2B5EF4-FFF2-40B4-BE49-F238E27FC236}">
                        <a16:creationId xmlns:a16="http://schemas.microsoft.com/office/drawing/2014/main" id="{7ACC24B3-418E-457B-95B7-EDEA8D5AB4A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6" name="Rechteck 2105">
                    <a:extLst>
                      <a:ext uri="{FF2B5EF4-FFF2-40B4-BE49-F238E27FC236}">
                        <a16:creationId xmlns:a16="http://schemas.microsoft.com/office/drawing/2014/main" id="{0E791B84-5771-4404-8891-9AF97DD93DA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07" name="Rechteck 2106">
                    <a:extLst>
                      <a:ext uri="{FF2B5EF4-FFF2-40B4-BE49-F238E27FC236}">
                        <a16:creationId xmlns:a16="http://schemas.microsoft.com/office/drawing/2014/main" id="{A6B68877-97EE-4D31-BA5C-CD648DD8104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81" name="Textfeld 2080">
                  <a:extLst>
                    <a:ext uri="{FF2B5EF4-FFF2-40B4-BE49-F238E27FC236}">
                      <a16:creationId xmlns:a16="http://schemas.microsoft.com/office/drawing/2014/main" id="{21F7ADD3-C222-486A-B7DB-7CA2802E434B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79" name="Textfeld 2078">
                <a:extLst>
                  <a:ext uri="{FF2B5EF4-FFF2-40B4-BE49-F238E27FC236}">
                    <a16:creationId xmlns:a16="http://schemas.microsoft.com/office/drawing/2014/main" id="{4D542CC3-0A15-4769-972D-820460712646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7137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830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16f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2906" name="Gruppieren 2905"/>
          <p:cNvGrpSpPr/>
          <p:nvPr/>
        </p:nvGrpSpPr>
        <p:grpSpPr>
          <a:xfrm>
            <a:off x="3989662" y="4876820"/>
            <a:ext cx="2230445" cy="1654493"/>
            <a:chOff x="3761062" y="4876820"/>
            <a:chExt cx="2230445" cy="1654493"/>
          </a:xfrm>
        </p:grpSpPr>
        <p:grpSp>
          <p:nvGrpSpPr>
            <p:cNvPr id="2907" name="Gruppieren 2906"/>
            <p:cNvGrpSpPr/>
            <p:nvPr/>
          </p:nvGrpSpPr>
          <p:grpSpPr>
            <a:xfrm>
              <a:off x="4005463" y="4876820"/>
              <a:ext cx="324950" cy="1652928"/>
              <a:chOff x="1694292" y="1141150"/>
              <a:chExt cx="324950" cy="1652928"/>
            </a:xfrm>
          </p:grpSpPr>
          <p:grpSp>
            <p:nvGrpSpPr>
              <p:cNvPr id="3041" name="Gruppieren 30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043" name="Gruppieren 30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Ellipse 30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0" name="Ellipse 30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1" name="Ellipse 30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Ellipse 30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Ellipse 30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Ellipse 30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9" name="Rechteck 30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0" name="Rechteck 30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1" name="Rechteck 30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2" name="Rechteck 30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44" name="Textfeld 30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042" name="Textfeld 30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08" name="Rechteck 2907"/>
            <p:cNvSpPr/>
            <p:nvPr/>
          </p:nvSpPr>
          <p:spPr>
            <a:xfrm>
              <a:off x="3766079" y="503952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09" name="Rechteck 2908"/>
            <p:cNvSpPr/>
            <p:nvPr/>
          </p:nvSpPr>
          <p:spPr>
            <a:xfrm>
              <a:off x="3842855" y="522092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0" name="Rechteck 2909"/>
            <p:cNvSpPr/>
            <p:nvPr/>
          </p:nvSpPr>
          <p:spPr>
            <a:xfrm>
              <a:off x="3799381" y="526359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1" name="Rechteck 2910"/>
            <p:cNvSpPr/>
            <p:nvPr/>
          </p:nvSpPr>
          <p:spPr>
            <a:xfrm>
              <a:off x="3843525" y="582941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12" name="Rechteck 2911"/>
            <p:cNvSpPr/>
            <p:nvPr/>
          </p:nvSpPr>
          <p:spPr>
            <a:xfrm>
              <a:off x="3800051" y="587208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13" name="Gruppieren 2912"/>
            <p:cNvGrpSpPr/>
            <p:nvPr/>
          </p:nvGrpSpPr>
          <p:grpSpPr>
            <a:xfrm>
              <a:off x="4320402" y="4876820"/>
              <a:ext cx="327049" cy="1652928"/>
              <a:chOff x="1692193" y="1141150"/>
              <a:chExt cx="327049" cy="1652928"/>
            </a:xfrm>
          </p:grpSpPr>
          <p:grpSp>
            <p:nvGrpSpPr>
              <p:cNvPr id="3011" name="Gruppieren 30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13" name="Gruppieren 30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1" name="Ellipse 30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Ellipse 30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Textfeld 30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4" name="Textfeld 302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Rechteck 30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Rechteck 30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Rechteck 30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Rechteck 30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Rechteck 30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Rechteck 30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14" name="Textfeld 30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012" name="Textfeld 30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914" name="Gruppieren 2913"/>
            <p:cNvGrpSpPr/>
            <p:nvPr/>
          </p:nvGrpSpPr>
          <p:grpSpPr>
            <a:xfrm>
              <a:off x="4968611" y="4878385"/>
              <a:ext cx="327049" cy="1652928"/>
              <a:chOff x="1692193" y="1141150"/>
              <a:chExt cx="327049" cy="1652928"/>
            </a:xfrm>
          </p:grpSpPr>
          <p:grpSp>
            <p:nvGrpSpPr>
              <p:cNvPr id="2981" name="Gruppieren 298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83" name="Gruppieren 29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91" name="Ellipse 29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2" name="Ellipse 29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Textfeld 29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4" name="Textfeld 299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6" name="Ellipse 29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8" name="Textfeld 299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Ellipse 29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Rechteck 30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Rechteck 30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Rechteck 30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Rechteck 30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9" name="Rechteck 30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84" name="Textfeld 298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982" name="Textfeld 298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915" name="Gruppieren 2914"/>
            <p:cNvGrpSpPr/>
            <p:nvPr/>
          </p:nvGrpSpPr>
          <p:grpSpPr>
            <a:xfrm>
              <a:off x="5296067" y="4878385"/>
              <a:ext cx="326518" cy="1652928"/>
              <a:chOff x="1692724" y="1141150"/>
              <a:chExt cx="326518" cy="1652928"/>
            </a:xfrm>
          </p:grpSpPr>
          <p:grpSp>
            <p:nvGrpSpPr>
              <p:cNvPr id="2953" name="Gruppieren 295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955" name="Gruppieren 295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957" name="Rechteck 29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58" name="Rechteck 29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59" name="Ellipse 29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0" name="Ellipse 29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1" name="Textfeld 29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2" name="Textfeld 29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3" name="Ellipse 29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Ellipse 29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0" name="Ellipse 29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Rechteck 297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Rechteck 297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Rechteck 297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Rechteck 297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9" name="Rechteck 297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56" name="Textfeld 29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954" name="Textfeld 29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916" name="Gruppieren 2915"/>
            <p:cNvGrpSpPr/>
            <p:nvPr/>
          </p:nvGrpSpPr>
          <p:grpSpPr>
            <a:xfrm>
              <a:off x="5621847" y="4878385"/>
              <a:ext cx="369660" cy="1652928"/>
              <a:chOff x="1694292" y="1141150"/>
              <a:chExt cx="369660" cy="1652928"/>
            </a:xfrm>
          </p:grpSpPr>
          <p:grpSp>
            <p:nvGrpSpPr>
              <p:cNvPr id="2949" name="Gruppieren 294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2951" name="Rechteck 295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2" name="Textfeld 295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950" name="Textfeld 29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2917" name="Gruppieren 2916"/>
            <p:cNvGrpSpPr/>
            <p:nvPr/>
          </p:nvGrpSpPr>
          <p:grpSpPr>
            <a:xfrm>
              <a:off x="4644982" y="4878092"/>
              <a:ext cx="327049" cy="1652928"/>
              <a:chOff x="1692193" y="1141150"/>
              <a:chExt cx="327049" cy="1652928"/>
            </a:xfrm>
          </p:grpSpPr>
          <p:grpSp>
            <p:nvGrpSpPr>
              <p:cNvPr id="2923" name="Gruppieren 292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2925" name="Gruppieren 292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8" name="Rechteck 29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Textfeld 293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4" name="Textfeld 293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Ellipse 293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8" name="Textfeld 293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39" name="Ellipse 293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Ellipse 293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4" name="Rechteck 29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5" name="Rechteck 29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6" name="Rechteck 29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7" name="Rechteck 29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8" name="Rechteck 29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6" name="Textfeld 29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924" name="Textfeld 29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2918" name="Textfeld 2917"/>
            <p:cNvSpPr txBox="1"/>
            <p:nvPr/>
          </p:nvSpPr>
          <p:spPr>
            <a:xfrm>
              <a:off x="3761062" y="636159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2919" name="Textfeld 2918"/>
            <p:cNvSpPr txBox="1"/>
            <p:nvPr/>
          </p:nvSpPr>
          <p:spPr>
            <a:xfrm>
              <a:off x="4674472" y="549991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2920" name="Textfeld 2919"/>
            <p:cNvSpPr txBox="1"/>
            <p:nvPr/>
          </p:nvSpPr>
          <p:spPr>
            <a:xfrm>
              <a:off x="4797592" y="550029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2921" name="Textfeld 2920"/>
            <p:cNvSpPr txBox="1"/>
            <p:nvPr/>
          </p:nvSpPr>
          <p:spPr>
            <a:xfrm>
              <a:off x="4677671" y="618833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2922" name="Textfeld 2921"/>
            <p:cNvSpPr txBox="1"/>
            <p:nvPr/>
          </p:nvSpPr>
          <p:spPr>
            <a:xfrm>
              <a:off x="4800791" y="618871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063" name="Gruppieren 3062"/>
          <p:cNvGrpSpPr/>
          <p:nvPr/>
        </p:nvGrpSpPr>
        <p:grpSpPr>
          <a:xfrm>
            <a:off x="6987010" y="4867199"/>
            <a:ext cx="2232646" cy="1654831"/>
            <a:chOff x="6758410" y="4867199"/>
            <a:chExt cx="2232646" cy="1654831"/>
          </a:xfrm>
        </p:grpSpPr>
        <p:grpSp>
          <p:nvGrpSpPr>
            <p:cNvPr id="3064" name="Gruppieren 3063"/>
            <p:cNvGrpSpPr/>
            <p:nvPr/>
          </p:nvGrpSpPr>
          <p:grpSpPr>
            <a:xfrm>
              <a:off x="7002811" y="4869102"/>
              <a:ext cx="324950" cy="1652928"/>
              <a:chOff x="1694292" y="1141150"/>
              <a:chExt cx="324950" cy="1652928"/>
            </a:xfrm>
          </p:grpSpPr>
          <p:grpSp>
            <p:nvGrpSpPr>
              <p:cNvPr id="3358" name="Gruppieren 335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60" name="Gruppieren 335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62" name="Rechteck 3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3" name="Rechteck 3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4" name="Ellipse 3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5" name="Ellipse 3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Ellipse 33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Ellipse 33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Ellipse 33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Rechteck 33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4" name="Rechteck 33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5" name="Rechteck 33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Rechteck 33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Rechteck 33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1" name="Textfeld 3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59" name="Textfeld 3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65" name="Rechteck 3064"/>
            <p:cNvSpPr/>
            <p:nvPr/>
          </p:nvSpPr>
          <p:spPr>
            <a:xfrm>
              <a:off x="6763427" y="503180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6" name="Rechteck 3065"/>
            <p:cNvSpPr/>
            <p:nvPr/>
          </p:nvSpPr>
          <p:spPr>
            <a:xfrm>
              <a:off x="6840203" y="521320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7" name="Rechteck 3066"/>
            <p:cNvSpPr/>
            <p:nvPr/>
          </p:nvSpPr>
          <p:spPr>
            <a:xfrm>
              <a:off x="6796729" y="525587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8" name="Rechteck 3067"/>
            <p:cNvSpPr/>
            <p:nvPr/>
          </p:nvSpPr>
          <p:spPr>
            <a:xfrm>
              <a:off x="6840873" y="582169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69" name="Rechteck 3068"/>
            <p:cNvSpPr/>
            <p:nvPr/>
          </p:nvSpPr>
          <p:spPr>
            <a:xfrm>
              <a:off x="6797399" y="586437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70" name="Gruppieren 3069"/>
            <p:cNvGrpSpPr/>
            <p:nvPr/>
          </p:nvGrpSpPr>
          <p:grpSpPr>
            <a:xfrm>
              <a:off x="7317750" y="4869102"/>
              <a:ext cx="327049" cy="1652928"/>
              <a:chOff x="1692193" y="1141150"/>
              <a:chExt cx="327049" cy="1652928"/>
            </a:xfrm>
          </p:grpSpPr>
          <p:grpSp>
            <p:nvGrpSpPr>
              <p:cNvPr id="3328" name="Gruppieren 332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0" name="Gruppieren 332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2" name="Rechteck 333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3" name="Rechteck 333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Textfeld 333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37" name="Textfeld 333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Ellipse 3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1" name="Textfeld 334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Ellipse 33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Textfeld 334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7" name="Ellipse 334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49" name="Textfeld 334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0" name="Rechteck 33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Rechteck 33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2" name="Rechteck 33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1" name="Textfeld 333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329" name="Textfeld 332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71" name="Gruppieren 3070"/>
            <p:cNvGrpSpPr/>
            <p:nvPr/>
          </p:nvGrpSpPr>
          <p:grpSpPr>
            <a:xfrm>
              <a:off x="7968160" y="4867886"/>
              <a:ext cx="327049" cy="1652928"/>
              <a:chOff x="1692193" y="1141150"/>
              <a:chExt cx="327049" cy="1652928"/>
            </a:xfrm>
          </p:grpSpPr>
          <p:grpSp>
            <p:nvGrpSpPr>
              <p:cNvPr id="3298" name="Gruppieren 3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0" name="Gruppieren 3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2" name="Rechteck 3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3" name="Rechteck 3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4" name="Ellipse 3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5" name="Ellipse 3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Textfeld 3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07" name="Textfeld 3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9" name="Ellipse 3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1" name="Textfeld 3310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3" name="Ellipse 3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5" name="Textfeld 3314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Ellipse 3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19" name="Textfeld 3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0" name="Rechteck 3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Rechteck 3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2" name="Rechteck 3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1" name="Textfeld 33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299" name="Textfeld 3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72" name="Gruppieren 3071"/>
            <p:cNvGrpSpPr/>
            <p:nvPr/>
          </p:nvGrpSpPr>
          <p:grpSpPr>
            <a:xfrm>
              <a:off x="8295616" y="4867886"/>
              <a:ext cx="326518" cy="1652928"/>
              <a:chOff x="1692724" y="1141150"/>
              <a:chExt cx="326518" cy="1652928"/>
            </a:xfrm>
          </p:grpSpPr>
          <p:grpSp>
            <p:nvGrpSpPr>
              <p:cNvPr id="3110" name="Gruppieren 3109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3112" name="Gruppieren 31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Ellipse 3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7" name="Ellipse 3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Textfeld 3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79" name="Textfeld 3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0" name="Ellipse 3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Ellipse 3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2" name="Ellipse 328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3" name="Ellipse 328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Textfeld 328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5" name="Textfeld 328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Textfeld 328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89" name="Textfeld 328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90" name="Rechteck 328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Rechteck 329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Rechteck 329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3" name="Textfeld 3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11" name="Textfeld 31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073" name="Gruppieren 3072"/>
            <p:cNvGrpSpPr/>
            <p:nvPr/>
          </p:nvGrpSpPr>
          <p:grpSpPr>
            <a:xfrm>
              <a:off x="8621396" y="4867886"/>
              <a:ext cx="369660" cy="1652928"/>
              <a:chOff x="1694292" y="1141150"/>
              <a:chExt cx="369660" cy="1652928"/>
            </a:xfrm>
          </p:grpSpPr>
          <p:grpSp>
            <p:nvGrpSpPr>
              <p:cNvPr id="3106" name="Gruppieren 3105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3108" name="Rechteck 31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9" name="Textfeld 310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7" name="Textfeld 31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3074" name="Gruppieren 3073"/>
            <p:cNvGrpSpPr/>
            <p:nvPr/>
          </p:nvGrpSpPr>
          <p:grpSpPr>
            <a:xfrm>
              <a:off x="7642330" y="4867199"/>
              <a:ext cx="327049" cy="1652928"/>
              <a:chOff x="1692193" y="1141150"/>
              <a:chExt cx="327049" cy="1652928"/>
            </a:xfrm>
          </p:grpSpPr>
          <p:grpSp>
            <p:nvGrpSpPr>
              <p:cNvPr id="3080" name="Gruppieren 3079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3082" name="Gruppieren 3081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Ellipse 30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Ellipse 30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9" name="Ellipse 30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Textfeld 30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1" name="Textfeld 30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92" name="Ellipse 30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Ellipse 30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Textfeld 3093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5" name="Textfeld 3094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Ellipse 30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8" name="Rechteck 30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9" name="Rechteck 30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Rechteck 30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Rechteck 31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2" name="Rechteck 31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3" name="Rechteck 31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Rechteck 31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Rechteck 31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83" name="Textfeld 30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081" name="Textfeld 30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3075" name="Textfeld 3074"/>
            <p:cNvSpPr txBox="1"/>
            <p:nvPr/>
          </p:nvSpPr>
          <p:spPr>
            <a:xfrm>
              <a:off x="6758410" y="6353875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3076" name="Textfeld 3075"/>
            <p:cNvSpPr txBox="1"/>
            <p:nvPr/>
          </p:nvSpPr>
          <p:spPr>
            <a:xfrm>
              <a:off x="7671820" y="549220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3077" name="Textfeld 3076"/>
            <p:cNvSpPr txBox="1"/>
            <p:nvPr/>
          </p:nvSpPr>
          <p:spPr>
            <a:xfrm>
              <a:off x="7794940" y="549257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3078" name="Textfeld 3077"/>
            <p:cNvSpPr txBox="1"/>
            <p:nvPr/>
          </p:nvSpPr>
          <p:spPr>
            <a:xfrm>
              <a:off x="7675019" y="6180616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3079" name="Textfeld 3078"/>
            <p:cNvSpPr txBox="1"/>
            <p:nvPr/>
          </p:nvSpPr>
          <p:spPr>
            <a:xfrm>
              <a:off x="7798139" y="618099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3883" name="Gruppieren 3882"/>
          <p:cNvGrpSpPr/>
          <p:nvPr/>
        </p:nvGrpSpPr>
        <p:grpSpPr>
          <a:xfrm>
            <a:off x="5396266" y="920650"/>
            <a:ext cx="5465337" cy="1653431"/>
            <a:chOff x="5396266" y="920650"/>
            <a:chExt cx="5465337" cy="1653431"/>
          </a:xfrm>
        </p:grpSpPr>
        <p:grpSp>
          <p:nvGrpSpPr>
            <p:cNvPr id="3884" name="Gruppieren 3883"/>
            <p:cNvGrpSpPr/>
            <p:nvPr/>
          </p:nvGrpSpPr>
          <p:grpSpPr>
            <a:xfrm>
              <a:off x="5640899" y="920650"/>
              <a:ext cx="324950" cy="1652928"/>
              <a:chOff x="1694292" y="1141150"/>
              <a:chExt cx="324950" cy="1652928"/>
            </a:xfrm>
          </p:grpSpPr>
          <p:grpSp>
            <p:nvGrpSpPr>
              <p:cNvPr id="4322" name="Gruppieren 43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324" name="Gruppieren 43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326" name="Rechteck 43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7" name="Rechteck 43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8" name="Ellipse 43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29" name="Ellipse 43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0" name="Ellipse 43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1" name="Ellipse 43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2" name="Ellipse 43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3" name="Ellipse 43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4" name="Ellipse 43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5" name="Ellipse 43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6" name="Rechteck 43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7" name="Rechteck 43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8" name="Rechteck 43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39" name="Rechteck 43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0" name="Rechteck 43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1" name="Rechteck 43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2" name="Rechteck 43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43" name="Rechteck 43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25" name="Textfeld 43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23" name="Textfeld 43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885" name="Rechteck 3884"/>
            <p:cNvSpPr/>
            <p:nvPr/>
          </p:nvSpPr>
          <p:spPr>
            <a:xfrm>
              <a:off x="5401515" y="108335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6" name="Rechteck 3885"/>
            <p:cNvSpPr/>
            <p:nvPr/>
          </p:nvSpPr>
          <p:spPr>
            <a:xfrm>
              <a:off x="5478291" y="126475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7" name="Rechteck 3886"/>
            <p:cNvSpPr/>
            <p:nvPr/>
          </p:nvSpPr>
          <p:spPr>
            <a:xfrm>
              <a:off x="5434817" y="130742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8" name="Rechteck 3887"/>
            <p:cNvSpPr/>
            <p:nvPr/>
          </p:nvSpPr>
          <p:spPr>
            <a:xfrm>
              <a:off x="5478961" y="187324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889" name="Rechteck 3888"/>
            <p:cNvSpPr/>
            <p:nvPr/>
          </p:nvSpPr>
          <p:spPr>
            <a:xfrm>
              <a:off x="5435487" y="191591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890" name="Gruppieren 3889"/>
            <p:cNvGrpSpPr/>
            <p:nvPr/>
          </p:nvGrpSpPr>
          <p:grpSpPr>
            <a:xfrm>
              <a:off x="5964389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92" name="Gruppieren 42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94" name="Gruppieren 42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96" name="Rechteck 42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7" name="Rechteck 42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8" name="Ellipse 42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99" name="Ellipse 42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0" name="Textfeld 42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301" name="Textfeld 43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302" name="Ellipse 43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3" name="Ellipse 43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4" name="Textfeld 43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5" name="Textfeld 43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6" name="Ellipse 43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7" name="Ellipse 43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08" name="Textfeld 43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09" name="Textfeld 43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310" name="Ellipse 43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1" name="Ellipse 43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2" name="Textfeld 43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313" name="Textfeld 43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314" name="Rechteck 43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5" name="Rechteck 43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6" name="Rechteck 43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7" name="Rechteck 43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8" name="Rechteck 43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19" name="Rechteck 43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0" name="Rechteck 43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21" name="Rechteck 43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95" name="Textfeld 42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293" name="Textfeld 42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1" name="Gruppieren 3890"/>
            <p:cNvGrpSpPr/>
            <p:nvPr/>
          </p:nvGrpSpPr>
          <p:grpSpPr>
            <a:xfrm>
              <a:off x="6291314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62" name="Gruppieren 426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64" name="Gruppieren 426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66" name="Rechteck 42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67" name="Rechteck 42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8" name="Ellipse 42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9" name="Ellipse 42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0" name="Textfeld 426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71" name="Textfeld 427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72" name="Ellipse 427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3" name="Ellipse 427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4" name="Textfeld 427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5" name="Textfeld 427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6" name="Ellipse 42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7" name="Ellipse 42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78" name="Textfeld 427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79" name="Textfeld 427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80" name="Ellipse 427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81" name="Ellipse 428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2" name="Textfeld 428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83" name="Textfeld 428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84" name="Rechteck 42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5" name="Rechteck 42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6" name="Rechteck 42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7" name="Rechteck 42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8" name="Rechteck 42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89" name="Rechteck 42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0" name="Rechteck 42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91" name="Rechteck 42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65" name="Textfeld 42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263" name="Textfeld 42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2" name="Gruppieren 3891"/>
            <p:cNvGrpSpPr/>
            <p:nvPr/>
          </p:nvGrpSpPr>
          <p:grpSpPr>
            <a:xfrm>
              <a:off x="6615293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32" name="Gruppieren 42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34" name="Gruppieren 42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36" name="Rechteck 42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37" name="Rechteck 42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8" name="Ellipse 42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9" name="Ellipse 42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0" name="Textfeld 42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41" name="Textfeld 42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42" name="Ellipse 42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3" name="Ellipse 42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4" name="Textfeld 42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5" name="Textfeld 42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6" name="Ellipse 42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7" name="Ellipse 42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48" name="Textfeld 42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49" name="Textfeld 42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50" name="Ellipse 42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1" name="Ellipse 42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2" name="Textfeld 42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53" name="Textfeld 42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54" name="Rechteck 42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5" name="Rechteck 42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6" name="Rechteck 42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7" name="Rechteck 42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8" name="Rechteck 42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59" name="Rechteck 42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0" name="Rechteck 42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61" name="Rechteck 42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35" name="Textfeld 42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233" name="Textfeld 42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3" name="Gruppieren 3892"/>
            <p:cNvGrpSpPr/>
            <p:nvPr/>
          </p:nvGrpSpPr>
          <p:grpSpPr>
            <a:xfrm>
              <a:off x="6939272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202" name="Gruppieren 42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204" name="Gruppieren 42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206" name="Rechteck 42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207" name="Rechteck 42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8" name="Ellipse 42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9" name="Ellipse 42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0" name="Textfeld 42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211" name="Textfeld 42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212" name="Ellipse 42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3" name="Ellipse 42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4" name="Textfeld 42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5" name="Textfeld 42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6" name="Ellipse 42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7" name="Ellipse 42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18" name="Textfeld 42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19" name="Textfeld 42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220" name="Ellipse 42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1" name="Ellipse 42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2" name="Textfeld 42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223" name="Textfeld 42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224" name="Rechteck 42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5" name="Rechteck 42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6" name="Rechteck 42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7" name="Rechteck 42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8" name="Rechteck 42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29" name="Rechteck 42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0" name="Rechteck 42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31" name="Rechteck 42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205" name="Textfeld 42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203" name="Textfeld 42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4" name="Gruppieren 3893"/>
            <p:cNvGrpSpPr/>
            <p:nvPr/>
          </p:nvGrpSpPr>
          <p:grpSpPr>
            <a:xfrm>
              <a:off x="7263265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72" name="Gruppieren 41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74" name="Gruppieren 41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76" name="Rechteck 41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77" name="Rechteck 41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8" name="Ellipse 41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9" name="Ellipse 41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0" name="Textfeld 41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81" name="Textfeld 41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82" name="Ellipse 41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3" name="Ellipse 41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4" name="Textfeld 41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5" name="Textfeld 41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6" name="Ellipse 41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87" name="Ellipse 41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88" name="Textfeld 4187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89" name="Textfeld 41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90" name="Ellipse 41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1" name="Ellipse 41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2" name="Textfeld 41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93" name="Textfeld 41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94" name="Rechteck 41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5" name="Rechteck 41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6" name="Rechteck 41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7" name="Rechteck 41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8" name="Rechteck 41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99" name="Rechteck 41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0" name="Rechteck 41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201" name="Rechteck 42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75" name="Textfeld 41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173" name="Textfeld 41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5" name="Gruppieren 3894"/>
            <p:cNvGrpSpPr/>
            <p:nvPr/>
          </p:nvGrpSpPr>
          <p:grpSpPr>
            <a:xfrm>
              <a:off x="7590190" y="920650"/>
              <a:ext cx="327049" cy="1652928"/>
              <a:chOff x="1692193" y="1141150"/>
              <a:chExt cx="327049" cy="1652928"/>
            </a:xfrm>
          </p:grpSpPr>
          <p:grpSp>
            <p:nvGrpSpPr>
              <p:cNvPr id="4142" name="Gruppieren 41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144" name="Gruppieren 41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46" name="Rechteck 41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47" name="Rechteck 41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8" name="Ellipse 41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9" name="Ellipse 41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0" name="Textfeld 41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51" name="Textfeld 41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52" name="Ellipse 41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3" name="Ellipse 41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4" name="Textfeld 41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5" name="Textfeld 41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6" name="Ellipse 41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7" name="Ellipse 41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58" name="Textfeld 41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59" name="Textfeld 41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160" name="Ellipse 41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61" name="Ellipse 41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2" name="Textfeld 41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63" name="Textfeld 41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64" name="Rechteck 41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5" name="Rechteck 41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6" name="Rechteck 41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7" name="Rechteck 41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8" name="Rechteck 41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69" name="Rechteck 41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0" name="Rechteck 41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71" name="Rechteck 41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45" name="Textfeld 41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143" name="Textfeld 41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896" name="Gruppieren 3895"/>
            <p:cNvGrpSpPr/>
            <p:nvPr/>
          </p:nvGrpSpPr>
          <p:grpSpPr>
            <a:xfrm>
              <a:off x="7912966" y="921153"/>
              <a:ext cx="420326" cy="1652928"/>
              <a:chOff x="1688847" y="1141150"/>
              <a:chExt cx="420326" cy="1652928"/>
            </a:xfrm>
          </p:grpSpPr>
          <p:grpSp>
            <p:nvGrpSpPr>
              <p:cNvPr id="4112" name="Gruppieren 4111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4114" name="Gruppieren 41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116" name="Rechteck 41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117" name="Rechteck 41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8" name="Ellipse 41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9" name="Ellipse 41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0" name="Textfeld 41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121" name="Textfeld 41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122" name="Ellipse 41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3" name="Ellipse 41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4" name="Textfeld 41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5" name="Textfeld 41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6" name="Ellipse 41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7" name="Ellipse 41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28" name="Textfeld 41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29" name="Textfeld 41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30" name="Ellipse 41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1" name="Ellipse 41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2" name="Textfeld 41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33" name="Textfeld 41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34" name="Rechteck 41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5" name="Rechteck 41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6" name="Rechteck 41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7" name="Rechteck 41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8" name="Rechteck 41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39" name="Rechteck 41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0" name="Rechteck 41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41" name="Rechteck 41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115" name="Textfeld 4114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4113" name="Textfeld 41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7" name="Gruppieren 3896"/>
            <p:cNvGrpSpPr/>
            <p:nvPr/>
          </p:nvGrpSpPr>
          <p:grpSpPr>
            <a:xfrm>
              <a:off x="8245019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82" name="Gruppieren 408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84" name="Gruppieren 408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86" name="Rechteck 408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7" name="Rechteck 408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8" name="Ellipse 408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89" name="Ellipse 408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0" name="Textfeld 408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91" name="Textfeld 409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92" name="Ellipse 40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3" name="Ellipse 40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4" name="Textfeld 409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5" name="Textfeld 409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6" name="Ellipse 409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7" name="Ellipse 409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98" name="Textfeld 409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99" name="Textfeld 409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100" name="Ellipse 409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1" name="Ellipse 410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2" name="Textfeld 410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103" name="Textfeld 410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104" name="Rechteck 41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5" name="Rechteck 41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6" name="Rechteck 41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7" name="Rechteck 41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8" name="Rechteck 41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09" name="Rechteck 41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0" name="Rechteck 41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111" name="Rechteck 41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85" name="Textfeld 408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4083" name="Textfeld 408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8" name="Gruppieren 3897"/>
            <p:cNvGrpSpPr/>
            <p:nvPr/>
          </p:nvGrpSpPr>
          <p:grpSpPr>
            <a:xfrm>
              <a:off x="8567690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52" name="Gruppieren 405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54" name="Gruppieren 405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56" name="Rechteck 40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57" name="Rechteck 40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8" name="Ellipse 40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9" name="Ellipse 40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0" name="Textfeld 405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61" name="Textfeld 406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62" name="Ellipse 406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3" name="Ellipse 406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4" name="Textfeld 406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5" name="Textfeld 406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6" name="Ellipse 40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7" name="Ellipse 40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68" name="Textfeld 406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69" name="Textfeld 406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70" name="Ellipse 406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1" name="Ellipse 407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2" name="Textfeld 407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73" name="Textfeld 407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74" name="Rechteck 407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5" name="Rechteck 407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6" name="Rechteck 407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7" name="Rechteck 407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8" name="Rechteck 407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79" name="Rechteck 407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0" name="Rechteck 407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81" name="Rechteck 408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55" name="Textfeld 405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4053" name="Textfeld 40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899" name="Gruppieren 3898"/>
            <p:cNvGrpSpPr/>
            <p:nvPr/>
          </p:nvGrpSpPr>
          <p:grpSpPr>
            <a:xfrm>
              <a:off x="8890196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4022" name="Gruppieren 402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4024" name="Gruppieren 40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026" name="Rechteck 40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027" name="Rechteck 40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8" name="Ellipse 40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9" name="Ellipse 40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0" name="Textfeld 40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31" name="Textfeld 40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32" name="Ellipse 40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3" name="Ellipse 40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4" name="Textfeld 40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5" name="Textfeld 40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6" name="Ellipse 40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7" name="Ellipse 40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38" name="Textfeld 40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39" name="Textfeld 40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040" name="Ellipse 40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1" name="Ellipse 40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2" name="Textfeld 40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43" name="Textfeld 40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44" name="Rechteck 40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5" name="Rechteck 40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6" name="Rechteck 40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7" name="Rechteck 40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8" name="Rechteck 40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49" name="Rechteck 40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0" name="Rechteck 40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51" name="Rechteck 40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025" name="Textfeld 40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4023" name="Textfeld 40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900" name="Gruppieren 3899"/>
            <p:cNvGrpSpPr/>
            <p:nvPr/>
          </p:nvGrpSpPr>
          <p:grpSpPr>
            <a:xfrm>
              <a:off x="9212702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92" name="Gruppieren 3991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994" name="Gruppieren 39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996" name="Rechteck 39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97" name="Rechteck 39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8" name="Ellipse 39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9" name="Ellipse 39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0" name="Textfeld 39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001" name="Textfeld 40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002" name="Ellipse 40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3" name="Ellipse 40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4" name="Textfeld 40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5" name="Textfeld 40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6" name="Ellipse 40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7" name="Ellipse 40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08" name="Textfeld 40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09" name="Textfeld 40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010" name="Ellipse 40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1" name="Ellipse 40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2" name="Textfeld 40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013" name="Textfeld 40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014" name="Rechteck 40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5" name="Rechteck 40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6" name="Rechteck 40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7" name="Rechteck 40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8" name="Rechteck 40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19" name="Rechteck 40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0" name="Rechteck 40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021" name="Rechteck 40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95" name="Textfeld 39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993" name="Textfeld 39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901" name="Gruppieren 3900"/>
            <p:cNvGrpSpPr/>
            <p:nvPr/>
          </p:nvGrpSpPr>
          <p:grpSpPr>
            <a:xfrm>
              <a:off x="9530208" y="927827"/>
              <a:ext cx="358092" cy="1646254"/>
              <a:chOff x="1692193" y="1147824"/>
              <a:chExt cx="358092" cy="1646254"/>
            </a:xfrm>
          </p:grpSpPr>
          <p:grpSp>
            <p:nvGrpSpPr>
              <p:cNvPr id="3966" name="Gruppieren 3965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3968" name="Gruppieren 3967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3970" name="Rechteck 3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71" name="Rechteck 3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2" name="Ellipse 3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3" name="Ellipse 3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4" name="Ellipse 3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5" name="Ellipse 3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6" name="Textfeld 397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7" name="Textfeld 397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978" name="Ellipse 397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79" name="Ellipse 397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0" name="Textfeld 3979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1" name="Textfeld 398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982" name="Ellipse 39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3" name="Ellipse 39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4" name="Rechteck 39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5" name="Rechteck 39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6" name="Rechteck 39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7" name="Rechteck 39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8" name="Rechteck 39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89" name="Rechteck 39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0" name="Rechteck 39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91" name="Rechteck 39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69" name="Textfeld 396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3967" name="Textfeld 3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902" name="Gruppieren 3901"/>
            <p:cNvGrpSpPr/>
            <p:nvPr/>
          </p:nvGrpSpPr>
          <p:grpSpPr>
            <a:xfrm>
              <a:off x="985534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38" name="Gruppieren 3937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40" name="Gruppieren 393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42" name="Rechteck 39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43" name="Rechteck 39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4" name="Ellipse 39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5" name="Ellipse 39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6" name="Textfeld 394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47" name="Textfeld 394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48" name="Ellipse 394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49" name="Ellipse 394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0" name="Ellipse 3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1" name="Ellipse 3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2" name="Textfeld 3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3" name="Textfeld 3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54" name="Ellipse 3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5" name="Ellipse 3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6" name="Textfeld 3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7" name="Textfeld 3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58" name="Rechteck 3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59" name="Rechteck 3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0" name="Rechteck 3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1" name="Rechteck 3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2" name="Rechteck 3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3" name="Rechteck 3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4" name="Rechteck 3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65" name="Rechteck 3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41" name="Textfeld 394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3939" name="Textfeld 39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3" name="Gruppieren 3902"/>
            <p:cNvGrpSpPr/>
            <p:nvPr/>
          </p:nvGrpSpPr>
          <p:grpSpPr>
            <a:xfrm>
              <a:off x="10179784" y="927827"/>
              <a:ext cx="357561" cy="1646254"/>
              <a:chOff x="1692724" y="1147824"/>
              <a:chExt cx="357561" cy="1646254"/>
            </a:xfrm>
          </p:grpSpPr>
          <p:grpSp>
            <p:nvGrpSpPr>
              <p:cNvPr id="3910" name="Gruppieren 390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3912" name="Gruppieren 391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3914" name="Rechteck 39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915" name="Rechteck 39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6" name="Ellipse 39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7" name="Ellipse 39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18" name="Textfeld 39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919" name="Textfeld 39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920" name="Ellipse 39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1" name="Ellipse 39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2" name="Ellipse 39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3" name="Ellipse 39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4" name="Textfeld 39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5" name="Textfeld 39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926" name="Ellipse 39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7" name="Ellipse 39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28" name="Textfeld 39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29" name="Textfeld 39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930" name="Rechteck 39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1" name="Rechteck 39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2" name="Rechteck 39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3" name="Rechteck 39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4" name="Rechteck 39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5" name="Rechteck 39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6" name="Rechteck 39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937" name="Rechteck 39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913" name="Textfeld 391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3911" name="Textfeld 39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3904" name="Gruppieren 3903"/>
            <p:cNvGrpSpPr/>
            <p:nvPr/>
          </p:nvGrpSpPr>
          <p:grpSpPr>
            <a:xfrm>
              <a:off x="10505610" y="927827"/>
              <a:ext cx="355993" cy="1646254"/>
              <a:chOff x="1694292" y="1147824"/>
              <a:chExt cx="355993" cy="1646254"/>
            </a:xfrm>
          </p:grpSpPr>
          <p:grpSp>
            <p:nvGrpSpPr>
              <p:cNvPr id="3906" name="Gruppieren 3905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3908" name="Rechteck 390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909" name="Textfeld 390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3907" name="Textfeld 3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905" name="Textfeld 3904"/>
            <p:cNvSpPr txBox="1"/>
            <p:nvPr/>
          </p:nvSpPr>
          <p:spPr>
            <a:xfrm>
              <a:off x="5396266" y="240378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44" name="Gruppieren 4343"/>
          <p:cNvGrpSpPr/>
          <p:nvPr/>
        </p:nvGrpSpPr>
        <p:grpSpPr>
          <a:xfrm>
            <a:off x="5600322" y="2852983"/>
            <a:ext cx="2194864" cy="1655156"/>
            <a:chOff x="5600322" y="2852983"/>
            <a:chExt cx="2194864" cy="1655156"/>
          </a:xfrm>
        </p:grpSpPr>
        <p:grpSp>
          <p:nvGrpSpPr>
            <p:cNvPr id="4345" name="Gruppieren 4344"/>
            <p:cNvGrpSpPr/>
            <p:nvPr/>
          </p:nvGrpSpPr>
          <p:grpSpPr>
            <a:xfrm>
              <a:off x="5844088" y="2854124"/>
              <a:ext cx="324950" cy="1652928"/>
              <a:chOff x="1694292" y="1141150"/>
              <a:chExt cx="324950" cy="1652928"/>
            </a:xfrm>
          </p:grpSpPr>
          <p:grpSp>
            <p:nvGrpSpPr>
              <p:cNvPr id="4480" name="Gruppieren 447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482" name="Gruppieren 448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484" name="Rechteck 44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5" name="Rechteck 44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6" name="Ellipse 44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87" name="Ellipse 44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8" name="Ellipse 44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89" name="Ellipse 44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0" name="Ellipse 44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1" name="Ellipse 44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2" name="Ellipse 44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3" name="Ellipse 44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4" name="Rechteck 44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5" name="Rechteck 44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6" name="Rechteck 44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7" name="Rechteck 44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8" name="Rechteck 44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99" name="Rechteck 44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0" name="Rechteck 44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01" name="Rechteck 45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83" name="Textfeld 448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481" name="Textfeld 44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346" name="Rechteck 4345"/>
            <p:cNvSpPr/>
            <p:nvPr/>
          </p:nvSpPr>
          <p:spPr>
            <a:xfrm>
              <a:off x="5604704" y="3016825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7" name="Rechteck 4346"/>
            <p:cNvSpPr/>
            <p:nvPr/>
          </p:nvSpPr>
          <p:spPr>
            <a:xfrm>
              <a:off x="5681480" y="3198225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8" name="Rechteck 4347"/>
            <p:cNvSpPr/>
            <p:nvPr/>
          </p:nvSpPr>
          <p:spPr>
            <a:xfrm>
              <a:off x="5638006" y="3240901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49" name="Rechteck 4348"/>
            <p:cNvSpPr/>
            <p:nvPr/>
          </p:nvSpPr>
          <p:spPr>
            <a:xfrm>
              <a:off x="5682150" y="380671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350" name="Rechteck 4349"/>
            <p:cNvSpPr/>
            <p:nvPr/>
          </p:nvSpPr>
          <p:spPr>
            <a:xfrm>
              <a:off x="5638676" y="384939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351" name="Gruppieren 4350"/>
            <p:cNvGrpSpPr/>
            <p:nvPr/>
          </p:nvGrpSpPr>
          <p:grpSpPr>
            <a:xfrm>
              <a:off x="6167578" y="2854124"/>
              <a:ext cx="327049" cy="1652928"/>
              <a:chOff x="1692193" y="1141150"/>
              <a:chExt cx="327049" cy="1652928"/>
            </a:xfrm>
          </p:grpSpPr>
          <p:grpSp>
            <p:nvGrpSpPr>
              <p:cNvPr id="4450" name="Gruppieren 444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52" name="Gruppieren 44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54" name="Rechteck 44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5" name="Rechteck 44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6" name="Ellipse 44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57" name="Ellipse 44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58" name="Textfeld 44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59" name="Textfeld 44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60" name="Ellipse 44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1" name="Ellipse 44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2" name="Textfeld 44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63" name="Textfeld 44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64" name="Ellipse 44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5" name="Ellipse 44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6" name="Textfeld 44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67" name="Textfeld 44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68" name="Ellipse 4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69" name="Ellipse 4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0" name="Textfeld 44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71" name="Textfeld 44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72" name="Rechteck 44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3" name="Rechteck 44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4" name="Rechteck 44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5" name="Rechteck 44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6" name="Rechteck 44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7" name="Rechteck 44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8" name="Rechteck 44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79" name="Rechteck 44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53" name="Textfeld 44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451" name="Textfeld 44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352" name="Gruppieren 4351"/>
            <p:cNvGrpSpPr/>
            <p:nvPr/>
          </p:nvGrpSpPr>
          <p:grpSpPr>
            <a:xfrm>
              <a:off x="6817000" y="2855211"/>
              <a:ext cx="327049" cy="1652928"/>
              <a:chOff x="1692193" y="1141150"/>
              <a:chExt cx="327049" cy="1652928"/>
            </a:xfrm>
          </p:grpSpPr>
          <p:grpSp>
            <p:nvGrpSpPr>
              <p:cNvPr id="4420" name="Gruppieren 4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422" name="Gruppieren 4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424" name="Rechteck 4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25" name="Rechteck 4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6" name="Ellipse 4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7" name="Ellipse 4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28" name="Textfeld 4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29" name="Textfeld 4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30" name="Ellipse 4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1" name="Ellipse 4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2" name="Textfeld 4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433" name="Textfeld 4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434" name="Ellipse 4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5" name="Ellipse 4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36" name="Textfeld 443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437" name="Textfeld 443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438" name="Ellipse 4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39" name="Ellipse 4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0" name="Textfeld 4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441" name="Textfeld 4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442" name="Rechteck 4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3" name="Rechteck 4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4" name="Rechteck 4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5" name="Rechteck 4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6" name="Rechteck 4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7" name="Rechteck 44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8" name="Rechteck 44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49" name="Rechteck 44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423" name="Textfeld 4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421" name="Textfeld 4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353" name="Gruppieren 4352"/>
            <p:cNvGrpSpPr/>
            <p:nvPr/>
          </p:nvGrpSpPr>
          <p:grpSpPr>
            <a:xfrm>
              <a:off x="7144456" y="2855211"/>
              <a:ext cx="326518" cy="1652928"/>
              <a:chOff x="1692724" y="1141150"/>
              <a:chExt cx="326518" cy="1652928"/>
            </a:xfrm>
          </p:grpSpPr>
          <p:grpSp>
            <p:nvGrpSpPr>
              <p:cNvPr id="4392" name="Gruppieren 439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4394" name="Gruppieren 43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4396" name="Rechteck 43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397" name="Rechteck 43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8" name="Ellipse 43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399" name="Ellipse 43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0" name="Textfeld 43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401" name="Textfeld 44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402" name="Ellipse 44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3" name="Ellipse 44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4" name="Ellipse 44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5" name="Ellipse 44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06" name="Textfeld 44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7" name="Textfeld 44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408" name="Ellipse 44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409" name="Ellipse 44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0" name="Textfeld 44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1" name="Textfeld 44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412" name="Rechteck 44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3" name="Rechteck 44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4" name="Rechteck 44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5" name="Rechteck 44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6" name="Rechteck 44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7" name="Rechteck 44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8" name="Rechteck 44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419" name="Rechteck 44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395" name="Textfeld 43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393" name="Textfeld 43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4354" name="Gruppieren 4353"/>
            <p:cNvGrpSpPr/>
            <p:nvPr/>
          </p:nvGrpSpPr>
          <p:grpSpPr>
            <a:xfrm>
              <a:off x="7470236" y="2852983"/>
              <a:ext cx="324950" cy="1655156"/>
              <a:chOff x="1694292" y="1138922"/>
              <a:chExt cx="324950" cy="1655156"/>
            </a:xfrm>
          </p:grpSpPr>
          <p:grpSp>
            <p:nvGrpSpPr>
              <p:cNvPr id="4388" name="Gruppieren 438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4390" name="Rechteck 43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391" name="Textfeld 439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4389" name="Textfeld 43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355" name="Textfeld 4354"/>
            <p:cNvSpPr txBox="1"/>
            <p:nvPr/>
          </p:nvSpPr>
          <p:spPr>
            <a:xfrm>
              <a:off x="5600322" y="4338898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4356" name="Gruppieren 4355"/>
            <p:cNvGrpSpPr/>
            <p:nvPr/>
          </p:nvGrpSpPr>
          <p:grpSpPr>
            <a:xfrm>
              <a:off x="6492122" y="2854124"/>
              <a:ext cx="327049" cy="1652928"/>
              <a:chOff x="3479230" y="1278375"/>
              <a:chExt cx="327049" cy="1652928"/>
            </a:xfrm>
          </p:grpSpPr>
          <p:grpSp>
            <p:nvGrpSpPr>
              <p:cNvPr id="4357" name="Gruppieren 435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4361" name="Gruppieren 436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4363" name="Gruppieren 436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4365" name="Rechteck 4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66" name="Rechteck 4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7" name="Ellipse 4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8" name="Ellipse 4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69" name="Textfeld 436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4370" name="Ellipse 436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1" name="Ellipse 437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2" name="Textfeld 437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3" name="Textfeld 437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4374" name="Ellipse 437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5" name="Ellipse 437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76" name="Textfeld 437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7" name="Textfeld 437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4378" name="Ellipse 43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4379" name="Ellipse 43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0" name="Rechteck 43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1" name="Rechteck 43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2" name="Rechteck 43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3" name="Rechteck 43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4" name="Rechteck 43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5" name="Rechteck 43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6" name="Rechteck 43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4387" name="Rechteck 43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4364" name="Textfeld 4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4362" name="Textfeld 4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4358" name="Textfeld 435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4359" name="Textfeld 435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4360" name="Textfeld 435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412" name="Gruppieren 2411"/>
          <p:cNvGrpSpPr/>
          <p:nvPr/>
        </p:nvGrpSpPr>
        <p:grpSpPr>
          <a:xfrm>
            <a:off x="10244840" y="2835348"/>
            <a:ext cx="1537112" cy="1653196"/>
            <a:chOff x="10244840" y="2835348"/>
            <a:chExt cx="1537112" cy="1653196"/>
          </a:xfrm>
        </p:grpSpPr>
        <p:grpSp>
          <p:nvGrpSpPr>
            <p:cNvPr id="2413" name="Gruppieren 2412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487" name="Gruppieren 248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489" name="Gruppieren 248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491" name="Rechteck 249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2" name="Rechteck 249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3" name="Ellipse 249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94" name="Ellipse 249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5" name="Ellipse 2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6" name="Ellipse 2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7" name="Ellipse 24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8" name="Ellipse 24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99" name="Ellipse 24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0" name="Ellipse 24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1" name="Rechteck 25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Rechteck 25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Rechteck 25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Rechteck 25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7" name="Rechteck 25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8" name="Rechteck 25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90" name="Textfeld 248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488" name="Textfeld 248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14" name="Rechteck 2413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5" name="Rechteck 2414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6" name="Rechteck 2415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7" name="Rechteck 2416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18" name="Rechteck 2417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19" name="Gruppieren 2418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457" name="Gruppieren 24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59" name="Gruppieren 245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61" name="Rechteck 246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2" name="Rechteck 246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3" name="Ellipse 246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64" name="Ellipse 246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5" name="Textfeld 246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66" name="Textfeld 246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67" name="Ellipse 246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8" name="Ellipse 246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69" name="Textfeld 246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1" name="Ellipse 24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2" name="Ellipse 24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3" name="Textfeld 247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4" name="Textfeld 247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75" name="Ellipse 247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6" name="Ellipse 247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77" name="Textfeld 247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78" name="Textfeld 247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79" name="Rechteck 247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0" name="Rechteck 247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1" name="Rechteck 248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2" name="Rechteck 248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3" name="Rechteck 248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4" name="Rechteck 248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5" name="Rechteck 248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86" name="Rechteck 248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60" name="Textfeld 245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458" name="Textfeld 24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420" name="Gruppieren 2419"/>
            <p:cNvGrpSpPr/>
            <p:nvPr/>
          </p:nvGrpSpPr>
          <p:grpSpPr>
            <a:xfrm>
              <a:off x="11134065" y="2835348"/>
              <a:ext cx="327049" cy="1652928"/>
              <a:chOff x="1692193" y="1141150"/>
              <a:chExt cx="327049" cy="1652928"/>
            </a:xfrm>
          </p:grpSpPr>
          <p:grpSp>
            <p:nvGrpSpPr>
              <p:cNvPr id="2427" name="Gruppieren 242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9" name="Gruppieren 242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31" name="Rechteck 243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2" name="Rechteck 243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3" name="Ellipse 243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Textfeld 243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7" name="Ellipse 24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9" name="Textfeld 243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1" name="Ellipse 244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2" name="Ellipse 244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43" name="Textfeld 244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4" name="Textfeld 244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45" name="Ellipse 2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Ellipse 2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7" name="Textfeld 244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48" name="Textfeld 244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49" name="Rechteck 24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0" name="Rechteck 24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1" name="Rechteck 24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2" name="Rechteck 24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3" name="Rechteck 24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4" name="Rechteck 24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5" name="Rechteck 24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56" name="Rechteck 24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30" name="Textfeld 24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28" name="Textfeld 24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421" name="Gruppieren 2420"/>
            <p:cNvGrpSpPr/>
            <p:nvPr/>
          </p:nvGrpSpPr>
          <p:grpSpPr>
            <a:xfrm>
              <a:off x="11457002" y="2835348"/>
              <a:ext cx="324950" cy="1652928"/>
              <a:chOff x="1694292" y="1141150"/>
              <a:chExt cx="324950" cy="1652928"/>
            </a:xfrm>
          </p:grpSpPr>
          <p:grpSp>
            <p:nvGrpSpPr>
              <p:cNvPr id="2423" name="Gruppieren 2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425" name="Rechteck 2424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26" name="Textfeld 2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4" name="Textfeld 2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422" name="Textfeld 2421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509" name="Gruppieren 2508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510" name="Gruppieren 2509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53" name="Gruppieren 255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55" name="Gruppieren 255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57" name="Rechteck 2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58" name="Rechteck 2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9" name="Ellipse 2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0" name="Ellipse 2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1" name="Textfeld 256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62" name="Textfeld 256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Textfeld 2564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66" name="Textfeld 256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Textfeld 256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70" name="Textfeld 256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71" name="Ellipse 257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Ellipse 257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Textfeld 257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74" name="Textfeld 257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8" name="Rechteck 25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9" name="Rechteck 25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0" name="Rechteck 25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1" name="Rechteck 25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6" name="Textfeld 2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554" name="Textfeld 2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511" name="Rechteck 2510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2" name="Rechteck 2511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3" name="Rechteck 2512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4" name="Rechteck 2513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515" name="Rechteck 2514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516" name="Gruppieren 2515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523" name="Gruppieren 2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5" name="Gruppieren 2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27" name="Rechteck 2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28" name="Rechteck 2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9" name="Ellipse 2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0" name="Ellipse 2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1" name="Textfeld 2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2" name="Textfeld 2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Ellipse 2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6" name="Textfeld 253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8" name="Ellipse 2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0" name="Textfeld 2539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2" name="Ellipse 2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4" name="Textfeld 2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45" name="Rechteck 2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Rechteck 2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7" name="Rechteck 2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6" name="Textfeld 2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24" name="Textfeld 2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517" name="Textfeld 2516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518" name="Gruppieren 2517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519" name="Gruppieren 2518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521" name="Rechteck 2520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522" name="Textfeld 252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520" name="Textfeld 2519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1231" y="940698"/>
            <a:ext cx="4152423" cy="1654120"/>
            <a:chOff x="391231" y="940698"/>
            <a:chExt cx="4152423" cy="1654120"/>
          </a:xfrm>
        </p:grpSpPr>
        <p:grpSp>
          <p:nvGrpSpPr>
            <p:cNvPr id="2060" name="Gruppieren 2059"/>
            <p:cNvGrpSpPr/>
            <p:nvPr/>
          </p:nvGrpSpPr>
          <p:grpSpPr>
            <a:xfrm>
              <a:off x="636022" y="941890"/>
              <a:ext cx="324950" cy="1652928"/>
              <a:chOff x="1694292" y="1141150"/>
              <a:chExt cx="324950" cy="1652928"/>
            </a:xfrm>
          </p:grpSpPr>
          <p:grpSp>
            <p:nvGrpSpPr>
              <p:cNvPr id="2390" name="Gruppieren 23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92" name="Gruppieren 23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5" name="Rechteck 23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7" name="Ellipse 23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8" name="Ellipse 23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Ellipse 24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2" name="Ellipse 24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Rechteck 24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Rechteck 24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6" name="Rechteck 24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7" name="Rechteck 24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Rechteck 24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Rechteck 24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0" name="Rechteck 24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3" name="Textfeld 23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91" name="Textfeld 23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061" name="Rechteck 2060"/>
            <p:cNvSpPr/>
            <p:nvPr/>
          </p:nvSpPr>
          <p:spPr>
            <a:xfrm>
              <a:off x="396638" y="1104591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2" name="Rechteck 2061"/>
            <p:cNvSpPr/>
            <p:nvPr/>
          </p:nvSpPr>
          <p:spPr>
            <a:xfrm>
              <a:off x="473414" y="1285991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3" name="Rechteck 2062"/>
            <p:cNvSpPr/>
            <p:nvPr/>
          </p:nvSpPr>
          <p:spPr>
            <a:xfrm>
              <a:off x="429940" y="1328667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4" name="Rechteck 2063"/>
            <p:cNvSpPr/>
            <p:nvPr/>
          </p:nvSpPr>
          <p:spPr>
            <a:xfrm>
              <a:off x="474084" y="189448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065" name="Rechteck 2064"/>
            <p:cNvSpPr/>
            <p:nvPr/>
          </p:nvSpPr>
          <p:spPr>
            <a:xfrm>
              <a:off x="430610" y="193715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066" name="Gruppieren 2065"/>
            <p:cNvGrpSpPr/>
            <p:nvPr/>
          </p:nvGrpSpPr>
          <p:grpSpPr>
            <a:xfrm>
              <a:off x="1286437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60" name="Gruppieren 23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2" name="Gruppieren 23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4" name="Rechteck 23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Rechteck 23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Ellipse 23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7" name="Ellipse 23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8" name="Textfeld 23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9" name="Textfeld 23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70" name="Ellipse 23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1" name="Ellipse 23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2" name="Textfeld 23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3" name="Textfeld 23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4" name="Ellipse 23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5" name="Ellipse 23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6" name="Textfeld 23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7" name="Textfeld 23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78" name="Ellipse 23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79" name="Ellipse 23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0" name="Textfeld 23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81" name="Textfeld 23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8" name="Rechteck 23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9" name="Rechteck 23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3" name="Textfeld 23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361" name="Textfeld 23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7" name="Gruppieren 2066"/>
            <p:cNvGrpSpPr/>
            <p:nvPr/>
          </p:nvGrpSpPr>
          <p:grpSpPr>
            <a:xfrm>
              <a:off x="1610416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Textfeld 23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39" name="Textfeld 23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Textfeld 23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3" name="Textfeld 23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4" name="Ellipse 23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Ellipse 23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Textfeld 23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7" name="Textfeld 23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48" name="Ellipse 23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Ellipse 23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rgbClr val="5B9BD5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Textfeld 23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51" name="Textfeld 23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52" name="Rechteck 23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3" name="Rechteck 23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4" name="Rechteck 23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5" name="Rechteck 23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6" name="Rechteck 23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7" name="Rechteck 23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8" name="Rechteck 23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9" name="Rechteck 23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8" name="Gruppieren 2067"/>
            <p:cNvGrpSpPr/>
            <p:nvPr/>
          </p:nvGrpSpPr>
          <p:grpSpPr>
            <a:xfrm>
              <a:off x="1934395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300" name="Gruppieren 229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2" name="Gruppieren 23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4" name="Rechteck 23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5" name="Rechteck 23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Ellipse 23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7" name="Ellipse 23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8" name="Textfeld 23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9" name="Textfeld 23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10" name="Ellipse 23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1" name="Ellipse 23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2" name="Textfeld 23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3" name="Textfeld 23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4" name="Ellipse 23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5" name="Ellipse 23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6" name="Textfeld 23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7" name="Textfeld 23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318" name="Ellipse 23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9" name="Ellipse 23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0" name="Textfeld 23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21" name="Textfeld 23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8" name="Rechteck 23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9" name="Rechteck 23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3" name="Textfeld 230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301" name="Textfeld 23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69" name="Gruppieren 2068"/>
            <p:cNvGrpSpPr/>
            <p:nvPr/>
          </p:nvGrpSpPr>
          <p:grpSpPr>
            <a:xfrm>
              <a:off x="2586740" y="941890"/>
              <a:ext cx="327049" cy="1652928"/>
              <a:chOff x="1692193" y="1141150"/>
              <a:chExt cx="327049" cy="1652928"/>
            </a:xfrm>
          </p:grpSpPr>
          <p:grpSp>
            <p:nvGrpSpPr>
              <p:cNvPr id="2270" name="Gruppieren 226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272" name="Gruppieren 227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74" name="Rechteck 22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75" name="Rechteck 22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6" name="Ellipse 22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7" name="Ellipse 22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78" name="Textfeld 227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79" name="Textfeld 227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80" name="Ellipse 227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1" name="Ellipse 228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2" name="Textfeld 228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3" name="Textfeld 228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4" name="Ellipse 228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5" name="Ellipse 228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86" name="Textfeld 228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7" name="Textfeld 228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88" name="Ellipse 228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89" name="Ellipse 228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0" name="Textfeld 228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91" name="Textfeld 229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92" name="Rechteck 229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3" name="Rechteck 229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4" name="Rechteck 229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5" name="Rechteck 229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6" name="Rechteck 229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7" name="Rechteck 229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8" name="Rechteck 229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99" name="Rechteck 229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73" name="Textfeld 22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271" name="Textfeld 22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0" name="Gruppieren 2069"/>
            <p:cNvGrpSpPr/>
            <p:nvPr/>
          </p:nvGrpSpPr>
          <p:grpSpPr>
            <a:xfrm>
              <a:off x="2910719" y="941890"/>
              <a:ext cx="417638" cy="1652928"/>
              <a:chOff x="1692193" y="1141150"/>
              <a:chExt cx="417638" cy="1652928"/>
            </a:xfrm>
          </p:grpSpPr>
          <p:grpSp>
            <p:nvGrpSpPr>
              <p:cNvPr id="2240" name="Gruppieren 223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2242" name="Gruppieren 22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44" name="Rechteck 22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45" name="Rechteck 22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6" name="Ellipse 22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7" name="Ellipse 22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48" name="Textfeld 22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49" name="Textfeld 22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50" name="Ellipse 22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1" name="Ellipse 22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2" name="Textfeld 22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3" name="Textfeld 22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4" name="Ellipse 22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5" name="Ellipse 22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6" name="Textfeld 225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7" name="Textfeld 225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58" name="Ellipse 22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59" name="Ellipse 22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0" name="Textfeld 22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61" name="Textfeld 22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62" name="Rechteck 22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3" name="Rechteck 22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4" name="Rechteck 22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5" name="Rechteck 22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6" name="Rechteck 22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7" name="Rechteck 22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8" name="Rechteck 22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69" name="Rechteck 22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43" name="Textfeld 224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2241" name="Textfeld 22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1" name="Gruppieren 2070"/>
            <p:cNvGrpSpPr/>
            <p:nvPr/>
          </p:nvGrpSpPr>
          <p:grpSpPr>
            <a:xfrm>
              <a:off x="3234698" y="941890"/>
              <a:ext cx="371759" cy="1652928"/>
              <a:chOff x="1692193" y="1141150"/>
              <a:chExt cx="371759" cy="1652928"/>
            </a:xfrm>
          </p:grpSpPr>
          <p:grpSp>
            <p:nvGrpSpPr>
              <p:cNvPr id="2210" name="Gruppieren 220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2212" name="Gruppieren 221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214" name="Rechteck 221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215" name="Rechteck 221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6" name="Ellipse 221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7" name="Ellipse 221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18" name="Textfeld 221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219" name="Textfeld 221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220" name="Ellipse 221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1" name="Ellipse 222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2" name="Textfeld 222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3" name="Textfeld 222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4" name="Ellipse 22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5" name="Ellipse 22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6" name="Textfeld 22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7" name="Textfeld 22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228" name="Ellipse 22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29" name="Ellipse 22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0" name="Textfeld 22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31" name="Textfeld 22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32" name="Rechteck 22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3" name="Rechteck 22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4" name="Rechteck 22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5" name="Rechteck 22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6" name="Rechteck 22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7" name="Rechteck 22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8" name="Rechteck 22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39" name="Rechteck 22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213" name="Textfeld 221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2211" name="Textfeld 221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072" name="Gruppieren 2071"/>
            <p:cNvGrpSpPr/>
            <p:nvPr/>
          </p:nvGrpSpPr>
          <p:grpSpPr>
            <a:xfrm>
              <a:off x="3557534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80" name="Gruppieren 217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82" name="Gruppieren 218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84" name="Rechteck 218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85" name="Rechteck 218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6" name="Ellipse 218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7" name="Ellipse 218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88" name="Textfeld 218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89" name="Textfeld 218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90" name="Ellipse 218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1" name="Ellipse 219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2" name="Textfeld 219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3" name="Textfeld 219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4" name="Ellipse 21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5" name="Ellipse 21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6" name="Textfeld 219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7" name="Textfeld 219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98" name="Ellipse 219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99" name="Ellipse 219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0" name="Textfeld 219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201" name="Textfeld 220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202" name="Rechteck 220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3" name="Rechteck 220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4" name="Rechteck 220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5" name="Rechteck 220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6" name="Rechteck 220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7" name="Rechteck 220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8" name="Rechteck 220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209" name="Rechteck 220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83" name="Textfeld 218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2181" name="Textfeld 218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073" name="Gruppieren 2072"/>
            <p:cNvGrpSpPr/>
            <p:nvPr/>
          </p:nvGrpSpPr>
          <p:grpSpPr>
            <a:xfrm>
              <a:off x="3880205" y="948564"/>
              <a:ext cx="358092" cy="1646254"/>
              <a:chOff x="1692193" y="1147824"/>
              <a:chExt cx="358092" cy="1646254"/>
            </a:xfrm>
          </p:grpSpPr>
          <p:grpSp>
            <p:nvGrpSpPr>
              <p:cNvPr id="2150" name="Gruppieren 214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152" name="Gruppieren 215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154" name="Rechteck 21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155" name="Rechteck 21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6" name="Ellipse 21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7" name="Ellipse 21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58" name="Textfeld 215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159" name="Textfeld 215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160" name="Ellipse 21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1" name="Ellipse 21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2" name="Textfeld 216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3" name="Textfeld 216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164" name="Ellipse 216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5" name="Ellipse 216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6" name="Textfeld 216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7" name="Textfeld 216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168" name="Ellipse 21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69" name="Ellipse 21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0" name="Textfeld 216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1" name="Textfeld 217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172" name="Rechteck 217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3" name="Rechteck 217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4" name="Rechteck 217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5" name="Rechteck 217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6" name="Rechteck 217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7" name="Rechteck 217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8" name="Rechteck 217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179" name="Rechteck 217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153" name="Textfeld 215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151" name="Textfeld 21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074" name="Gruppieren 2073"/>
            <p:cNvGrpSpPr/>
            <p:nvPr/>
          </p:nvGrpSpPr>
          <p:grpSpPr>
            <a:xfrm>
              <a:off x="4197217" y="956253"/>
              <a:ext cx="346437" cy="1638565"/>
              <a:chOff x="1686699" y="1155513"/>
              <a:chExt cx="346437" cy="1638565"/>
            </a:xfrm>
          </p:grpSpPr>
          <p:grpSp>
            <p:nvGrpSpPr>
              <p:cNvPr id="2146" name="Gruppieren 214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148" name="Rechteck 214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149" name="Textfeld 214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147" name="Textfeld 21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075" name="Textfeld 2074"/>
            <p:cNvSpPr txBox="1"/>
            <p:nvPr/>
          </p:nvSpPr>
          <p:spPr>
            <a:xfrm>
              <a:off x="391231" y="2425813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076" name="Gruppieren 2075"/>
            <p:cNvGrpSpPr/>
            <p:nvPr/>
          </p:nvGrpSpPr>
          <p:grpSpPr>
            <a:xfrm>
              <a:off x="959512" y="941890"/>
              <a:ext cx="327049" cy="1652928"/>
              <a:chOff x="3131212" y="1103872"/>
              <a:chExt cx="327049" cy="1652928"/>
            </a:xfrm>
          </p:grpSpPr>
          <p:grpSp>
            <p:nvGrpSpPr>
              <p:cNvPr id="2115" name="Gruppieren 211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117" name="Gruppieren 211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119" name="Gruppieren 211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121" name="Rechteck 212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2" name="Rechteck 212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3" name="Ellipse 212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124" name="Ellipse 212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5" name="Textfeld 212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126" name="Ellipse 21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7" name="Ellipse 21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28" name="Textfeld 21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29" name="Textfeld 21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0" name="Ellipse 21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1" name="Ellipse 21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2" name="Textfeld 21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3" name="Textfeld 21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134" name="Ellipse 21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5" name="Ellipse 21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6" name="Textfeld 21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137" name="Textfeld 21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138" name="Rechteck 21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39" name="Rechteck 21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0" name="Rechteck 21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1" name="Rechteck 21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2" name="Rechteck 21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3" name="Rechteck 21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4" name="Rechteck 21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145" name="Rechteck 21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120" name="Textfeld 211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118" name="Textfeld 21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116" name="Textfeld 211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024" name="Gruppieren 2023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025" name="Gruppieren 202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027" name="Gruppieren 202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029" name="Rechteck 202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030" name="Rechteck 202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1" name="Ellipse 203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2" name="Ellipse 203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3" name="Textfeld 203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034" name="Textfeld 203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035" name="Ellipse 203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6" name="Ellipse 203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37" name="Textfeld 203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8" name="Textfeld 203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39" name="Ellipse 20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0" name="Ellipse 20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1" name="Textfeld 204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2" name="Textfeld 204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043" name="Ellipse 204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4" name="Ellipse 204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5" name="Textfeld 204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046" name="Textfeld 204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047" name="Rechteck 20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8" name="Rechteck 20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49" name="Rechteck 20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0" name="Rechteck 20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1" name="Rechteck 20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2" name="Rechteck 20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3" name="Rechteck 20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054" name="Rechteck 20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028" name="Textfeld 2027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026" name="Textfeld 202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4503" name="Gruppieren 4502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4608" name="Gruppieren 46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4610" name="Gruppieren 46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4612" name="Rechteck 4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3" name="Rechteck 4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4" name="Ellipse 4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615" name="Ellipse 4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6" name="Ellipse 46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7" name="Ellipse 46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8" name="Ellipse 46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19" name="Ellipse 46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0" name="Ellipse 4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1" name="Ellipse 4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2" name="Rechteck 46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3" name="Rechteck 46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4" name="Rechteck 46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5" name="Rechteck 46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6" name="Rechteck 46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7" name="Rechteck 46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8" name="Rechteck 46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29" name="Rechteck 46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611" name="Textfeld 4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609" name="Textfeld 4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4504" name="Rechteck 4503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5" name="Rechteck 4504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6" name="Rechteck 4505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7" name="Rechteck 4506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4508" name="Rechteck 4507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4509" name="Gruppieren 4508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4578" name="Gruppieren 4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80" name="Gruppieren 4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82" name="Rechteck 4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3" name="Rechteck 4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4" name="Ellipse 4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85" name="Ellipse 4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6" name="Textfeld 4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87" name="Textfeld 4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88" name="Ellipse 4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89" name="Ellipse 4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0" name="Textfeld 4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91" name="Textfeld 4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92" name="Ellipse 4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3" name="Ellipse 4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4" name="Textfeld 4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95" name="Textfeld 4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96" name="Ellipse 4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7" name="Ellipse 4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98" name="Textfeld 4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99" name="Textfeld 4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600" name="Rechteck 4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1" name="Rechteck 4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2" name="Rechteck 4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3" name="Rechteck 4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4" name="Rechteck 4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5" name="Rechteck 4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6" name="Rechteck 4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607" name="Rechteck 4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81" name="Textfeld 4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79" name="Textfeld 4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4510" name="Gruppieren 4509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4548" name="Gruppieren 454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50" name="Gruppieren 454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52" name="Rechteck 45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53" name="Rechteck 45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4" name="Ellipse 45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5" name="Ellipse 45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6" name="Textfeld 455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57" name="Textfeld 455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58" name="Ellipse 4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59" name="Ellipse 4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0" name="Textfeld 455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4561" name="Textfeld 456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4562" name="Ellipse 45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3" name="Ellipse 45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4" name="Textfeld 456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5" name="Textfeld 456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4566" name="Ellipse 456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7" name="Ellipse 456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68" name="Textfeld 456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69" name="Textfeld 456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4570" name="Rechteck 4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1" name="Rechteck 4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2" name="Rechteck 4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3" name="Rechteck 4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4" name="Rechteck 4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5" name="Rechteck 4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6" name="Rechteck 4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77" name="Rechteck 4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51" name="Textfeld 455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4549" name="Textfeld 45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4511" name="Gruppieren 4510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4518" name="Gruppieren 451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4520" name="Gruppieren 451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4522" name="Rechteck 45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23" name="Rechteck 45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4" name="Ellipse 45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5" name="Ellipse 45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6" name="Textfeld 452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4527" name="Textfeld 452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4528" name="Ellipse 452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29" name="Ellipse 452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0" name="Textfeld 452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4531" name="Textfeld 453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4532" name="Ellipse 45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3" name="Ellipse 45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4" name="Textfeld 45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4535" name="Textfeld 45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4536" name="Ellipse 45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4537" name="Ellipse 45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38" name="Textfeld 45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4539" name="Textfeld 45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4540" name="Rechteck 45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1" name="Rechteck 45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2" name="Rechteck 45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3" name="Rechteck 45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4" name="Rechteck 45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5" name="Rechteck 45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6" name="Rechteck 45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4547" name="Rechteck 45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4521" name="Textfeld 45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4519" name="Textfeld 451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4512" name="Gruppieren 4511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4514" name="Gruppieren 451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4516" name="Rechteck 451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4517" name="Textfeld 451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4515" name="Textfeld 451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4513" name="Textfeld 4512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056" name="Gruppieren 2055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057" name="Gruppieren 2056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3" name="Gruppieren 258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5" name="Rechteck 258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6" name="Rechteck 258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7" name="Ellipse 258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Textfeld 258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Ellipse 259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Textfeld 259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5" name="Ellipse 25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Textfeld 25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599" name="Ellipse 25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0" name="Ellipse 25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Textfeld 26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02" name="Textfeld 26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8" name="Rechteck 26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9" name="Rechteck 26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0" name="Rechteck 26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4" name="Textfeld 2583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058" name="Textfeld 205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104118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0125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17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3" name="Gruppieren 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7799" name="Gruppieren 7798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966" name="Gruppieren 796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968" name="Gruppieren 796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970" name="Rechteck 79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1" name="Rechteck 79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2" name="Ellipse 79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73" name="Ellipse 79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4" name="Ellipse 797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5" name="Ellipse 797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6" name="Ellipse 797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7" name="Ellipse 797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8" name="Ellipse 79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79" name="Ellipse 79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0" name="Rechteck 7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1" name="Rechteck 7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2" name="Rechteck 7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3" name="Rechteck 7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4" name="Rechteck 7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5" name="Rechteck 7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6" name="Rechteck 7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87" name="Rechteck 7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69" name="Textfeld 79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967" name="Textfeld 79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800" name="Rechteck 7799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1" name="Rechteck 7800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2" name="Rechteck 7801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3" name="Rechteck 7802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804" name="Rechteck 7803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805" name="Gruppieren 7804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36" name="Gruppieren 79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38" name="Gruppieren 79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40" name="Rechteck 79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1" name="Rechteck 79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2" name="Ellipse 79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43" name="Ellipse 79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4" name="Textfeld 79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45" name="Textfeld 79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46" name="Ellipse 79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7" name="Ellipse 79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48" name="Textfeld 79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49" name="Textfeld 79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0" name="Ellipse 79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1" name="Ellipse 79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2" name="Textfeld 795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3" name="Textfeld 79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954" name="Ellipse 79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5" name="Ellipse 79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6" name="Textfeld 79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57" name="Textfeld 79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58" name="Rechteck 79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59" name="Rechteck 79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0" name="Rechteck 79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1" name="Rechteck 79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2" name="Rechteck 79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3" name="Rechteck 79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4" name="Rechteck 79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65" name="Rechteck 79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39" name="Textfeld 79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7937" name="Textfeld 79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806" name="Gruppieren 7805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906" name="Gruppieren 79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908" name="Gruppieren 79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910" name="Rechteck 79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11" name="Rechteck 79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2" name="Ellipse 79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3" name="Ellipse 79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4" name="Textfeld 79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915" name="Textfeld 79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916" name="Ellipse 79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7" name="Ellipse 79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18" name="Textfeld 79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919" name="Textfeld 79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920" name="Ellipse 79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1" name="Ellipse 79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2" name="Textfeld 79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923" name="Textfeld 79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924" name="Ellipse 79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925" name="Ellipse 79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6" name="Textfeld 79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927" name="Textfeld 79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928" name="Rechteck 79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29" name="Rechteck 79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0" name="Rechteck 79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1" name="Rechteck 79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2" name="Rechteck 79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3" name="Rechteck 79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4" name="Rechteck 79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35" name="Rechteck 79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909" name="Textfeld 79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907" name="Textfeld 79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7807" name="Gruppieren 7806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84" name="Gruppieren 788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886" name="Gruppieren 7885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888" name="Rechteck 788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89" name="Rechteck 788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0" name="Ellipse 788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1" name="Ellipse 789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2" name="Ellipse 789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3" name="Ellipse 789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4" name="Ellipse 789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5" name="Ellipse 789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96" name="Ellipse 78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7" name="Ellipse 78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8" name="Rechteck 78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99" name="Rechteck 78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0" name="Rechteck 78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1" name="Rechteck 79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2" name="Rechteck 79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3" name="Rechteck 79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4" name="Rechteck 79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905" name="Rechteck 79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87" name="Textfeld 788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885" name="Textfeld 788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7808" name="Gruppieren 7807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7854" name="Gruppieren 7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856" name="Gruppieren 7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858" name="Rechteck 7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9" name="Rechteck 7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0" name="Ellipse 7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1" name="Ellipse 7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2" name="Textfeld 7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863" name="Textfeld 7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864" name="Ellipse 7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5" name="Ellipse 7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6" name="Textfeld 786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7" name="Textfeld 7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68" name="Ellipse 7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69" name="Ellipse 7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70" name="Textfeld 7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1" name="Textfeld 7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872" name="Ellipse 7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3" name="Ellipse 7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4" name="Textfeld 7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875" name="Textfeld 7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876" name="Rechteck 7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7" name="Rechteck 7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8" name="Rechteck 7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79" name="Rechteck 7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0" name="Rechteck 7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1" name="Rechteck 7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2" name="Rechteck 7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83" name="Rechteck 7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857" name="Textfeld 7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855" name="Textfeld 7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7809" name="Rechteck 7808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7810" name="Gruppieren 7809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7850" name="Gruppieren 78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7852" name="Rechteck 7851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53" name="Textfeld 78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851" name="Textfeld 78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7811" name="Textfeld 7810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810" name="Gruppieren 2809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811" name="Gruppieren 2810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54" name="Gruppieren 285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56" name="Gruppieren 285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58" name="Rechteck 285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Rechteck 285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Textfeld 286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63" name="Textfeld 286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Textfeld 2865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67" name="Textfeld 286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68" name="Ellipse 286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Ellipse 286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Textfeld 286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71" name="Textfeld 287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72" name="Ellipse 287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Ellipse 287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4" name="Textfeld 287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75" name="Textfeld 287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76" name="Rechteck 28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7" name="Rechteck 28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8" name="Rechteck 28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9" name="Rechteck 28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0" name="Rechteck 28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1" name="Rechteck 28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2" name="Rechteck 28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3" name="Rechteck 28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7" name="Textfeld 285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5" name="Textfeld 285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812" name="Rechteck 2811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3" name="Rechteck 2812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4" name="Rechteck 2813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5" name="Rechteck 2814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16" name="Rechteck 2815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17" name="Gruppieren 2816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824" name="Gruppieren 2823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6" name="Gruppieren 282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8" name="Rechteck 282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Rechteck 282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Ellipse 282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31" name="Ellipse 283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2" name="Textfeld 283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3" name="Textfeld 283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4" name="Ellipse 283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5" name="Ellipse 283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6" name="Textfeld 283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7" name="Textfeld 283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838" name="Ellipse 283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9" name="Ellipse 283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40" name="Textfeld 283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1" name="Textfeld 2840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842" name="Ellipse 28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3" name="Ellipse 28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4" name="Textfeld 284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5" name="Textfeld 284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2" name="Rechteck 28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3" name="Rechteck 28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7" name="Textfeld 282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5" name="Textfeld 282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818" name="Textfeld 2817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819" name="Gruppieren 2818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820" name="Gruppieren 2819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822" name="Rechteck 2821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21" name="Textfeld 2820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4" name="Gruppieren 3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029" name="Gruppieren 3028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45" name="Gruppieren 354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47" name="Gruppieren 354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0" name="Rechteck 354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1" name="Ellipse 355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2" name="Ellipse 355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Ellipse 35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Ellipse 35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Ellipse 355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0" name="Rechteck 355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Rechteck 356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2" name="Rechteck 356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Rechteck 356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48" name="Textfeld 354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546" name="Textfeld 354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030" name="Rechteck 3029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1" name="Rechteck 3030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2" name="Rechteck 3031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3" name="Rechteck 3032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34" name="Rechteck 3033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35" name="Gruppieren 3034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15" name="Gruppieren 351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17" name="Gruppieren 351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Ellipse 352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Ellipse 352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Textfeld 352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4" name="Textfeld 352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25" name="Ellipse 352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Textfeld 352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29" name="Ellipse 352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Textfeld 353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33" name="Ellipse 353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Textfeld 353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37" name="Rechteck 35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Rechteck 35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9" name="Rechteck 35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Rechteck 35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Rechteck 35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18" name="Textfeld 351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516" name="Textfeld 351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6" name="Gruppieren 3035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85" name="Gruppieren 348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87" name="Gruppieren 348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0" name="Rechteck 348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1" name="Ellipse 349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2" name="Ellipse 349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3" name="Textfeld 349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4" name="Textfeld 349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95" name="Ellipse 349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Textfeld 349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99" name="Ellipse 349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Textfeld 350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07" name="Rechteck 350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Rechteck 350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Rechteck 350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Rechteck 350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Rechteck 351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88" name="Textfeld 348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486" name="Textfeld 348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7" name="Gruppieren 3036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55" name="Gruppieren 345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7" name="Gruppieren 345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0" name="Rechteck 345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Ellipse 346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2" name="Ellipse 346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3" name="Textfeld 346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4" name="Textfeld 346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5" name="Ellipse 346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Textfeld 346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69" name="Ellipse 346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Textfeld 347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73" name="Ellipse 34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Textfeld 347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Rechteck 347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Rechteck 347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1" name="Rechteck 348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8" name="Textfeld 345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56" name="Textfeld 345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038" name="Gruppieren 3037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433" name="Gruppieren 343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435" name="Gruppieren 343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437" name="Rechteck 343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8" name="Rechteck 343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Ellipse 343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Ellipse 34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3" name="Ellipse 34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Ellipse 344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Rechteck 344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Rechteck 344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1" name="Rechteck 345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6" name="Textfeld 343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434" name="Textfeld 343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39" name="Gruppieren 3038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403" name="Gruppieren 340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05" name="Gruppieren 340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Ellipse 340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Textfeld 341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3" name="Ellipse 341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Textfeld 341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Ellipse 341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Textfeld 341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21" name="Ellipse 342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2" name="Ellipse 342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Textfeld 342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24" name="Textfeld 342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Rechteck 342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Rechteck 343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2" name="Rechteck 343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6" name="Textfeld 340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404" name="Textfeld 340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0" name="Gruppieren 3039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373" name="Gruppieren 3372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375" name="Gruppieren 337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77" name="Rechteck 337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78" name="Rechteck 337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83" name="Ellipse 338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Ellipse 338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Textfeld 338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6" name="Textfeld 338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87" name="Ellipse 338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Ellipse 338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Textfeld 338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0" name="Textfeld 338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91" name="Ellipse 33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2" name="Ellipse 33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3" name="Textfeld 339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Rechteck 339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8" name="Rechteck 339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Rechteck 339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Rechteck 339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Rechteck 340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Rechteck 340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76" name="Textfeld 3375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374" name="Textfeld 337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1" name="Gruppieren 3040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343" name="Gruppieren 3342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345" name="Gruppieren 334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47" name="Rechteck 33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48" name="Rechteck 33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53" name="Ellipse 335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Ellipse 335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Textfeld 335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6" name="Textfeld 335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57" name="Ellipse 335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Ellipse 335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Textfeld 335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0" name="Textfeld 335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61" name="Ellipse 336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2" name="Ellipse 336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3" name="Textfeld 336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Rechteck 336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Rechteck 336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Rechteck 336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0" name="Rechteck 336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1" name="Rechteck 337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Rechteck 337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46" name="Textfeld 3345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344" name="Textfeld 33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042" name="Gruppieren 3041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313" name="Gruppieren 331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315" name="Gruppieren 33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17" name="Rechteck 33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18" name="Rechteck 33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23" name="Ellipse 33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Ellipse 33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Textfeld 33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6" name="Textfeld 33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27" name="Ellipse 33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Ellipse 33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Textfeld 33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0" name="Textfeld 33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31" name="Ellipse 33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Textfeld 33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Rechteck 33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16" name="Textfeld 331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314" name="Textfeld 33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043" name="Rechteck 3042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044" name="Rechteck 3043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045" name="Textfeld 3044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046" name="Gruppieren 3045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283" name="Gruppieren 3282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285" name="Gruppieren 32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87" name="Rechteck 3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8" name="Rechteck 3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1" name="Textfeld 3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92" name="Textfeld 3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93" name="Ellipse 3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Ellipse 3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Textfeld 32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6" name="Textfeld 32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97" name="Ellipse 32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Ellipse 32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Textfeld 32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0" name="Textfeld 32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301" name="Ellipse 33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Ellipse 33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3" name="Textfeld 33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Rechteck 33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Rechteck 33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Rechteck 33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0" name="Rechteck 33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1" name="Rechteck 33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Rechteck 33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6" name="Textfeld 3285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284" name="Textfeld 3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047" name="Gruppieren 3046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281" name="Rechteck 3280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282" name="Textfeld 3281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48" name="Textfeld 3047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049" name="Gruppieren 3048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088" name="Gruppieren 3087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90" name="Gruppieren 308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2" name="Gruppieren 309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5" name="Rechteck 309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7" name="Ellipse 309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3" name="Textfeld 309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091" name="Textfeld 309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089" name="Textfeld 3088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297" name="Gruppieren 2296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298" name="Gruppieren 22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00" name="Gruppieren 22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02" name="Rechteck 23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03" name="Rechteck 23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4" name="Ellipse 23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5" name="Ellipse 23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6" name="Textfeld 23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07" name="Textfeld 23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08" name="Ellipse 23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09" name="Ellipse 23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0" name="Textfeld 230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1" name="Textfeld 231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2" name="Ellipse 231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3" name="Ellipse 231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4" name="Textfeld 231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5" name="Textfeld 231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316" name="Ellipse 231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7" name="Ellipse 231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18" name="Textfeld 231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19" name="Textfeld 231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20" name="Rechteck 231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1" name="Rechteck 232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2" name="Rechteck 232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3" name="Rechteck 232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4" name="Rechteck 232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5" name="Rechteck 232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6" name="Rechteck 232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27" name="Rechteck 232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01" name="Textfeld 23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299" name="Textfeld 22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5" name="Gruppieren 4"/>
          <p:cNvGrpSpPr/>
          <p:nvPr/>
        </p:nvGrpSpPr>
        <p:grpSpPr>
          <a:xfrm>
            <a:off x="391231" y="4873212"/>
            <a:ext cx="2194645" cy="1655486"/>
            <a:chOff x="391231" y="4873212"/>
            <a:chExt cx="2194645" cy="1655486"/>
          </a:xfrm>
        </p:grpSpPr>
        <p:grpSp>
          <p:nvGrpSpPr>
            <p:cNvPr id="2329" name="Gruppieren 2328"/>
            <p:cNvGrpSpPr/>
            <p:nvPr/>
          </p:nvGrpSpPr>
          <p:grpSpPr>
            <a:xfrm>
              <a:off x="635039" y="4873212"/>
              <a:ext cx="324950" cy="1652928"/>
              <a:chOff x="1694292" y="1141150"/>
              <a:chExt cx="324950" cy="1652928"/>
            </a:xfrm>
          </p:grpSpPr>
          <p:grpSp>
            <p:nvGrpSpPr>
              <p:cNvPr id="2330" name="Gruppieren 232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332" name="Gruppieren 233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334" name="Rechteck 23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5" name="Rechteck 23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6" name="Ellipse 23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37" name="Ellipse 23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8" name="Ellipse 233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39" name="Ellipse 233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0" name="Ellipse 23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1" name="Ellipse 23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2" name="Ellipse 234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3" name="Ellipse 234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4" name="Rechteck 23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5" name="Rechteck 23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6" name="Rechteck 23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7" name="Rechteck 23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8" name="Rechteck 23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49" name="Rechteck 23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0" name="Rechteck 23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51" name="Rechteck 23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33" name="Textfeld 23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331" name="Textfeld 23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352" name="Rechteck 2351"/>
            <p:cNvSpPr/>
            <p:nvPr/>
          </p:nvSpPr>
          <p:spPr>
            <a:xfrm>
              <a:off x="395655" y="503591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3" name="Rechteck 2352"/>
            <p:cNvSpPr/>
            <p:nvPr/>
          </p:nvSpPr>
          <p:spPr>
            <a:xfrm>
              <a:off x="472431" y="521731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4" name="Rechteck 2353"/>
            <p:cNvSpPr/>
            <p:nvPr/>
          </p:nvSpPr>
          <p:spPr>
            <a:xfrm>
              <a:off x="428957" y="525998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5" name="Rechteck 2354"/>
            <p:cNvSpPr/>
            <p:nvPr/>
          </p:nvSpPr>
          <p:spPr>
            <a:xfrm>
              <a:off x="473101" y="582580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356" name="Rechteck 2355"/>
            <p:cNvSpPr/>
            <p:nvPr/>
          </p:nvSpPr>
          <p:spPr>
            <a:xfrm>
              <a:off x="429627" y="586848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357" name="Gruppieren 2356"/>
            <p:cNvGrpSpPr/>
            <p:nvPr/>
          </p:nvGrpSpPr>
          <p:grpSpPr>
            <a:xfrm>
              <a:off x="958529" y="4873212"/>
              <a:ext cx="327049" cy="1652928"/>
              <a:chOff x="1692193" y="1141150"/>
              <a:chExt cx="327049" cy="1652928"/>
            </a:xfrm>
          </p:grpSpPr>
          <p:grpSp>
            <p:nvGrpSpPr>
              <p:cNvPr id="2358" name="Gruppieren 23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60" name="Gruppieren 23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62" name="Rechteck 23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3" name="Rechteck 23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4" name="Ellipse 23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65" name="Ellipse 23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6" name="Textfeld 23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67" name="Textfeld 23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68" name="Ellipse 23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69" name="Ellipse 23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0" name="Textfeld 23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371" name="Textfeld 23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372" name="Ellipse 23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3" name="Ellipse 23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4" name="Textfeld 23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375" name="Textfeld 23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376" name="Ellipse 23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7" name="Ellipse 23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78" name="Textfeld 23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379" name="Textfeld 23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380" name="Rechteck 23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1" name="Rechteck 23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2" name="Rechteck 23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3" name="Rechteck 23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4" name="Rechteck 23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5" name="Rechteck 23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6" name="Rechteck 23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87" name="Rechteck 23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61" name="Textfeld 23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359" name="Textfeld 23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388" name="Gruppieren 2387"/>
            <p:cNvGrpSpPr/>
            <p:nvPr/>
          </p:nvGrpSpPr>
          <p:grpSpPr>
            <a:xfrm>
              <a:off x="1283861" y="4875030"/>
              <a:ext cx="327049" cy="1652928"/>
              <a:chOff x="1692193" y="1141150"/>
              <a:chExt cx="327049" cy="1652928"/>
            </a:xfrm>
          </p:grpSpPr>
          <p:grpSp>
            <p:nvGrpSpPr>
              <p:cNvPr id="2389" name="Gruppieren 23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391" name="Gruppieren 23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393" name="Rechteck 23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394" name="Rechteck 23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5" name="Ellipse 23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6" name="Ellipse 23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397" name="Textfeld 23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398" name="Textfeld 23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399" name="Ellipse 2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0" name="Ellipse 2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1" name="Textfeld 24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402" name="Textfeld 24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403" name="Ellipse 24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4" name="Ellipse 24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5" name="Textfeld 24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6" name="Textfeld 24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407" name="Ellipse 24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8" name="Ellipse 24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09" name="Textfeld 24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0" name="Textfeld 24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411" name="Rechteck 24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2" name="Rechteck 24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3" name="Rechteck 24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4" name="Rechteck 24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5" name="Rechteck 24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6" name="Rechteck 24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7" name="Rechteck 24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18" name="Rechteck 24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392" name="Textfeld 23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90" name="Textfeld 23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2419" name="Gruppieren 2418"/>
            <p:cNvGrpSpPr/>
            <p:nvPr/>
          </p:nvGrpSpPr>
          <p:grpSpPr>
            <a:xfrm>
              <a:off x="1935200" y="4874470"/>
              <a:ext cx="327049" cy="1652928"/>
              <a:chOff x="1692193" y="1141150"/>
              <a:chExt cx="327049" cy="1652928"/>
            </a:xfrm>
          </p:grpSpPr>
          <p:grpSp>
            <p:nvGrpSpPr>
              <p:cNvPr id="2420" name="Gruppieren 24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422" name="Gruppieren 24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424" name="Rechteck 24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25" name="Rechteck 24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6" name="Ellipse 24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7" name="Ellipse 24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28" name="Textfeld 24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429" name="Textfeld 24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430" name="Ellipse 24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1" name="Ellipse 24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2" name="Textfeld 24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433" name="Textfeld 24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434" name="Ellipse 24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5" name="Ellipse 24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36" name="Textfeld 24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437" name="Textfeld 24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438" name="Ellipse 24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439" name="Ellipse 24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0" name="Textfeld 24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441" name="Textfeld 24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442" name="Rechteck 24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3" name="Rechteck 24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4" name="Rechteck 24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5" name="Rechteck 24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446" name="Rechteck 24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423" name="Textfeld 24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21" name="Textfeld 24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791" name="Gruppieren 2790"/>
            <p:cNvGrpSpPr/>
            <p:nvPr/>
          </p:nvGrpSpPr>
          <p:grpSpPr>
            <a:xfrm>
              <a:off x="2260926" y="4875770"/>
              <a:ext cx="324950" cy="1652928"/>
              <a:chOff x="1694292" y="1141150"/>
              <a:chExt cx="324950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794" name="Rechteck 279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796" name="Textfeld 2795"/>
            <p:cNvSpPr txBox="1"/>
            <p:nvPr/>
          </p:nvSpPr>
          <p:spPr>
            <a:xfrm>
              <a:off x="391231" y="635625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2797" name="Gruppieren 2796"/>
            <p:cNvGrpSpPr/>
            <p:nvPr/>
          </p:nvGrpSpPr>
          <p:grpSpPr>
            <a:xfrm>
              <a:off x="1609321" y="4875180"/>
              <a:ext cx="327049" cy="1652928"/>
              <a:chOff x="1692193" y="1141150"/>
              <a:chExt cx="327049" cy="1652928"/>
            </a:xfrm>
          </p:grpSpPr>
          <p:grpSp>
            <p:nvGrpSpPr>
              <p:cNvPr id="2798" name="Gruppieren 279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00" name="Gruppieren 279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02" name="Rechteck 28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03" name="Rechteck 28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Ellipse 28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5" name="Ellipse 28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6" name="Textfeld 28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7" name="Textfeld 28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8" name="Ellipse 28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9" name="Ellipse 28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4" name="Textfeld 28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5" name="Textfeld 28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6" name="Ellipse 28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7" name="Ellipse 28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88" name="Textfeld 28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89" name="Textfeld 28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890" name="Ellipse 28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1" name="Ellipse 28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2" name="Textfeld 28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93" name="Textfeld 28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94" name="Rechteck 28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5" name="Rechteck 28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6" name="Rechteck 28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7" name="Rechteck 28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8" name="Rechteck 28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99" name="Rechteck 28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0" name="Rechteck 28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01" name="Rechteck 29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01" name="Textfeld 2800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99" name="Textfeld 27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01484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18-19</a:t>
            </a:r>
          </a:p>
        </p:txBody>
      </p:sp>
      <p:grpSp>
        <p:nvGrpSpPr>
          <p:cNvPr id="2" name="Gruppieren 1"/>
          <p:cNvGrpSpPr/>
          <p:nvPr/>
        </p:nvGrpSpPr>
        <p:grpSpPr>
          <a:xfrm>
            <a:off x="395599" y="2872756"/>
            <a:ext cx="4815791" cy="1652928"/>
            <a:chOff x="395599" y="2872756"/>
            <a:chExt cx="48157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639495" y="2872756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400111" y="303545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476887" y="321685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433413" y="325953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477557" y="382534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434083" y="386802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1289910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1613889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1937868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2261861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2588786" y="2872756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3235652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3560440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3883111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4206148" y="287884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4528123" y="287884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4855397" y="287884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2912998" y="2872756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395599" y="435580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965084" y="2922947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447" name="Gruppieren 2446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448" name="Gruppieren 2447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638" name="Gruppieren 263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640" name="Gruppieren 263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642" name="Rechteck 264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3" name="Rechteck 264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45" name="Ellipse 264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6" name="Ellipse 26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Ellipse 26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0" name="Ellipse 2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1" name="Ellipse 2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9" name="Rechteck 26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41" name="Textfeld 264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639" name="Textfeld 263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449" name="Rechteck 2448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0" name="Rechteck 2449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1" name="Rechteck 2450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2" name="Rechteck 2451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453" name="Rechteck 2452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454" name="Gruppieren 2453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608" name="Gruppieren 260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10" name="Gruppieren 260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12" name="Rechteck 26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3" name="Rechteck 26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4" name="Ellipse 26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15" name="Ellipse 26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6" name="Textfeld 261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17" name="Textfeld 261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18" name="Ellipse 261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19" name="Ellipse 261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0" name="Textfeld 261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21" name="Textfeld 262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22" name="Ellipse 262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3" name="Ellipse 262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4" name="Textfeld 262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625" name="Textfeld 262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626" name="Ellipse 262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7" name="Ellipse 262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28" name="Textfeld 262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629" name="Textfeld 262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30" name="Rechteck 262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1" name="Rechteck 263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2" name="Rechteck 263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Rechteck 263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Rechteck 263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Rechteck 263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11" name="Textfeld 26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609" name="Textfeld 26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455" name="Gruppieren 2454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78" name="Gruppieren 25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80" name="Gruppieren 25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82" name="Rechteck 25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83" name="Rechteck 25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4" name="Ellipse 25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5" name="Ellipse 25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6" name="Textfeld 25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87" name="Textfeld 25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88" name="Ellipse 25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89" name="Ellipse 25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0" name="Textfeld 25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91" name="Textfeld 25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92" name="Ellipse 25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3" name="Ellipse 25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4" name="Textfeld 25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95" name="Textfeld 25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96" name="Ellipse 25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7" name="Ellipse 25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98" name="Textfeld 25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99" name="Textfeld 25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600" name="Rechteck 25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1" name="Rechteck 26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2" name="Rechteck 26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3" name="Rechteck 26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4" name="Rechteck 26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5" name="Rechteck 26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6" name="Rechteck 26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07" name="Rechteck 26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81" name="Textfeld 25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579" name="Textfeld 25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456" name="Gruppieren 2455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556" name="Gruppieren 25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558" name="Gruppieren 25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560" name="Rechteck 25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61" name="Rechteck 25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2" name="Ellipse 25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3" name="Ellipse 25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4" name="Ellipse 25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5" name="Ellipse 25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6" name="Ellipse 25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7" name="Ellipse 25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8" name="Ellipse 25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69" name="Ellipse 25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0" name="Rechteck 25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1" name="Rechteck 25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2" name="Rechteck 25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3" name="Rechteck 25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4" name="Rechteck 25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5" name="Rechteck 25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6" name="Rechteck 25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77" name="Rechteck 25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59" name="Textfeld 25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7" name="Textfeld 25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457" name="Gruppieren 2456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526" name="Gruppieren 25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528" name="Gruppieren 25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530" name="Rechteck 25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1" name="Rechteck 25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2" name="Ellipse 25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3" name="Ellipse 25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34" name="Textfeld 25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35" name="Textfeld 25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36" name="Ellipse 25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7" name="Ellipse 25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38" name="Textfeld 25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539" name="Textfeld 25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540" name="Ellipse 25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1" name="Ellipse 25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42" name="Textfeld 254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543" name="Textfeld 2542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544" name="Ellipse 25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5" name="Ellipse 25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6" name="Textfeld 25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547" name="Textfeld 25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548" name="Rechteck 25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49" name="Rechteck 25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0" name="Rechteck 25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1" name="Rechteck 25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2" name="Rechteck 25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3" name="Rechteck 25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4" name="Rechteck 25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55" name="Rechteck 25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29" name="Textfeld 2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527" name="Textfeld 2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458" name="Gruppieren 2457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498" name="Gruppieren 2497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500" name="Gruppieren 2499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502" name="Rechteck 250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03" name="Rechteck 250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4" name="Ellipse 250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5" name="Ellipse 250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6" name="Textfeld 250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507" name="Textfeld 250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508" name="Ellipse 250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09" name="Ellipse 250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0" name="Ellipse 2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1" name="Ellipse 2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2" name="Textfeld 2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3" name="Textfeld 2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514" name="Ellipse 2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515" name="Ellipse 2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6" name="Textfeld 2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7" name="Textfeld 2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518" name="Rechteck 2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19" name="Rechteck 2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0" name="Rechteck 2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1" name="Rechteck 2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2" name="Rechteck 2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3" name="Rechteck 2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4" name="Rechteck 2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525" name="Rechteck 2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501" name="Textfeld 250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99" name="Textfeld 249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459" name="Gruppieren 2458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494" name="Gruppieren 2493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496" name="Rechteck 249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497" name="Textfeld 2496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495" name="Textfeld 249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460" name="Rechteck 2459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461" name="Textfeld 2460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462" name="Gruppieren 2461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463" name="Gruppieren 2462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467" name="Gruppieren 2466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469" name="Gruppieren 2468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471" name="Rechteck 24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72" name="Rechteck 24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3" name="Ellipse 24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4" name="Ellipse 24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5" name="Textfeld 2474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476" name="Ellipse 24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7" name="Ellipse 24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78" name="Textfeld 24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79" name="Textfeld 24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480" name="Ellipse 24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1" name="Ellipse 24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2" name="Textfeld 24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3" name="Textfeld 24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484" name="Ellipse 24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485" name="Ellipse 24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6" name="Rechteck 248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7" name="Rechteck 248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8" name="Rechteck 248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89" name="Rechteck 248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0" name="Rechteck 248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1" name="Rechteck 249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2" name="Rechteck 249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493" name="Rechteck 249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470" name="Textfeld 24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468" name="Textfeld 24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464" name="Textfeld 2463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465" name="Textfeld 2464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466" name="Textfeld 2465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2660" name="Gruppieren 2659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2661" name="Gruppieren 2660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922" name="Gruppieren 292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924" name="Gruppieren 292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926" name="Rechteck 29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7" name="Rechteck 29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8" name="Ellipse 29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29" name="Ellipse 29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0" name="Ellipse 2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1" name="Ellipse 2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2" name="Ellipse 2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3" name="Ellipse 2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4" name="Ellipse 29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5" name="Ellipse 29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6" name="Rechteck 293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7" name="Rechteck 293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8" name="Rechteck 293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39" name="Rechteck 293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0" name="Rechteck 293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1" name="Rechteck 294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2" name="Rechteck 294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43" name="Rechteck 294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25" name="Textfeld 29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23" name="Textfeld 29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2" name="Rechteck 2661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3" name="Rechteck 2662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7" name="Gruppieren 2666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60" name="Gruppieren 27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62" name="Gruppieren 27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Ellipse 27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67" name="Ellipse 27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Textfeld 27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69" name="Textfeld 27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70" name="Ellipse 27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1" name="Ellipse 27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2" name="Textfeld 27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4" name="Ellipse 27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5" name="Ellipse 27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Textfeld 27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7" name="Textfeld 27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Textfeld 27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81" name="Textfeld 27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82" name="Rechteck 27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Rechteck 27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0" name="Rechteck 29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21" name="Rechteck 29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63" name="Textfeld 27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761" name="Textfeld 27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2668" name="Gruppieren 2667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730" name="Gruppieren 27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32" name="Gruppieren 27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Ellipse 27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Ellipse 27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Textfeld 27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39" name="Textfeld 27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40" name="Ellipse 2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1" name="Ellipse 2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2" name="Textfeld 27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44" name="Ellipse 27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5" name="Ellipse 27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Textfeld 27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47" name="Textfeld 27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48" name="Ellipse 2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9" name="Ellipse 2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0" name="Textfeld 27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1" name="Textfeld 27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52" name="Rechteck 27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3" name="Rechteck 27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4" name="Rechteck 27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5" name="Rechteck 27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6" name="Rechteck 27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7" name="Rechteck 27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8" name="Rechteck 27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Rechteck 27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33" name="Textfeld 273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731" name="Textfeld 27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10" name="Gruppieren 270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12" name="Rechteck 271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3" name="Rechteck 271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4" name="Ellipse 271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5" name="Ellipse 271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6" name="Ellipse 2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7" name="Ellipse 2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0" name="Ellipse 2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1" name="Ellipse 2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2" name="Rechteck 27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Rechteck 27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Rechteck 27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Rechteck 27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Rechteck 27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7" name="Rechteck 27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8" name="Rechteck 27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9" name="Rechteck 27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1" name="Textfeld 271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2678" name="Gruppieren 267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80" name="Gruppieren 267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82" name="Rechteck 268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83" name="Rechteck 268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4" name="Ellipse 268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5" name="Ellipse 268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6" name="Textfeld 268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87" name="Textfeld 268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88" name="Ellipse 268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89" name="Ellipse 268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0" name="Textfeld 268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1" name="Textfeld 269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2" name="Ellipse 269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3" name="Ellipse 269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94" name="Textfeld 269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5" name="Textfeld 269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96" name="Ellipse 269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7" name="Ellipse 269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98" name="Textfeld 269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99" name="Textfeld 269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00" name="Rechteck 269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1" name="Rechteck 270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2" name="Rechteck 270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3" name="Rechteck 270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4" name="Rechteck 270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5" name="Rechteck 270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6" name="Rechteck 270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07" name="Rechteck 270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81" name="Textfeld 268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679" name="Textfeld 267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2671" name="Rechteck 2670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2672" name="Gruppieren 2671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2674" name="Gruppieren 2673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2676" name="Rechteck 2675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677" name="Textfeld 2676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5" name="Textfeld 26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2673" name="Textfeld 2672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2944" name="Gruppieren 2943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2945" name="Gruppieren 2944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88" name="Gruppieren 29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90" name="Gruppieren 29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Ellipse 29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95" name="Ellipse 29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Textfeld 29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97" name="Textfeld 29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998" name="Ellipse 29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9" name="Ellipse 29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0" name="Textfeld 2999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1" name="Textfeld 30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002" name="Ellipse 30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3" name="Ellipse 30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4" name="Textfeld 30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05" name="Textfeld 30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Ellipse 30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09" name="Textfeld 30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010" name="Rechteck 30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Rechteck 30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2" name="Rechteck 30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3" name="Rechteck 30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Rechteck 30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Rechteck 30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6" name="Rechteck 30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7" name="Rechteck 30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91" name="Textfeld 29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989" name="Textfeld 29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946" name="Rechteck 2945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7" name="Rechteck 2946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8" name="Rechteck 2947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49" name="Rechteck 2948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950" name="Rechteck 2949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951" name="Gruppieren 2950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2958" name="Gruppieren 29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960" name="Gruppieren 29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62" name="Rechteck 29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3" name="Rechteck 29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4" name="Ellipse 29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5" name="Ellipse 29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6" name="Textfeld 29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67" name="Textfeld 29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68" name="Ellipse 29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69" name="Ellipse 29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0" name="Textfeld 29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1" name="Textfeld 29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72" name="Ellipse 29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3" name="Ellipse 29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Textfeld 29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5" name="Textfeld 2974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Ellipse 29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79" name="Textfeld 29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80" name="Rechteck 29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Rechteck 29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2" name="Rechteck 29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3" name="Rechteck 29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Rechteck 29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Rechteck 29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6" name="Rechteck 29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7" name="Rechteck 29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61" name="Textfeld 29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959" name="Textfeld 29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2952" name="Textfeld 2951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2953" name="Gruppieren 2952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2954" name="Gruppieren 2953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2956" name="Rechteck 295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57" name="Textfeld 29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955" name="Textfeld 2954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3" name="Gruppieren 2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3306" name="Gruppieren 3305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662" name="Gruppieren 366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664" name="Gruppieren 366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Ellipse 366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69" name="Ellipse 366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Ellipse 36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Ellipse 36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2" name="Ellipse 36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3" name="Ellipse 36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4" name="Ellipse 36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5" name="Ellipse 36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Rechteck 367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Rechteck 367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Rechteck 367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1" name="Rechteck 368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2" name="Rechteck 368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Rechteck 368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65" name="Textfeld 366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63" name="Textfeld 366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3307" name="Rechteck 3306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8" name="Rechteck 3307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09" name="Rechteck 3308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0" name="Rechteck 3309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311" name="Rechteck 3310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312" name="Gruppieren 3311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32" name="Gruppieren 363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34" name="Gruppieren 363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Ellipse 36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Ellipse 36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Textfeld 363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41" name="Textfeld 364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42" name="Ellipse 364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3" name="Ellipse 364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4" name="Textfeld 364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5" name="Textfeld 364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6" name="Ellipse 36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7" name="Ellipse 36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Textfeld 364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49" name="Textfeld 364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0" name="Ellipse 364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51" name="Ellipse 365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2" name="Textfeld 365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53" name="Textfeld 365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54" name="Rechteck 365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5" name="Rechteck 365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6" name="Rechteck 365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Rechteck 365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Rechteck 365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9" name="Rechteck 365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0" name="Rechteck 365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Rechteck 366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35" name="Textfeld 36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33" name="Textfeld 36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3" name="Gruppieren 3312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602" name="Gruppieren 36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04" name="Gruppieren 36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Ellipse 36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Ellipse 36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Textfeld 36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11" name="Textfeld 36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12" name="Ellipse 36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3" name="Ellipse 36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4" name="Textfeld 36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5" name="Textfeld 36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6" name="Ellipse 36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7" name="Ellipse 36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Textfeld 36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19" name="Textfeld 36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20" name="Ellipse 36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1" name="Ellipse 36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2" name="Textfeld 36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3" name="Textfeld 36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24" name="Rechteck 36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5" name="Rechteck 36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6" name="Rechteck 36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Rechteck 36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Rechteck 36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9" name="Rechteck 36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0" name="Rechteck 36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Rechteck 36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05" name="Textfeld 36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03" name="Textfeld 36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4" name="Gruppieren 3313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72" name="Gruppieren 35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74" name="Gruppieren 35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76" name="Rechteck 35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7" name="Rechteck 35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82" name="Ellipse 35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Ellipse 35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Textfeld 35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5" name="Textfeld 35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6" name="Ellipse 35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Ellipse 35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Textfeld 35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89" name="Textfeld 35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590" name="Ellipse 35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1" name="Ellipse 35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2" name="Textfeld 35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93" name="Textfeld 35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Rechteck 35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Rechteck 35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Rechteck 35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9" name="Rechteck 35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0" name="Rechteck 35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1" name="Rechteck 36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75" name="Textfeld 35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573" name="Textfeld 35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3315" name="Gruppieren 3314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550" name="Gruppieren 354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52" name="Gruppieren 355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Ellipse 355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Ellipse 355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Ellipse 355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Ellipse 355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0" name="Ellipse 35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1" name="Ellipse 35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2" name="Ellipse 356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3" name="Ellipse 356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Rechteck 35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Rechteck 35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Rechteck 35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9" name="Rechteck 35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0" name="Rechteck 35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Rechteck 35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53" name="Textfeld 355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51" name="Textfeld 355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316" name="Gruppieren 3315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520" name="Gruppieren 351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22" name="Gruppieren 352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6" name="Ellipse 35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7" name="Ellipse 35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8" name="Textfeld 35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29" name="Textfeld 35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30" name="Ellipse 35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1" name="Ellipse 35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2" name="Textfeld 353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3" name="Textfeld 353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4" name="Ellipse 353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5" name="Ellipse 353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Textfeld 353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7" name="Textfeld 353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38" name="Ellipse 353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9" name="Ellipse 353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0" name="Textfeld 353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42" name="Rechteck 354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3" name="Rechteck 354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4" name="Rechteck 354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Rechteck 354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Rechteck 354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7" name="Rechteck 354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8" name="Rechteck 354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Rechteck 354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23" name="Textfeld 352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1" name="Textfeld 35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7" name="Gruppieren 3316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490" name="Gruppieren 3489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492" name="Gruppieren 349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94" name="Rechteck 34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95" name="Rechteck 34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6" name="Ellipse 34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7" name="Ellipse 34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98" name="Textfeld 349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99" name="Textfeld 349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0" name="Ellipse 349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1" name="Ellipse 350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Textfeld 350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3" name="Textfeld 350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4" name="Ellipse 35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5" name="Ellipse 35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6" name="Textfeld 35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7" name="Textfeld 35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8" name="Ellipse 35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9" name="Ellipse 35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0" name="Textfeld 35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2" name="Rechteck 35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3" name="Rechteck 35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4" name="Rechteck 35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Rechteck 35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Rechteck 35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7" name="Rechteck 35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3" name="Textfeld 3492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491" name="Textfeld 34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8" name="Gruppieren 3317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460" name="Gruppieren 3459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462" name="Gruppieren 34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64" name="Rechteck 34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65" name="Rechteck 34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6" name="Ellipse 34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Textfeld 34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70" name="Ellipse 34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1" name="Ellipse 34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Textfeld 34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3" name="Textfeld 34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4" name="Ellipse 34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Ellipse 34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Textfeld 34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7" name="Textfeld 34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78" name="Ellipse 34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9" name="Ellipse 34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0" name="Textfeld 34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82" name="Rechteck 34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3" name="Rechteck 34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4" name="Rechteck 34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5" name="Rechteck 34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6" name="Rechteck 34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7" name="Rechteck 34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8" name="Rechteck 34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89" name="Rechteck 34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63" name="Textfeld 3462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461" name="Textfeld 34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3319" name="Gruppieren 3318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30" name="Gruppieren 342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32" name="Gruppieren 34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34" name="Rechteck 34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Rechteck 34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6" name="Ellipse 34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Textfeld 34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40" name="Ellipse 34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1" name="Ellipse 34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Textfeld 34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3" name="Textfeld 34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4" name="Ellipse 34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Ellipse 34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Textfeld 34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7" name="Textfeld 34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48" name="Ellipse 34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9" name="Ellipse 34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0" name="Textfeld 34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52" name="Rechteck 34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Rechteck 34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6" name="Rechteck 34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Rechteck 34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8" name="Rechteck 34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9" name="Rechteck 34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33" name="Textfeld 343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431" name="Textfeld 34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3320" name="Rechteck 3319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3321" name="Rechteck 3320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3322" name="Textfeld 3321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3323" name="Gruppieren 3322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3400" name="Gruppieren 3399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402" name="Gruppieren 340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04" name="Rechteck 34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Ellipse 340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Ellipse 340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Textfeld 340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09" name="Textfeld 340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10" name="Ellipse 340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Ellipse 341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Textfeld 341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3" name="Textfeld 341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14" name="Ellipse 341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5" name="Ellipse 341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6" name="Textfeld 341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7" name="Textfeld 341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418" name="Ellipse 341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9" name="Ellipse 341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0" name="Textfeld 341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22" name="Rechteck 342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Rechteck 342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6" name="Rechteck 342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Rechteck 342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8" name="Rechteck 342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9" name="Rechteck 342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03" name="Textfeld 340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3401" name="Textfeld 340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3324" name="Gruppieren 3323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3396" name="Gruppieren 3395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3398" name="Rechteck 3397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399" name="Textfeld 3398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3397" name="Textfeld 3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325" name="Textfeld 3324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3326" name="Gruppieren 3325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3365" name="Gruppieren 3364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7" name="Gruppieren 3366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9" name="Gruppieren 33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71" name="Rechteck 33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2" name="Rechteck 33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Ellipse 33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74" name="Ellipse 33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5" name="Textfeld 33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Ellipse 3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Textfeld 3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Ellipse 3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3" name="Textfeld 3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84" name="Ellipse 3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Ellipse 3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Textfeld 3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7" name="Textfeld 3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1" name="Rechteck 3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2" name="Rechteck 3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3" name="Rechteck 3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4" name="Rechteck 3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368" name="Textfeld 33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3366" name="Textfeld 3365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3018" name="Gruppieren 301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3019" name="Gruppieren 30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21" name="Gruppieren 30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Ellipse 30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Ellipse 30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Textfeld 30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28" name="Textfeld 30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29" name="Ellipse 30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0" name="Ellipse 30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1" name="Textfeld 30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3" name="Ellipse 30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4" name="Ellipse 30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Textfeld 30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6" name="Textfeld 30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37" name="Ellipse 30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8" name="Ellipse 30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9" name="Textfeld 30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40" name="Textfeld 30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41" name="Rechteck 30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2" name="Rechteck 30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3" name="Rechteck 30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Rechteck 30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Rechteck 30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6" name="Rechteck 30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7" name="Rechteck 30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Rechteck 30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22" name="Textfeld 302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020" name="Textfeld 30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grpSp>
        <p:nvGrpSpPr>
          <p:cNvPr id="3049" name="Gruppieren 3048">
            <a:extLst>
              <a:ext uri="{FF2B5EF4-FFF2-40B4-BE49-F238E27FC236}">
                <a16:creationId xmlns:a16="http://schemas.microsoft.com/office/drawing/2014/main" id="{F14C3378-C520-492B-88F7-6ADD5A4FD51B}"/>
              </a:ext>
            </a:extLst>
          </p:cNvPr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050" name="Gruppieren 3049">
              <a:extLst>
                <a:ext uri="{FF2B5EF4-FFF2-40B4-BE49-F238E27FC236}">
                  <a16:creationId xmlns:a16="http://schemas.microsoft.com/office/drawing/2014/main" id="{1087CFE0-97A5-4419-B8C1-48D5118C1930}"/>
                </a:ext>
              </a:extLst>
            </p:cNvPr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303" name="Gruppieren 3302">
                <a:extLst>
                  <a:ext uri="{FF2B5EF4-FFF2-40B4-BE49-F238E27FC236}">
                    <a16:creationId xmlns:a16="http://schemas.microsoft.com/office/drawing/2014/main" id="{E50B90E4-8983-4377-96C8-644FA4E6843E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05" name="Gruppieren 3304">
                  <a:extLst>
                    <a:ext uri="{FF2B5EF4-FFF2-40B4-BE49-F238E27FC236}">
                      <a16:creationId xmlns:a16="http://schemas.microsoft.com/office/drawing/2014/main" id="{6E3204B1-BD83-4B48-B291-41C412BA27A4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28" name="Rechteck 3327">
                    <a:extLst>
                      <a:ext uri="{FF2B5EF4-FFF2-40B4-BE49-F238E27FC236}">
                        <a16:creationId xmlns:a16="http://schemas.microsoft.com/office/drawing/2014/main" id="{9F3CA83C-387F-4146-AE25-BEC0A5DCA106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29" name="Rechteck 3328">
                    <a:extLst>
                      <a:ext uri="{FF2B5EF4-FFF2-40B4-BE49-F238E27FC236}">
                        <a16:creationId xmlns:a16="http://schemas.microsoft.com/office/drawing/2014/main" id="{48E25485-686E-468C-B435-2D22C6D21D72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Ellipse 3329">
                    <a:extLst>
                      <a:ext uri="{FF2B5EF4-FFF2-40B4-BE49-F238E27FC236}">
                        <a16:creationId xmlns:a16="http://schemas.microsoft.com/office/drawing/2014/main" id="{38FFA3CB-AC3C-4221-B811-59AF163FF59B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1" name="Ellipse 3330">
                    <a:extLst>
                      <a:ext uri="{FF2B5EF4-FFF2-40B4-BE49-F238E27FC236}">
                        <a16:creationId xmlns:a16="http://schemas.microsoft.com/office/drawing/2014/main" id="{E350B6E4-5480-4A13-A38D-222B90EDA1AA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2" name="Ellipse 3331">
                    <a:extLst>
                      <a:ext uri="{FF2B5EF4-FFF2-40B4-BE49-F238E27FC236}">
                        <a16:creationId xmlns:a16="http://schemas.microsoft.com/office/drawing/2014/main" id="{C2394271-6E5A-497E-8EE9-E6005E4CF1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3" name="Ellipse 3332">
                    <a:extLst>
                      <a:ext uri="{FF2B5EF4-FFF2-40B4-BE49-F238E27FC236}">
                        <a16:creationId xmlns:a16="http://schemas.microsoft.com/office/drawing/2014/main" id="{B0CFE977-8D83-41FD-AA77-4074E928DC3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4" name="Ellipse 3333">
                    <a:extLst>
                      <a:ext uri="{FF2B5EF4-FFF2-40B4-BE49-F238E27FC236}">
                        <a16:creationId xmlns:a16="http://schemas.microsoft.com/office/drawing/2014/main" id="{92F9D236-89DE-4CC6-A23B-F424743E655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5" name="Ellipse 3334">
                    <a:extLst>
                      <a:ext uri="{FF2B5EF4-FFF2-40B4-BE49-F238E27FC236}">
                        <a16:creationId xmlns:a16="http://schemas.microsoft.com/office/drawing/2014/main" id="{082C809A-E4A7-4A41-8696-837179C936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6" name="Ellipse 3335">
                    <a:extLst>
                      <a:ext uri="{FF2B5EF4-FFF2-40B4-BE49-F238E27FC236}">
                        <a16:creationId xmlns:a16="http://schemas.microsoft.com/office/drawing/2014/main" id="{67D08EA9-F306-4ADC-B375-EC4DD6DFC53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>
                    <a:extLst>
                      <a:ext uri="{FF2B5EF4-FFF2-40B4-BE49-F238E27FC236}">
                        <a16:creationId xmlns:a16="http://schemas.microsoft.com/office/drawing/2014/main" id="{44017DDB-F33B-4A60-B119-EFB4CF1CC5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Rechteck 3337">
                    <a:extLst>
                      <a:ext uri="{FF2B5EF4-FFF2-40B4-BE49-F238E27FC236}">
                        <a16:creationId xmlns:a16="http://schemas.microsoft.com/office/drawing/2014/main" id="{72865213-26FF-4A51-86C0-6FC169E761F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Rechteck 3338">
                    <a:extLst>
                      <a:ext uri="{FF2B5EF4-FFF2-40B4-BE49-F238E27FC236}">
                        <a16:creationId xmlns:a16="http://schemas.microsoft.com/office/drawing/2014/main" id="{88F61E58-B759-47E1-9CFF-1328A5FA56F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0" name="Rechteck 3339">
                    <a:extLst>
                      <a:ext uri="{FF2B5EF4-FFF2-40B4-BE49-F238E27FC236}">
                        <a16:creationId xmlns:a16="http://schemas.microsoft.com/office/drawing/2014/main" id="{50822C06-29B7-42B0-881A-C3AC77A93EE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1" name="Rechteck 3340">
                    <a:extLst>
                      <a:ext uri="{FF2B5EF4-FFF2-40B4-BE49-F238E27FC236}">
                        <a16:creationId xmlns:a16="http://schemas.microsoft.com/office/drawing/2014/main" id="{4C03B397-CF9A-45FC-846E-17BE907549A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Rechteck 3341">
                    <a:extLst>
                      <a:ext uri="{FF2B5EF4-FFF2-40B4-BE49-F238E27FC236}">
                        <a16:creationId xmlns:a16="http://schemas.microsoft.com/office/drawing/2014/main" id="{D9DAFA52-8C3F-4919-8430-F2F4076B2D4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Rechteck 3342">
                    <a:extLst>
                      <a:ext uri="{FF2B5EF4-FFF2-40B4-BE49-F238E27FC236}">
                        <a16:creationId xmlns:a16="http://schemas.microsoft.com/office/drawing/2014/main" id="{B190B4C1-2D4A-4326-992B-149089DB714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4" name="Rechteck 3343">
                    <a:extLst>
                      <a:ext uri="{FF2B5EF4-FFF2-40B4-BE49-F238E27FC236}">
                        <a16:creationId xmlns:a16="http://schemas.microsoft.com/office/drawing/2014/main" id="{606CDEB0-1809-4A8D-8416-09F6ED56C3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5" name="Rechteck 3344">
                    <a:extLst>
                      <a:ext uri="{FF2B5EF4-FFF2-40B4-BE49-F238E27FC236}">
                        <a16:creationId xmlns:a16="http://schemas.microsoft.com/office/drawing/2014/main" id="{4ED1AE7F-217A-4709-A72E-F8526C5A9F8B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27" name="Textfeld 3326">
                  <a:extLst>
                    <a:ext uri="{FF2B5EF4-FFF2-40B4-BE49-F238E27FC236}">
                      <a16:creationId xmlns:a16="http://schemas.microsoft.com/office/drawing/2014/main" id="{CB302FFE-1A50-461F-A82E-67A29B04B320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04" name="Textfeld 3303">
                <a:extLst>
                  <a:ext uri="{FF2B5EF4-FFF2-40B4-BE49-F238E27FC236}">
                    <a16:creationId xmlns:a16="http://schemas.microsoft.com/office/drawing/2014/main" id="{C9817947-2FBE-41CC-AFDA-35124328659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051" name="Rechteck 3050">
              <a:extLst>
                <a:ext uri="{FF2B5EF4-FFF2-40B4-BE49-F238E27FC236}">
                  <a16:creationId xmlns:a16="http://schemas.microsoft.com/office/drawing/2014/main" id="{1875CB35-75C4-45AF-AF78-BC446B028D6F}"/>
                </a:ext>
              </a:extLst>
            </p:cNvPr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2" name="Rechteck 3051">
              <a:extLst>
                <a:ext uri="{FF2B5EF4-FFF2-40B4-BE49-F238E27FC236}">
                  <a16:creationId xmlns:a16="http://schemas.microsoft.com/office/drawing/2014/main" id="{E9DA7D1B-0075-4C5C-8427-DA43D0C22FCE}"/>
                </a:ext>
              </a:extLst>
            </p:cNvPr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3" name="Rechteck 3052">
              <a:extLst>
                <a:ext uri="{FF2B5EF4-FFF2-40B4-BE49-F238E27FC236}">
                  <a16:creationId xmlns:a16="http://schemas.microsoft.com/office/drawing/2014/main" id="{B4F626E2-B33B-4707-AECE-D1874D5C16A5}"/>
                </a:ext>
              </a:extLst>
            </p:cNvPr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4" name="Rechteck 3053">
              <a:extLst>
                <a:ext uri="{FF2B5EF4-FFF2-40B4-BE49-F238E27FC236}">
                  <a16:creationId xmlns:a16="http://schemas.microsoft.com/office/drawing/2014/main" id="{9132F9F5-C8E5-448E-B5C7-206214DBDF9E}"/>
                </a:ext>
              </a:extLst>
            </p:cNvPr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055" name="Rechteck 3054">
              <a:extLst>
                <a:ext uri="{FF2B5EF4-FFF2-40B4-BE49-F238E27FC236}">
                  <a16:creationId xmlns:a16="http://schemas.microsoft.com/office/drawing/2014/main" id="{236D065F-31CF-4E80-987B-5663BACF5467}"/>
                </a:ext>
              </a:extLst>
            </p:cNvPr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056" name="Gruppieren 3055">
              <a:extLst>
                <a:ext uri="{FF2B5EF4-FFF2-40B4-BE49-F238E27FC236}">
                  <a16:creationId xmlns:a16="http://schemas.microsoft.com/office/drawing/2014/main" id="{CC4DBFD9-6B7A-4DEF-979B-E503C22E45BC}"/>
                </a:ext>
              </a:extLst>
            </p:cNvPr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73" name="Gruppieren 3272">
                <a:extLst>
                  <a:ext uri="{FF2B5EF4-FFF2-40B4-BE49-F238E27FC236}">
                    <a16:creationId xmlns:a16="http://schemas.microsoft.com/office/drawing/2014/main" id="{EC74E7A6-CA54-4554-B2AC-D432192F1D5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75" name="Gruppieren 3274">
                  <a:extLst>
                    <a:ext uri="{FF2B5EF4-FFF2-40B4-BE49-F238E27FC236}">
                      <a16:creationId xmlns:a16="http://schemas.microsoft.com/office/drawing/2014/main" id="{3C4A66D9-C642-415A-8CBF-F1F1551D255B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77" name="Rechteck 3276">
                    <a:extLst>
                      <a:ext uri="{FF2B5EF4-FFF2-40B4-BE49-F238E27FC236}">
                        <a16:creationId xmlns:a16="http://schemas.microsoft.com/office/drawing/2014/main" id="{8CE28567-8D0D-47C4-A0A0-929FE36EE07A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78" name="Rechteck 3277">
                    <a:extLst>
                      <a:ext uri="{FF2B5EF4-FFF2-40B4-BE49-F238E27FC236}">
                        <a16:creationId xmlns:a16="http://schemas.microsoft.com/office/drawing/2014/main" id="{D00F9663-913B-42B4-89B9-4413CB5E2FDB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9" name="Ellipse 3278">
                    <a:extLst>
                      <a:ext uri="{FF2B5EF4-FFF2-40B4-BE49-F238E27FC236}">
                        <a16:creationId xmlns:a16="http://schemas.microsoft.com/office/drawing/2014/main" id="{E4CA7488-5BD2-4CD8-9AA6-E531FC3BB51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0" name="Ellipse 3279">
                    <a:extLst>
                      <a:ext uri="{FF2B5EF4-FFF2-40B4-BE49-F238E27FC236}">
                        <a16:creationId xmlns:a16="http://schemas.microsoft.com/office/drawing/2014/main" id="{A41471DE-44BD-4FF1-A25C-7433BAD7F23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1" name="Textfeld 3280">
                    <a:extLst>
                      <a:ext uri="{FF2B5EF4-FFF2-40B4-BE49-F238E27FC236}">
                        <a16:creationId xmlns:a16="http://schemas.microsoft.com/office/drawing/2014/main" id="{5C6F5C50-BE15-4464-B738-8731964CF71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82" name="Textfeld 3281">
                    <a:extLst>
                      <a:ext uri="{FF2B5EF4-FFF2-40B4-BE49-F238E27FC236}">
                        <a16:creationId xmlns:a16="http://schemas.microsoft.com/office/drawing/2014/main" id="{603B32ED-F2C2-4657-B003-3C037AA3E07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83" name="Ellipse 3282">
                    <a:extLst>
                      <a:ext uri="{FF2B5EF4-FFF2-40B4-BE49-F238E27FC236}">
                        <a16:creationId xmlns:a16="http://schemas.microsoft.com/office/drawing/2014/main" id="{53938D90-24C5-46AA-9C29-7332CBF11599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4" name="Ellipse 3283">
                    <a:extLst>
                      <a:ext uri="{FF2B5EF4-FFF2-40B4-BE49-F238E27FC236}">
                        <a16:creationId xmlns:a16="http://schemas.microsoft.com/office/drawing/2014/main" id="{723A8DDE-84EA-48F9-841F-07394CEFB4CC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Textfeld 3284">
                    <a:extLst>
                      <a:ext uri="{FF2B5EF4-FFF2-40B4-BE49-F238E27FC236}">
                        <a16:creationId xmlns:a16="http://schemas.microsoft.com/office/drawing/2014/main" id="{EE66F13E-04DC-4C82-9FAB-8CBA3FDAF59E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86" name="Textfeld 3285">
                    <a:extLst>
                      <a:ext uri="{FF2B5EF4-FFF2-40B4-BE49-F238E27FC236}">
                        <a16:creationId xmlns:a16="http://schemas.microsoft.com/office/drawing/2014/main" id="{144D30BD-0B4C-4B1E-8E74-B05ACB4102C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87" name="Ellipse 3286">
                    <a:extLst>
                      <a:ext uri="{FF2B5EF4-FFF2-40B4-BE49-F238E27FC236}">
                        <a16:creationId xmlns:a16="http://schemas.microsoft.com/office/drawing/2014/main" id="{AA25EFAE-FB51-4BEE-A6EE-EF55895F70FE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>
                    <a:extLst>
                      <a:ext uri="{FF2B5EF4-FFF2-40B4-BE49-F238E27FC236}">
                        <a16:creationId xmlns:a16="http://schemas.microsoft.com/office/drawing/2014/main" id="{B3E03968-3EA1-413E-AFE2-236A3A05102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9" name="Textfeld 3288">
                    <a:extLst>
                      <a:ext uri="{FF2B5EF4-FFF2-40B4-BE49-F238E27FC236}">
                        <a16:creationId xmlns:a16="http://schemas.microsoft.com/office/drawing/2014/main" id="{3A9B5796-31C6-470B-B72A-CCBDD345596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290" name="Textfeld 3289">
                    <a:extLst>
                      <a:ext uri="{FF2B5EF4-FFF2-40B4-BE49-F238E27FC236}">
                        <a16:creationId xmlns:a16="http://schemas.microsoft.com/office/drawing/2014/main" id="{CCFBB32F-76EF-4E2C-935F-189FCA1D179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291" name="Ellipse 3290">
                    <a:extLst>
                      <a:ext uri="{FF2B5EF4-FFF2-40B4-BE49-F238E27FC236}">
                        <a16:creationId xmlns:a16="http://schemas.microsoft.com/office/drawing/2014/main" id="{6F229557-C267-4BA9-AFA2-26A5A628FA9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>
                    <a:extLst>
                      <a:ext uri="{FF2B5EF4-FFF2-40B4-BE49-F238E27FC236}">
                        <a16:creationId xmlns:a16="http://schemas.microsoft.com/office/drawing/2014/main" id="{E68CFD87-9DE3-49AB-977D-07E37088CE70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Textfeld 3292">
                    <a:extLst>
                      <a:ext uri="{FF2B5EF4-FFF2-40B4-BE49-F238E27FC236}">
                        <a16:creationId xmlns:a16="http://schemas.microsoft.com/office/drawing/2014/main" id="{C72BBBCE-74EA-45D9-B326-DE688061180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94" name="Textfeld 3293">
                    <a:extLst>
                      <a:ext uri="{FF2B5EF4-FFF2-40B4-BE49-F238E27FC236}">
                        <a16:creationId xmlns:a16="http://schemas.microsoft.com/office/drawing/2014/main" id="{4D7F1110-F581-4990-AE2E-4C147337693D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95" name="Rechteck 3294">
                    <a:extLst>
                      <a:ext uri="{FF2B5EF4-FFF2-40B4-BE49-F238E27FC236}">
                        <a16:creationId xmlns:a16="http://schemas.microsoft.com/office/drawing/2014/main" id="{AA27E4E3-2281-445E-B63E-C0556DB0A337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>
                    <a:extLst>
                      <a:ext uri="{FF2B5EF4-FFF2-40B4-BE49-F238E27FC236}">
                        <a16:creationId xmlns:a16="http://schemas.microsoft.com/office/drawing/2014/main" id="{638041DC-8304-4E24-8BD9-BF49C08D64B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>
                    <a:extLst>
                      <a:ext uri="{FF2B5EF4-FFF2-40B4-BE49-F238E27FC236}">
                        <a16:creationId xmlns:a16="http://schemas.microsoft.com/office/drawing/2014/main" id="{50A1E6BF-2C73-4B34-902D-3C631829D4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>
                    <a:extLst>
                      <a:ext uri="{FF2B5EF4-FFF2-40B4-BE49-F238E27FC236}">
                        <a16:creationId xmlns:a16="http://schemas.microsoft.com/office/drawing/2014/main" id="{88900A92-C745-426E-97CA-0262BFC5FB7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>
                    <a:extLst>
                      <a:ext uri="{FF2B5EF4-FFF2-40B4-BE49-F238E27FC236}">
                        <a16:creationId xmlns:a16="http://schemas.microsoft.com/office/drawing/2014/main" id="{BA9E84AA-9B1C-43AA-BA37-016E945AC8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>
                    <a:extLst>
                      <a:ext uri="{FF2B5EF4-FFF2-40B4-BE49-F238E27FC236}">
                        <a16:creationId xmlns:a16="http://schemas.microsoft.com/office/drawing/2014/main" id="{F2D240B5-FD6A-4523-B8CB-C85A952746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1" name="Rechteck 3300">
                    <a:extLst>
                      <a:ext uri="{FF2B5EF4-FFF2-40B4-BE49-F238E27FC236}">
                        <a16:creationId xmlns:a16="http://schemas.microsoft.com/office/drawing/2014/main" id="{B9E6BE2E-CDA8-46CD-9FC3-2FE804E58D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2" name="Rechteck 3301">
                    <a:extLst>
                      <a:ext uri="{FF2B5EF4-FFF2-40B4-BE49-F238E27FC236}">
                        <a16:creationId xmlns:a16="http://schemas.microsoft.com/office/drawing/2014/main" id="{CC4B3792-A162-4FB6-B7AD-BDF7A2CC037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76" name="Textfeld 3275">
                  <a:extLst>
                    <a:ext uri="{FF2B5EF4-FFF2-40B4-BE49-F238E27FC236}">
                      <a16:creationId xmlns:a16="http://schemas.microsoft.com/office/drawing/2014/main" id="{4D681FF7-DC39-428D-A41B-38C9361632E8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74" name="Textfeld 3273">
                <a:extLst>
                  <a:ext uri="{FF2B5EF4-FFF2-40B4-BE49-F238E27FC236}">
                    <a16:creationId xmlns:a16="http://schemas.microsoft.com/office/drawing/2014/main" id="{6DBE86E6-CDB7-4009-8123-758481AFC39F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057" name="Gruppieren 3056">
              <a:extLst>
                <a:ext uri="{FF2B5EF4-FFF2-40B4-BE49-F238E27FC236}">
                  <a16:creationId xmlns:a16="http://schemas.microsoft.com/office/drawing/2014/main" id="{72FED7AA-4077-4468-A6DE-4AAA206399E1}"/>
                </a:ext>
              </a:extLst>
            </p:cNvPr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43" name="Gruppieren 3242">
                <a:extLst>
                  <a:ext uri="{FF2B5EF4-FFF2-40B4-BE49-F238E27FC236}">
                    <a16:creationId xmlns:a16="http://schemas.microsoft.com/office/drawing/2014/main" id="{9B1B9EF7-DAD0-4612-AB7A-6F0F4E636EA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45" name="Gruppieren 3244">
                  <a:extLst>
                    <a:ext uri="{FF2B5EF4-FFF2-40B4-BE49-F238E27FC236}">
                      <a16:creationId xmlns:a16="http://schemas.microsoft.com/office/drawing/2014/main" id="{E983C0F0-9165-4B08-9DA5-EA707EBC269C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47" name="Rechteck 3246">
                    <a:extLst>
                      <a:ext uri="{FF2B5EF4-FFF2-40B4-BE49-F238E27FC236}">
                        <a16:creationId xmlns:a16="http://schemas.microsoft.com/office/drawing/2014/main" id="{5A46EF99-4E4A-471C-8226-9E379045105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>
                    <a:extLst>
                      <a:ext uri="{FF2B5EF4-FFF2-40B4-BE49-F238E27FC236}">
                        <a16:creationId xmlns:a16="http://schemas.microsoft.com/office/drawing/2014/main" id="{BF174CCA-006F-4B1A-BB95-F0203641B29E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>
                    <a:extLst>
                      <a:ext uri="{FF2B5EF4-FFF2-40B4-BE49-F238E27FC236}">
                        <a16:creationId xmlns:a16="http://schemas.microsoft.com/office/drawing/2014/main" id="{8AD91538-129C-4E17-A14D-92EA8166D9D5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0" name="Ellipse 3249">
                    <a:extLst>
                      <a:ext uri="{FF2B5EF4-FFF2-40B4-BE49-F238E27FC236}">
                        <a16:creationId xmlns:a16="http://schemas.microsoft.com/office/drawing/2014/main" id="{3D9B98C0-ABFE-4723-B793-A91E63189A8F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Textfeld 3250">
                    <a:extLst>
                      <a:ext uri="{FF2B5EF4-FFF2-40B4-BE49-F238E27FC236}">
                        <a16:creationId xmlns:a16="http://schemas.microsoft.com/office/drawing/2014/main" id="{71A6D4F5-D885-4579-8A1D-D45D2DE6FC2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52" name="Textfeld 3251">
                    <a:extLst>
                      <a:ext uri="{FF2B5EF4-FFF2-40B4-BE49-F238E27FC236}">
                        <a16:creationId xmlns:a16="http://schemas.microsoft.com/office/drawing/2014/main" id="{78E8B9CC-311F-428E-8EBC-0F44F81FC03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53" name="Ellipse 3252">
                    <a:extLst>
                      <a:ext uri="{FF2B5EF4-FFF2-40B4-BE49-F238E27FC236}">
                        <a16:creationId xmlns:a16="http://schemas.microsoft.com/office/drawing/2014/main" id="{4F367E26-2E31-4886-B7F3-294FA6B675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>
                    <a:extLst>
                      <a:ext uri="{FF2B5EF4-FFF2-40B4-BE49-F238E27FC236}">
                        <a16:creationId xmlns:a16="http://schemas.microsoft.com/office/drawing/2014/main" id="{A6C2CE90-866B-4F86-970C-13129093B961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Textfeld 3254">
                    <a:extLst>
                      <a:ext uri="{FF2B5EF4-FFF2-40B4-BE49-F238E27FC236}">
                        <a16:creationId xmlns:a16="http://schemas.microsoft.com/office/drawing/2014/main" id="{1615C5F9-BC82-403C-80B1-CF3FA21F5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6" name="Textfeld 3255">
                    <a:extLst>
                      <a:ext uri="{FF2B5EF4-FFF2-40B4-BE49-F238E27FC236}">
                        <a16:creationId xmlns:a16="http://schemas.microsoft.com/office/drawing/2014/main" id="{B0193E3D-1152-4F42-AEFF-C7CF9A5A299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57" name="Ellipse 3256">
                    <a:extLst>
                      <a:ext uri="{FF2B5EF4-FFF2-40B4-BE49-F238E27FC236}">
                        <a16:creationId xmlns:a16="http://schemas.microsoft.com/office/drawing/2014/main" id="{0DE94B1B-79BE-41F9-921F-C621B3B61589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Ellipse 3257">
                    <a:extLst>
                      <a:ext uri="{FF2B5EF4-FFF2-40B4-BE49-F238E27FC236}">
                        <a16:creationId xmlns:a16="http://schemas.microsoft.com/office/drawing/2014/main" id="{4BBFC470-77BC-4E95-8F57-F711FE5CA747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Textfeld 3258">
                    <a:extLst>
                      <a:ext uri="{FF2B5EF4-FFF2-40B4-BE49-F238E27FC236}">
                        <a16:creationId xmlns:a16="http://schemas.microsoft.com/office/drawing/2014/main" id="{006A7629-4CB7-4362-9B6D-E94653271D5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0" name="Textfeld 3259">
                    <a:extLst>
                      <a:ext uri="{FF2B5EF4-FFF2-40B4-BE49-F238E27FC236}">
                        <a16:creationId xmlns:a16="http://schemas.microsoft.com/office/drawing/2014/main" id="{5131DFDD-B81D-4E57-BA5E-8EF84FE70AB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61" name="Ellipse 3260">
                    <a:extLst>
                      <a:ext uri="{FF2B5EF4-FFF2-40B4-BE49-F238E27FC236}">
                        <a16:creationId xmlns:a16="http://schemas.microsoft.com/office/drawing/2014/main" id="{A7FF8834-99F7-4EA4-8F88-D1A35EEC78F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62" name="Ellipse 3261">
                    <a:extLst>
                      <a:ext uri="{FF2B5EF4-FFF2-40B4-BE49-F238E27FC236}">
                        <a16:creationId xmlns:a16="http://schemas.microsoft.com/office/drawing/2014/main" id="{7A6E0625-4324-4970-80CE-A8B853594554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Textfeld 3262">
                    <a:extLst>
                      <a:ext uri="{FF2B5EF4-FFF2-40B4-BE49-F238E27FC236}">
                        <a16:creationId xmlns:a16="http://schemas.microsoft.com/office/drawing/2014/main" id="{0598CACE-FD4E-442C-97ED-BEA0FDB50C5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64" name="Textfeld 3263">
                    <a:extLst>
                      <a:ext uri="{FF2B5EF4-FFF2-40B4-BE49-F238E27FC236}">
                        <a16:creationId xmlns:a16="http://schemas.microsoft.com/office/drawing/2014/main" id="{D23C1959-E512-4641-9F1C-19CA4AE7344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65" name="Rechteck 3264">
                    <a:extLst>
                      <a:ext uri="{FF2B5EF4-FFF2-40B4-BE49-F238E27FC236}">
                        <a16:creationId xmlns:a16="http://schemas.microsoft.com/office/drawing/2014/main" id="{9375A3B2-757C-434A-8CED-103B9EAFA42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6" name="Rechteck 3265">
                    <a:extLst>
                      <a:ext uri="{FF2B5EF4-FFF2-40B4-BE49-F238E27FC236}">
                        <a16:creationId xmlns:a16="http://schemas.microsoft.com/office/drawing/2014/main" id="{52C715C4-6119-4866-8DE6-D0C980A3789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7" name="Rechteck 3266">
                    <a:extLst>
                      <a:ext uri="{FF2B5EF4-FFF2-40B4-BE49-F238E27FC236}">
                        <a16:creationId xmlns:a16="http://schemas.microsoft.com/office/drawing/2014/main" id="{EDF464E4-22A6-4B41-A651-08A8A7AC1B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8" name="Rechteck 3267">
                    <a:extLst>
                      <a:ext uri="{FF2B5EF4-FFF2-40B4-BE49-F238E27FC236}">
                        <a16:creationId xmlns:a16="http://schemas.microsoft.com/office/drawing/2014/main" id="{8B8F5D5F-4C35-4A40-BE7C-7B7F1189E02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9" name="Rechteck 3268">
                    <a:extLst>
                      <a:ext uri="{FF2B5EF4-FFF2-40B4-BE49-F238E27FC236}">
                        <a16:creationId xmlns:a16="http://schemas.microsoft.com/office/drawing/2014/main" id="{9E640F2F-13BB-4949-9C94-42295CA81E0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0" name="Rechteck 3269">
                    <a:extLst>
                      <a:ext uri="{FF2B5EF4-FFF2-40B4-BE49-F238E27FC236}">
                        <a16:creationId xmlns:a16="http://schemas.microsoft.com/office/drawing/2014/main" id="{D78DE554-5C7E-4E29-A2B4-66E628C6755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1" name="Rechteck 3270">
                    <a:extLst>
                      <a:ext uri="{FF2B5EF4-FFF2-40B4-BE49-F238E27FC236}">
                        <a16:creationId xmlns:a16="http://schemas.microsoft.com/office/drawing/2014/main" id="{639E0857-F1AB-44A9-89EE-6F4048A865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2" name="Rechteck 3271">
                    <a:extLst>
                      <a:ext uri="{FF2B5EF4-FFF2-40B4-BE49-F238E27FC236}">
                        <a16:creationId xmlns:a16="http://schemas.microsoft.com/office/drawing/2014/main" id="{DEB848A6-D670-4429-9AD4-4EB717E92499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>
                  <a:extLst>
                    <a:ext uri="{FF2B5EF4-FFF2-40B4-BE49-F238E27FC236}">
                      <a16:creationId xmlns:a16="http://schemas.microsoft.com/office/drawing/2014/main" id="{28D4ADFF-F225-4ACB-AEB4-99C6A0AA544F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244" name="Textfeld 3243">
                <a:extLst>
                  <a:ext uri="{FF2B5EF4-FFF2-40B4-BE49-F238E27FC236}">
                    <a16:creationId xmlns:a16="http://schemas.microsoft.com/office/drawing/2014/main" id="{5C0C1F9B-6E3A-4A7E-88EE-F61DC6A03CC7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058" name="Gruppieren 3057">
              <a:extLst>
                <a:ext uri="{FF2B5EF4-FFF2-40B4-BE49-F238E27FC236}">
                  <a16:creationId xmlns:a16="http://schemas.microsoft.com/office/drawing/2014/main" id="{D8539BCD-4AD2-4DFB-AB0D-CC04F7C38AF6}"/>
                </a:ext>
              </a:extLst>
            </p:cNvPr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>
                <a:extLst>
                  <a:ext uri="{FF2B5EF4-FFF2-40B4-BE49-F238E27FC236}">
                    <a16:creationId xmlns:a16="http://schemas.microsoft.com/office/drawing/2014/main" id="{0F44F48B-9B37-49CB-B259-9B21DDD91B99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>
                  <a:extLst>
                    <a:ext uri="{FF2B5EF4-FFF2-40B4-BE49-F238E27FC236}">
                      <a16:creationId xmlns:a16="http://schemas.microsoft.com/office/drawing/2014/main" id="{7A06448A-D3D5-41D2-9243-A99E4109AC49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>
                    <a:extLst>
                      <a:ext uri="{FF2B5EF4-FFF2-40B4-BE49-F238E27FC236}">
                        <a16:creationId xmlns:a16="http://schemas.microsoft.com/office/drawing/2014/main" id="{B2B23702-08A5-46DA-B22C-FB328F32123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>
                    <a:extLst>
                      <a:ext uri="{FF2B5EF4-FFF2-40B4-BE49-F238E27FC236}">
                        <a16:creationId xmlns:a16="http://schemas.microsoft.com/office/drawing/2014/main" id="{CD10D36B-8C0A-4EE4-A176-B8C61820D4ED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>
                    <a:extLst>
                      <a:ext uri="{FF2B5EF4-FFF2-40B4-BE49-F238E27FC236}">
                        <a16:creationId xmlns:a16="http://schemas.microsoft.com/office/drawing/2014/main" id="{554DC42B-0319-4D2F-ABCA-4C2157171737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0" name="Ellipse 3219">
                    <a:extLst>
                      <a:ext uri="{FF2B5EF4-FFF2-40B4-BE49-F238E27FC236}">
                        <a16:creationId xmlns:a16="http://schemas.microsoft.com/office/drawing/2014/main" id="{96B7AF24-1A92-4BDC-8117-06E0C911E0BC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>
                    <a:extLst>
                      <a:ext uri="{FF2B5EF4-FFF2-40B4-BE49-F238E27FC236}">
                        <a16:creationId xmlns:a16="http://schemas.microsoft.com/office/drawing/2014/main" id="{E8BB8A97-7156-47C6-8E41-D1BE921C95E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>
                    <a:extLst>
                      <a:ext uri="{FF2B5EF4-FFF2-40B4-BE49-F238E27FC236}">
                        <a16:creationId xmlns:a16="http://schemas.microsoft.com/office/drawing/2014/main" id="{4A743EB4-A788-4E42-BE1F-063058AADAE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>
                    <a:extLst>
                      <a:ext uri="{FF2B5EF4-FFF2-40B4-BE49-F238E27FC236}">
                        <a16:creationId xmlns:a16="http://schemas.microsoft.com/office/drawing/2014/main" id="{2658ECC3-6228-40D5-819C-983FBAB2D623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>
                    <a:extLst>
                      <a:ext uri="{FF2B5EF4-FFF2-40B4-BE49-F238E27FC236}">
                        <a16:creationId xmlns:a16="http://schemas.microsoft.com/office/drawing/2014/main" id="{3C69CD4F-51B9-42CF-948C-D51A358FA613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>
                    <a:extLst>
                      <a:ext uri="{FF2B5EF4-FFF2-40B4-BE49-F238E27FC236}">
                        <a16:creationId xmlns:a16="http://schemas.microsoft.com/office/drawing/2014/main" id="{2DBB3527-0547-45B4-86BB-BA30D45C00E8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226" name="Textfeld 3225">
                    <a:extLst>
                      <a:ext uri="{FF2B5EF4-FFF2-40B4-BE49-F238E27FC236}">
                        <a16:creationId xmlns:a16="http://schemas.microsoft.com/office/drawing/2014/main" id="{10FE7342-D675-45D1-886E-1A22113B124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>
                    <a:extLst>
                      <a:ext uri="{FF2B5EF4-FFF2-40B4-BE49-F238E27FC236}">
                        <a16:creationId xmlns:a16="http://schemas.microsoft.com/office/drawing/2014/main" id="{7996D96A-E960-4150-BA82-42DFB17E5EA5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>
                    <a:extLst>
                      <a:ext uri="{FF2B5EF4-FFF2-40B4-BE49-F238E27FC236}">
                        <a16:creationId xmlns:a16="http://schemas.microsoft.com/office/drawing/2014/main" id="{468F571A-1A16-4D00-B1C1-B8ECE4277B54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>
                    <a:extLst>
                      <a:ext uri="{FF2B5EF4-FFF2-40B4-BE49-F238E27FC236}">
                        <a16:creationId xmlns:a16="http://schemas.microsoft.com/office/drawing/2014/main" id="{B09037CE-0687-48B1-BED1-FB6524C48426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0" name="Textfeld 3229">
                    <a:extLst>
                      <a:ext uri="{FF2B5EF4-FFF2-40B4-BE49-F238E27FC236}">
                        <a16:creationId xmlns:a16="http://schemas.microsoft.com/office/drawing/2014/main" id="{957E44B9-E5C4-4327-90E2-C9B053B526EA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231" name="Ellipse 3230">
                    <a:extLst>
                      <a:ext uri="{FF2B5EF4-FFF2-40B4-BE49-F238E27FC236}">
                        <a16:creationId xmlns:a16="http://schemas.microsoft.com/office/drawing/2014/main" id="{1DF50553-5993-43A1-9669-381E4ED0F7C8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>
                    <a:extLst>
                      <a:ext uri="{FF2B5EF4-FFF2-40B4-BE49-F238E27FC236}">
                        <a16:creationId xmlns:a16="http://schemas.microsoft.com/office/drawing/2014/main" id="{1364A6F2-904A-42BC-B811-AC4642B3E068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>
                    <a:extLst>
                      <a:ext uri="{FF2B5EF4-FFF2-40B4-BE49-F238E27FC236}">
                        <a16:creationId xmlns:a16="http://schemas.microsoft.com/office/drawing/2014/main" id="{454A7545-B741-435B-AB91-2C6AA8316E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4" name="Textfeld 3233">
                    <a:extLst>
                      <a:ext uri="{FF2B5EF4-FFF2-40B4-BE49-F238E27FC236}">
                        <a16:creationId xmlns:a16="http://schemas.microsoft.com/office/drawing/2014/main" id="{7D42A00B-FD05-4246-9EE0-C151808F03DB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235" name="Rechteck 3234">
                    <a:extLst>
                      <a:ext uri="{FF2B5EF4-FFF2-40B4-BE49-F238E27FC236}">
                        <a16:creationId xmlns:a16="http://schemas.microsoft.com/office/drawing/2014/main" id="{7031385F-7675-45CF-B4E0-29D8D25483D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>
                    <a:extLst>
                      <a:ext uri="{FF2B5EF4-FFF2-40B4-BE49-F238E27FC236}">
                        <a16:creationId xmlns:a16="http://schemas.microsoft.com/office/drawing/2014/main" id="{8FF60128-0ACC-4D4F-8D3E-28749F9231A8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>
                    <a:extLst>
                      <a:ext uri="{FF2B5EF4-FFF2-40B4-BE49-F238E27FC236}">
                        <a16:creationId xmlns:a16="http://schemas.microsoft.com/office/drawing/2014/main" id="{B08435D0-F6E9-4E12-B7B1-6B20143F8D90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>
                    <a:extLst>
                      <a:ext uri="{FF2B5EF4-FFF2-40B4-BE49-F238E27FC236}">
                        <a16:creationId xmlns:a16="http://schemas.microsoft.com/office/drawing/2014/main" id="{CCB79788-0901-4001-BBAC-A9CC3B7DD2A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>
                    <a:extLst>
                      <a:ext uri="{FF2B5EF4-FFF2-40B4-BE49-F238E27FC236}">
                        <a16:creationId xmlns:a16="http://schemas.microsoft.com/office/drawing/2014/main" id="{0C9C15C5-DBD0-4F77-B975-D070DEE01D2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>
                    <a:extLst>
                      <a:ext uri="{FF2B5EF4-FFF2-40B4-BE49-F238E27FC236}">
                        <a16:creationId xmlns:a16="http://schemas.microsoft.com/office/drawing/2014/main" id="{405519E7-63DE-4DCA-9021-32392B20FBB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>
                    <a:extLst>
                      <a:ext uri="{FF2B5EF4-FFF2-40B4-BE49-F238E27FC236}">
                        <a16:creationId xmlns:a16="http://schemas.microsoft.com/office/drawing/2014/main" id="{0BF62C32-399C-4235-A5A8-2BB3C96F847C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>
                    <a:extLst>
                      <a:ext uri="{FF2B5EF4-FFF2-40B4-BE49-F238E27FC236}">
                        <a16:creationId xmlns:a16="http://schemas.microsoft.com/office/drawing/2014/main" id="{4497A34D-2F26-4FC8-B38A-988360DB93E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>
                  <a:extLst>
                    <a:ext uri="{FF2B5EF4-FFF2-40B4-BE49-F238E27FC236}">
                      <a16:creationId xmlns:a16="http://schemas.microsoft.com/office/drawing/2014/main" id="{A89905B1-FD38-4384-A003-7036AC2C2B34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214" name="Textfeld 3213">
                <a:extLst>
                  <a:ext uri="{FF2B5EF4-FFF2-40B4-BE49-F238E27FC236}">
                    <a16:creationId xmlns:a16="http://schemas.microsoft.com/office/drawing/2014/main" id="{AA0AED33-A7BC-4854-BF49-6D7FA02563E5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059" name="Gruppieren 3058">
              <a:extLst>
                <a:ext uri="{FF2B5EF4-FFF2-40B4-BE49-F238E27FC236}">
                  <a16:creationId xmlns:a16="http://schemas.microsoft.com/office/drawing/2014/main" id="{6371BC6F-F684-47E3-AD81-C2070F283459}"/>
                </a:ext>
              </a:extLst>
            </p:cNvPr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>
                <a:extLst>
                  <a:ext uri="{FF2B5EF4-FFF2-40B4-BE49-F238E27FC236}">
                    <a16:creationId xmlns:a16="http://schemas.microsoft.com/office/drawing/2014/main" id="{631DA608-28DC-47C6-AF60-24C216C85CC2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>
                  <a:extLst>
                    <a:ext uri="{FF2B5EF4-FFF2-40B4-BE49-F238E27FC236}">
                      <a16:creationId xmlns:a16="http://schemas.microsoft.com/office/drawing/2014/main" id="{E9A85BAC-5D23-4607-B5AA-2F5F39EDA3ED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>
                    <a:extLst>
                      <a:ext uri="{FF2B5EF4-FFF2-40B4-BE49-F238E27FC236}">
                        <a16:creationId xmlns:a16="http://schemas.microsoft.com/office/drawing/2014/main" id="{08F6B4E5-2E5B-4B28-A988-D7F7E07FD2FC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>
                    <a:extLst>
                      <a:ext uri="{FF2B5EF4-FFF2-40B4-BE49-F238E27FC236}">
                        <a16:creationId xmlns:a16="http://schemas.microsoft.com/office/drawing/2014/main" id="{D06778AC-65C2-4EB4-BC87-72BE747058C0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>
                    <a:extLst>
                      <a:ext uri="{FF2B5EF4-FFF2-40B4-BE49-F238E27FC236}">
                        <a16:creationId xmlns:a16="http://schemas.microsoft.com/office/drawing/2014/main" id="{25AF748B-7D80-44C3-8B43-67C0973604AA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>
                    <a:extLst>
                      <a:ext uri="{FF2B5EF4-FFF2-40B4-BE49-F238E27FC236}">
                        <a16:creationId xmlns:a16="http://schemas.microsoft.com/office/drawing/2014/main" id="{81556D2B-5757-4402-8B10-8FE060224EB8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>
                    <a:extLst>
                      <a:ext uri="{FF2B5EF4-FFF2-40B4-BE49-F238E27FC236}">
                        <a16:creationId xmlns:a16="http://schemas.microsoft.com/office/drawing/2014/main" id="{EB87C3DE-ECAB-449B-951B-B67B1118FC9C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>
                    <a:extLst>
                      <a:ext uri="{FF2B5EF4-FFF2-40B4-BE49-F238E27FC236}">
                        <a16:creationId xmlns:a16="http://schemas.microsoft.com/office/drawing/2014/main" id="{4DDA9DB4-6C7B-44FB-A9F8-B81DD11CCE1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>
                    <a:extLst>
                      <a:ext uri="{FF2B5EF4-FFF2-40B4-BE49-F238E27FC236}">
                        <a16:creationId xmlns:a16="http://schemas.microsoft.com/office/drawing/2014/main" id="{DF268A1B-9D34-4B0D-97F2-BB066F13BC3C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>
                    <a:extLst>
                      <a:ext uri="{FF2B5EF4-FFF2-40B4-BE49-F238E27FC236}">
                        <a16:creationId xmlns:a16="http://schemas.microsoft.com/office/drawing/2014/main" id="{9A3AAA11-8F15-4D7E-B9CD-18E8E6B2F8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>
                    <a:extLst>
                      <a:ext uri="{FF2B5EF4-FFF2-40B4-BE49-F238E27FC236}">
                        <a16:creationId xmlns:a16="http://schemas.microsoft.com/office/drawing/2014/main" id="{737546D4-C3B3-46F0-8C62-5987D2B00C6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>
                    <a:extLst>
                      <a:ext uri="{FF2B5EF4-FFF2-40B4-BE49-F238E27FC236}">
                        <a16:creationId xmlns:a16="http://schemas.microsoft.com/office/drawing/2014/main" id="{D4A70E1A-34E0-4305-AF49-0FA873055907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>
                    <a:extLst>
                      <a:ext uri="{FF2B5EF4-FFF2-40B4-BE49-F238E27FC236}">
                        <a16:creationId xmlns:a16="http://schemas.microsoft.com/office/drawing/2014/main" id="{1B6A1471-93ED-4DE4-9B86-ED2C9CF2925D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>
                    <a:extLst>
                      <a:ext uri="{FF2B5EF4-FFF2-40B4-BE49-F238E27FC236}">
                        <a16:creationId xmlns:a16="http://schemas.microsoft.com/office/drawing/2014/main" id="{87450831-0BED-4232-9AA7-5D363F61235F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>
                    <a:extLst>
                      <a:ext uri="{FF2B5EF4-FFF2-40B4-BE49-F238E27FC236}">
                        <a16:creationId xmlns:a16="http://schemas.microsoft.com/office/drawing/2014/main" id="{3995B182-ED2B-4DB5-B924-AF094801925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>
                    <a:extLst>
                      <a:ext uri="{FF2B5EF4-FFF2-40B4-BE49-F238E27FC236}">
                        <a16:creationId xmlns:a16="http://schemas.microsoft.com/office/drawing/2014/main" id="{CE9204E3-F598-4646-B0D3-6AD85B568E0C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>
                    <a:extLst>
                      <a:ext uri="{FF2B5EF4-FFF2-40B4-BE49-F238E27FC236}">
                        <a16:creationId xmlns:a16="http://schemas.microsoft.com/office/drawing/2014/main" id="{BDFD5EB4-641F-4EAB-BAFB-5024FFDF6B60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2" name="Ellipse 3201">
                    <a:extLst>
                      <a:ext uri="{FF2B5EF4-FFF2-40B4-BE49-F238E27FC236}">
                        <a16:creationId xmlns:a16="http://schemas.microsoft.com/office/drawing/2014/main" id="{B3FBD0B9-9CFE-451B-81A2-09F95BA5D55E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>
                    <a:extLst>
                      <a:ext uri="{FF2B5EF4-FFF2-40B4-BE49-F238E27FC236}">
                        <a16:creationId xmlns:a16="http://schemas.microsoft.com/office/drawing/2014/main" id="{784FF756-CB9A-4B11-98E4-12D386BE3FB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>
                    <a:extLst>
                      <a:ext uri="{FF2B5EF4-FFF2-40B4-BE49-F238E27FC236}">
                        <a16:creationId xmlns:a16="http://schemas.microsoft.com/office/drawing/2014/main" id="{8472E536-C41A-49ED-8C86-B319A8E5DA25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>
                    <a:extLst>
                      <a:ext uri="{FF2B5EF4-FFF2-40B4-BE49-F238E27FC236}">
                        <a16:creationId xmlns:a16="http://schemas.microsoft.com/office/drawing/2014/main" id="{128843A7-7932-4D1F-AB49-DC5B8E4A81D3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>
                    <a:extLst>
                      <a:ext uri="{FF2B5EF4-FFF2-40B4-BE49-F238E27FC236}">
                        <a16:creationId xmlns:a16="http://schemas.microsoft.com/office/drawing/2014/main" id="{DC5872A3-59AF-4CC0-8497-057FE743ED4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>
                    <a:extLst>
                      <a:ext uri="{FF2B5EF4-FFF2-40B4-BE49-F238E27FC236}">
                        <a16:creationId xmlns:a16="http://schemas.microsoft.com/office/drawing/2014/main" id="{54673454-88D3-4B1A-9E74-9F9239A31FC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>
                    <a:extLst>
                      <a:ext uri="{FF2B5EF4-FFF2-40B4-BE49-F238E27FC236}">
                        <a16:creationId xmlns:a16="http://schemas.microsoft.com/office/drawing/2014/main" id="{7F8549F5-8D22-4070-961B-8F89F8217FD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>
                    <a:extLst>
                      <a:ext uri="{FF2B5EF4-FFF2-40B4-BE49-F238E27FC236}">
                        <a16:creationId xmlns:a16="http://schemas.microsoft.com/office/drawing/2014/main" id="{410F3EE5-15C1-4EDC-B085-1DA06BB8E7FE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>
                    <a:extLst>
                      <a:ext uri="{FF2B5EF4-FFF2-40B4-BE49-F238E27FC236}">
                        <a16:creationId xmlns:a16="http://schemas.microsoft.com/office/drawing/2014/main" id="{26047657-3694-4EF9-BC0F-E545AAD8665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>
                    <a:extLst>
                      <a:ext uri="{FF2B5EF4-FFF2-40B4-BE49-F238E27FC236}">
                        <a16:creationId xmlns:a16="http://schemas.microsoft.com/office/drawing/2014/main" id="{F1A70397-6C93-4553-B2E6-8B7F619C8A0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>
                    <a:extLst>
                      <a:ext uri="{FF2B5EF4-FFF2-40B4-BE49-F238E27FC236}">
                        <a16:creationId xmlns:a16="http://schemas.microsoft.com/office/drawing/2014/main" id="{EBFAF236-AE9B-44E4-B17B-C6CC7B73F7E8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>
                  <a:extLst>
                    <a:ext uri="{FF2B5EF4-FFF2-40B4-BE49-F238E27FC236}">
                      <a16:creationId xmlns:a16="http://schemas.microsoft.com/office/drawing/2014/main" id="{31DA4C41-0350-4450-B966-5DF84E097EBB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84" name="Textfeld 3183">
                <a:extLst>
                  <a:ext uri="{FF2B5EF4-FFF2-40B4-BE49-F238E27FC236}">
                    <a16:creationId xmlns:a16="http://schemas.microsoft.com/office/drawing/2014/main" id="{C9BA7036-54DF-46F5-B821-9D57C7BD3AFE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060" name="Gruppieren 3059">
              <a:extLst>
                <a:ext uri="{FF2B5EF4-FFF2-40B4-BE49-F238E27FC236}">
                  <a16:creationId xmlns:a16="http://schemas.microsoft.com/office/drawing/2014/main" id="{6366EAE2-73C6-4E97-876B-DB06138F2DF4}"/>
                </a:ext>
              </a:extLst>
            </p:cNvPr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>
                <a:extLst>
                  <a:ext uri="{FF2B5EF4-FFF2-40B4-BE49-F238E27FC236}">
                    <a16:creationId xmlns:a16="http://schemas.microsoft.com/office/drawing/2014/main" id="{00ECA1FB-3523-41C8-8F76-AC910D912695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>
                  <a:extLst>
                    <a:ext uri="{FF2B5EF4-FFF2-40B4-BE49-F238E27FC236}">
                      <a16:creationId xmlns:a16="http://schemas.microsoft.com/office/drawing/2014/main" id="{2924B9BD-A511-405B-8C8B-5C4252A92A42}"/>
                    </a:ext>
                  </a:extLst>
                </p:cNvPr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>
                    <a:extLst>
                      <a:ext uri="{FF2B5EF4-FFF2-40B4-BE49-F238E27FC236}">
                        <a16:creationId xmlns:a16="http://schemas.microsoft.com/office/drawing/2014/main" id="{39B8E3E3-BBCF-4E32-837C-F5DCCF40BCAE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>
                    <a:extLst>
                      <a:ext uri="{FF2B5EF4-FFF2-40B4-BE49-F238E27FC236}">
                        <a16:creationId xmlns:a16="http://schemas.microsoft.com/office/drawing/2014/main" id="{A041955D-B19E-446A-AF8E-B504FD914B3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>
                    <a:extLst>
                      <a:ext uri="{FF2B5EF4-FFF2-40B4-BE49-F238E27FC236}">
                        <a16:creationId xmlns:a16="http://schemas.microsoft.com/office/drawing/2014/main" id="{B71EC055-ABC3-43A9-A878-E03F21E243F9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>
                    <a:extLst>
                      <a:ext uri="{FF2B5EF4-FFF2-40B4-BE49-F238E27FC236}">
                        <a16:creationId xmlns:a16="http://schemas.microsoft.com/office/drawing/2014/main" id="{AD292B3D-C51B-4B46-9E9C-3FD788A26DE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>
                    <a:extLst>
                      <a:ext uri="{FF2B5EF4-FFF2-40B4-BE49-F238E27FC236}">
                        <a16:creationId xmlns:a16="http://schemas.microsoft.com/office/drawing/2014/main" id="{CB9CFCBD-A8E2-48A1-933C-FBC2A14FB458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0" name="Ellipse 3169">
                    <a:extLst>
                      <a:ext uri="{FF2B5EF4-FFF2-40B4-BE49-F238E27FC236}">
                        <a16:creationId xmlns:a16="http://schemas.microsoft.com/office/drawing/2014/main" id="{6BD376F7-7544-4998-96AE-E96C849DEB2D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>
                    <a:extLst>
                      <a:ext uri="{FF2B5EF4-FFF2-40B4-BE49-F238E27FC236}">
                        <a16:creationId xmlns:a16="http://schemas.microsoft.com/office/drawing/2014/main" id="{3F65CABB-E80A-4249-A37C-522F3147D76B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>
                    <a:extLst>
                      <a:ext uri="{FF2B5EF4-FFF2-40B4-BE49-F238E27FC236}">
                        <a16:creationId xmlns:a16="http://schemas.microsoft.com/office/drawing/2014/main" id="{19798101-15AC-4986-8E83-8865DE53476B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>
                    <a:extLst>
                      <a:ext uri="{FF2B5EF4-FFF2-40B4-BE49-F238E27FC236}">
                        <a16:creationId xmlns:a16="http://schemas.microsoft.com/office/drawing/2014/main" id="{F3B8FB71-FFB6-41CE-802C-5B98D0DE7E57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>
                    <a:extLst>
                      <a:ext uri="{FF2B5EF4-FFF2-40B4-BE49-F238E27FC236}">
                        <a16:creationId xmlns:a16="http://schemas.microsoft.com/office/drawing/2014/main" id="{A3E44118-A07D-4AD9-86C8-118D26AB616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>
                    <a:extLst>
                      <a:ext uri="{FF2B5EF4-FFF2-40B4-BE49-F238E27FC236}">
                        <a16:creationId xmlns:a16="http://schemas.microsoft.com/office/drawing/2014/main" id="{31CED0E9-02BE-494D-8480-D162FAA22AB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>
                    <a:extLst>
                      <a:ext uri="{FF2B5EF4-FFF2-40B4-BE49-F238E27FC236}">
                        <a16:creationId xmlns:a16="http://schemas.microsoft.com/office/drawing/2014/main" id="{7E592189-39E8-43BE-BBE5-57ECD3252D7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>
                    <a:extLst>
                      <a:ext uri="{FF2B5EF4-FFF2-40B4-BE49-F238E27FC236}">
                        <a16:creationId xmlns:a16="http://schemas.microsoft.com/office/drawing/2014/main" id="{83A122C8-DFDE-43C7-A303-5FAF2E70226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>
                    <a:extLst>
                      <a:ext uri="{FF2B5EF4-FFF2-40B4-BE49-F238E27FC236}">
                        <a16:creationId xmlns:a16="http://schemas.microsoft.com/office/drawing/2014/main" id="{73B4C5C6-4732-4C33-8EDC-B21813B76DE4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>
                    <a:extLst>
                      <a:ext uri="{FF2B5EF4-FFF2-40B4-BE49-F238E27FC236}">
                        <a16:creationId xmlns:a16="http://schemas.microsoft.com/office/drawing/2014/main" id="{5B5B0885-B85E-49AE-8212-47912F42F262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>
                    <a:extLst>
                      <a:ext uri="{FF2B5EF4-FFF2-40B4-BE49-F238E27FC236}">
                        <a16:creationId xmlns:a16="http://schemas.microsoft.com/office/drawing/2014/main" id="{B6F45C8C-0FC6-42F8-8BA2-4F99119D93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>
                    <a:extLst>
                      <a:ext uri="{FF2B5EF4-FFF2-40B4-BE49-F238E27FC236}">
                        <a16:creationId xmlns:a16="http://schemas.microsoft.com/office/drawing/2014/main" id="{8C4D7A2B-EC02-4EDA-95E3-54185FACAA6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>
                    <a:extLst>
                      <a:ext uri="{FF2B5EF4-FFF2-40B4-BE49-F238E27FC236}">
                        <a16:creationId xmlns:a16="http://schemas.microsoft.com/office/drawing/2014/main" id="{2C69F209-FE09-4D10-B36A-AE0980C7D56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>
                  <a:extLst>
                    <a:ext uri="{FF2B5EF4-FFF2-40B4-BE49-F238E27FC236}">
                      <a16:creationId xmlns:a16="http://schemas.microsoft.com/office/drawing/2014/main" id="{693858AA-B14E-4B6C-AFCD-DC01CF1E110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162" name="Textfeld 3161">
                <a:extLst>
                  <a:ext uri="{FF2B5EF4-FFF2-40B4-BE49-F238E27FC236}">
                    <a16:creationId xmlns:a16="http://schemas.microsoft.com/office/drawing/2014/main" id="{43F0B685-9916-45C5-A8E0-B84E51AA3634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061" name="Gruppieren 3060">
              <a:extLst>
                <a:ext uri="{FF2B5EF4-FFF2-40B4-BE49-F238E27FC236}">
                  <a16:creationId xmlns:a16="http://schemas.microsoft.com/office/drawing/2014/main" id="{99603016-5706-4A3E-970A-A547DF8FD031}"/>
                </a:ext>
              </a:extLst>
            </p:cNvPr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>
                <a:extLst>
                  <a:ext uri="{FF2B5EF4-FFF2-40B4-BE49-F238E27FC236}">
                    <a16:creationId xmlns:a16="http://schemas.microsoft.com/office/drawing/2014/main" id="{B00A0521-912F-45C5-859E-F7B0674C5BE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>
                  <a:extLst>
                    <a:ext uri="{FF2B5EF4-FFF2-40B4-BE49-F238E27FC236}">
                      <a16:creationId xmlns:a16="http://schemas.microsoft.com/office/drawing/2014/main" id="{0E4780F0-BC9E-4760-8E8B-EA78F6D4F7D0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>
                    <a:extLst>
                      <a:ext uri="{FF2B5EF4-FFF2-40B4-BE49-F238E27FC236}">
                        <a16:creationId xmlns:a16="http://schemas.microsoft.com/office/drawing/2014/main" id="{4B385564-E5CA-4C5B-B9AD-12CE82EE18D9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>
                    <a:extLst>
                      <a:ext uri="{FF2B5EF4-FFF2-40B4-BE49-F238E27FC236}">
                        <a16:creationId xmlns:a16="http://schemas.microsoft.com/office/drawing/2014/main" id="{BE3D375E-3AC5-4745-9765-B603ED141B2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>
                    <a:extLst>
                      <a:ext uri="{FF2B5EF4-FFF2-40B4-BE49-F238E27FC236}">
                        <a16:creationId xmlns:a16="http://schemas.microsoft.com/office/drawing/2014/main" id="{A631303A-088E-4210-A4D2-31096141AEC3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>
                    <a:extLst>
                      <a:ext uri="{FF2B5EF4-FFF2-40B4-BE49-F238E27FC236}">
                        <a16:creationId xmlns:a16="http://schemas.microsoft.com/office/drawing/2014/main" id="{971CAAFF-6056-4234-8195-B3461D75BC7B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>
                    <a:extLst>
                      <a:ext uri="{FF2B5EF4-FFF2-40B4-BE49-F238E27FC236}">
                        <a16:creationId xmlns:a16="http://schemas.microsoft.com/office/drawing/2014/main" id="{66DBFC48-F456-4C74-996E-2D39BABA45E2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>
                    <a:extLst>
                      <a:ext uri="{FF2B5EF4-FFF2-40B4-BE49-F238E27FC236}">
                        <a16:creationId xmlns:a16="http://schemas.microsoft.com/office/drawing/2014/main" id="{AA1D1018-E2D7-48C7-96E1-6F84BA05B8C2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>
                    <a:extLst>
                      <a:ext uri="{FF2B5EF4-FFF2-40B4-BE49-F238E27FC236}">
                        <a16:creationId xmlns:a16="http://schemas.microsoft.com/office/drawing/2014/main" id="{2E001C99-ADAB-4367-8630-D16D6300BAAB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>
                    <a:extLst>
                      <a:ext uri="{FF2B5EF4-FFF2-40B4-BE49-F238E27FC236}">
                        <a16:creationId xmlns:a16="http://schemas.microsoft.com/office/drawing/2014/main" id="{9F05448C-70FF-4CC8-9D47-548C72E692B9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>
                    <a:extLst>
                      <a:ext uri="{FF2B5EF4-FFF2-40B4-BE49-F238E27FC236}">
                        <a16:creationId xmlns:a16="http://schemas.microsoft.com/office/drawing/2014/main" id="{F025D24B-DC90-4962-AC24-1CF526167C61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44" name="Textfeld 3143">
                    <a:extLst>
                      <a:ext uri="{FF2B5EF4-FFF2-40B4-BE49-F238E27FC236}">
                        <a16:creationId xmlns:a16="http://schemas.microsoft.com/office/drawing/2014/main" id="{E42E62DA-BED4-4B4D-9F08-A121FFC9A499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45" name="Ellipse 3144">
                    <a:extLst>
                      <a:ext uri="{FF2B5EF4-FFF2-40B4-BE49-F238E27FC236}">
                        <a16:creationId xmlns:a16="http://schemas.microsoft.com/office/drawing/2014/main" id="{2CC0E267-B5EF-4ADE-A151-A3D16AC4EE32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>
                    <a:extLst>
                      <a:ext uri="{FF2B5EF4-FFF2-40B4-BE49-F238E27FC236}">
                        <a16:creationId xmlns:a16="http://schemas.microsoft.com/office/drawing/2014/main" id="{250172AF-CACD-4192-996D-8D6A190FB966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7" name="Textfeld 3146">
                    <a:extLst>
                      <a:ext uri="{FF2B5EF4-FFF2-40B4-BE49-F238E27FC236}">
                        <a16:creationId xmlns:a16="http://schemas.microsoft.com/office/drawing/2014/main" id="{861C9383-195C-45AD-8E55-D65FAB5FA5A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48" name="Textfeld 3147">
                    <a:extLst>
                      <a:ext uri="{FF2B5EF4-FFF2-40B4-BE49-F238E27FC236}">
                        <a16:creationId xmlns:a16="http://schemas.microsoft.com/office/drawing/2014/main" id="{92964BE7-D763-4BEC-BEC1-3F0EB3B9A3A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49" name="Ellipse 3148">
                    <a:extLst>
                      <a:ext uri="{FF2B5EF4-FFF2-40B4-BE49-F238E27FC236}">
                        <a16:creationId xmlns:a16="http://schemas.microsoft.com/office/drawing/2014/main" id="{592CAB89-CF9F-4292-B955-5A8366159F23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50" name="Ellipse 3149">
                    <a:extLst>
                      <a:ext uri="{FF2B5EF4-FFF2-40B4-BE49-F238E27FC236}">
                        <a16:creationId xmlns:a16="http://schemas.microsoft.com/office/drawing/2014/main" id="{6D6439DA-C36B-445C-AE8F-C38E17873852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>
                    <a:extLst>
                      <a:ext uri="{FF2B5EF4-FFF2-40B4-BE49-F238E27FC236}">
                        <a16:creationId xmlns:a16="http://schemas.microsoft.com/office/drawing/2014/main" id="{BC8DC115-B5D1-4578-9D74-BDDAE089F0E0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152" name="Textfeld 3151">
                    <a:extLst>
                      <a:ext uri="{FF2B5EF4-FFF2-40B4-BE49-F238E27FC236}">
                        <a16:creationId xmlns:a16="http://schemas.microsoft.com/office/drawing/2014/main" id="{82DCA21A-9FEA-4440-B254-9EDBCBA9C512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153" name="Rechteck 3152">
                    <a:extLst>
                      <a:ext uri="{FF2B5EF4-FFF2-40B4-BE49-F238E27FC236}">
                        <a16:creationId xmlns:a16="http://schemas.microsoft.com/office/drawing/2014/main" id="{6BE3593C-AAC8-40DC-AE25-F2554AAEBFCB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>
                    <a:extLst>
                      <a:ext uri="{FF2B5EF4-FFF2-40B4-BE49-F238E27FC236}">
                        <a16:creationId xmlns:a16="http://schemas.microsoft.com/office/drawing/2014/main" id="{DA0EA8E0-109A-4463-8D7B-2AF4AB75CEAC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>
                    <a:extLst>
                      <a:ext uri="{FF2B5EF4-FFF2-40B4-BE49-F238E27FC236}">
                        <a16:creationId xmlns:a16="http://schemas.microsoft.com/office/drawing/2014/main" id="{13326364-1CB8-48EB-ACC9-9735806F661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>
                    <a:extLst>
                      <a:ext uri="{FF2B5EF4-FFF2-40B4-BE49-F238E27FC236}">
                        <a16:creationId xmlns:a16="http://schemas.microsoft.com/office/drawing/2014/main" id="{FEEABD12-535B-482D-8114-6657959097B6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>
                    <a:extLst>
                      <a:ext uri="{FF2B5EF4-FFF2-40B4-BE49-F238E27FC236}">
                        <a16:creationId xmlns:a16="http://schemas.microsoft.com/office/drawing/2014/main" id="{2E769438-4DF9-4A8E-8C42-1466DEE7298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>
                    <a:extLst>
                      <a:ext uri="{FF2B5EF4-FFF2-40B4-BE49-F238E27FC236}">
                        <a16:creationId xmlns:a16="http://schemas.microsoft.com/office/drawing/2014/main" id="{0B9D7787-B557-423F-996F-FD636A7748CA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>
                    <a:extLst>
                      <a:ext uri="{FF2B5EF4-FFF2-40B4-BE49-F238E27FC236}">
                        <a16:creationId xmlns:a16="http://schemas.microsoft.com/office/drawing/2014/main" id="{0BDBDD03-9D59-4CBD-BE8C-E84D37D9631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>
                    <a:extLst>
                      <a:ext uri="{FF2B5EF4-FFF2-40B4-BE49-F238E27FC236}">
                        <a16:creationId xmlns:a16="http://schemas.microsoft.com/office/drawing/2014/main" id="{5268563D-19D4-41C1-A869-6FCB2211F7C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>
                  <a:extLst>
                    <a:ext uri="{FF2B5EF4-FFF2-40B4-BE49-F238E27FC236}">
                      <a16:creationId xmlns:a16="http://schemas.microsoft.com/office/drawing/2014/main" id="{26B77CC9-4EE9-4DDF-BEEC-73E40C9BF6A9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32" name="Textfeld 3131">
                <a:extLst>
                  <a:ext uri="{FF2B5EF4-FFF2-40B4-BE49-F238E27FC236}">
                    <a16:creationId xmlns:a16="http://schemas.microsoft.com/office/drawing/2014/main" id="{425F56C2-0F3A-4CE6-A7FB-6424478C7A5B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062" name="Gruppieren 3061">
              <a:extLst>
                <a:ext uri="{FF2B5EF4-FFF2-40B4-BE49-F238E27FC236}">
                  <a16:creationId xmlns:a16="http://schemas.microsoft.com/office/drawing/2014/main" id="{2DBBD833-E9B7-473E-8D96-A8DDC692A158}"/>
                </a:ext>
              </a:extLst>
            </p:cNvPr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101" name="Gruppieren 3100">
                <a:extLst>
                  <a:ext uri="{FF2B5EF4-FFF2-40B4-BE49-F238E27FC236}">
                    <a16:creationId xmlns:a16="http://schemas.microsoft.com/office/drawing/2014/main" id="{246B440A-D8CE-4073-85DF-B92AB7D3A23C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03" name="Gruppieren 3102">
                  <a:extLst>
                    <a:ext uri="{FF2B5EF4-FFF2-40B4-BE49-F238E27FC236}">
                      <a16:creationId xmlns:a16="http://schemas.microsoft.com/office/drawing/2014/main" id="{271F89E2-8DF5-413B-AD84-88645BB6A988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05" name="Rechteck 3104">
                    <a:extLst>
                      <a:ext uri="{FF2B5EF4-FFF2-40B4-BE49-F238E27FC236}">
                        <a16:creationId xmlns:a16="http://schemas.microsoft.com/office/drawing/2014/main" id="{A77C1885-ECCE-4FBA-AA24-51CFA5B0B98D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6" name="Rechteck 3105">
                    <a:extLst>
                      <a:ext uri="{FF2B5EF4-FFF2-40B4-BE49-F238E27FC236}">
                        <a16:creationId xmlns:a16="http://schemas.microsoft.com/office/drawing/2014/main" id="{DD91A1CA-E081-4CC1-9961-9FB72A8C035A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7" name="Ellipse 3106">
                    <a:extLst>
                      <a:ext uri="{FF2B5EF4-FFF2-40B4-BE49-F238E27FC236}">
                        <a16:creationId xmlns:a16="http://schemas.microsoft.com/office/drawing/2014/main" id="{A8106C58-E497-4649-8E95-1F7298347FEC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8" name="Ellipse 3107">
                    <a:extLst>
                      <a:ext uri="{FF2B5EF4-FFF2-40B4-BE49-F238E27FC236}">
                        <a16:creationId xmlns:a16="http://schemas.microsoft.com/office/drawing/2014/main" id="{1D9A8313-E96E-40A7-9133-778B83CC6A62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>
                    <a:extLst>
                      <a:ext uri="{FF2B5EF4-FFF2-40B4-BE49-F238E27FC236}">
                        <a16:creationId xmlns:a16="http://schemas.microsoft.com/office/drawing/2014/main" id="{E912E0B5-453C-4CFD-8A22-08F269CEA5C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10" name="Textfeld 3109">
                    <a:extLst>
                      <a:ext uri="{FF2B5EF4-FFF2-40B4-BE49-F238E27FC236}">
                        <a16:creationId xmlns:a16="http://schemas.microsoft.com/office/drawing/2014/main" id="{6CC6CB84-2749-4B16-8D3A-0184DFDEF52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11" name="Ellipse 3110">
                    <a:extLst>
                      <a:ext uri="{FF2B5EF4-FFF2-40B4-BE49-F238E27FC236}">
                        <a16:creationId xmlns:a16="http://schemas.microsoft.com/office/drawing/2014/main" id="{9AAF04D7-903E-4869-962F-12676095E45E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Ellipse 3111">
                    <a:extLst>
                      <a:ext uri="{FF2B5EF4-FFF2-40B4-BE49-F238E27FC236}">
                        <a16:creationId xmlns:a16="http://schemas.microsoft.com/office/drawing/2014/main" id="{6200201B-642F-4688-834C-7DCD0539ED1F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3" name="Textfeld 3112">
                    <a:extLst>
                      <a:ext uri="{FF2B5EF4-FFF2-40B4-BE49-F238E27FC236}">
                        <a16:creationId xmlns:a16="http://schemas.microsoft.com/office/drawing/2014/main" id="{DC655C91-7F2E-4826-B41B-A3267374A894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4" name="Textfeld 3113">
                    <a:extLst>
                      <a:ext uri="{FF2B5EF4-FFF2-40B4-BE49-F238E27FC236}">
                        <a16:creationId xmlns:a16="http://schemas.microsoft.com/office/drawing/2014/main" id="{F02539D6-E576-4E15-B198-732AD22EFF16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5" name="Ellipse 3114">
                    <a:extLst>
                      <a:ext uri="{FF2B5EF4-FFF2-40B4-BE49-F238E27FC236}">
                        <a16:creationId xmlns:a16="http://schemas.microsoft.com/office/drawing/2014/main" id="{BD493956-5F56-4795-A5CE-1D9B502811D0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6" name="Ellipse 3115">
                    <a:extLst>
                      <a:ext uri="{FF2B5EF4-FFF2-40B4-BE49-F238E27FC236}">
                        <a16:creationId xmlns:a16="http://schemas.microsoft.com/office/drawing/2014/main" id="{B1668B83-552B-459D-A540-705A9A7D8A25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7" name="Textfeld 3116">
                    <a:extLst>
                      <a:ext uri="{FF2B5EF4-FFF2-40B4-BE49-F238E27FC236}">
                        <a16:creationId xmlns:a16="http://schemas.microsoft.com/office/drawing/2014/main" id="{F4F9F366-3CE8-4D99-B670-FD0650E827A3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8" name="Textfeld 3117">
                    <a:extLst>
                      <a:ext uri="{FF2B5EF4-FFF2-40B4-BE49-F238E27FC236}">
                        <a16:creationId xmlns:a16="http://schemas.microsoft.com/office/drawing/2014/main" id="{F8B0DE25-D466-41EA-8E35-812C8E4DDE2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19" name="Ellipse 3118">
                    <a:extLst>
                      <a:ext uri="{FF2B5EF4-FFF2-40B4-BE49-F238E27FC236}">
                        <a16:creationId xmlns:a16="http://schemas.microsoft.com/office/drawing/2014/main" id="{B31606A1-1480-470A-A7B7-525045F38984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0" name="Ellipse 3119">
                    <a:extLst>
                      <a:ext uri="{FF2B5EF4-FFF2-40B4-BE49-F238E27FC236}">
                        <a16:creationId xmlns:a16="http://schemas.microsoft.com/office/drawing/2014/main" id="{706957E1-909E-4219-8646-AB9FA9B67521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1" name="Textfeld 3120">
                    <a:extLst>
                      <a:ext uri="{FF2B5EF4-FFF2-40B4-BE49-F238E27FC236}">
                        <a16:creationId xmlns:a16="http://schemas.microsoft.com/office/drawing/2014/main" id="{AD478522-CE1F-4AF9-A5B3-FFBC171FA83B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22" name="Textfeld 3121">
                    <a:extLst>
                      <a:ext uri="{FF2B5EF4-FFF2-40B4-BE49-F238E27FC236}">
                        <a16:creationId xmlns:a16="http://schemas.microsoft.com/office/drawing/2014/main" id="{C04914FB-A088-4E9B-AA36-DC55A3C9CAB1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23" name="Rechteck 3122">
                    <a:extLst>
                      <a:ext uri="{FF2B5EF4-FFF2-40B4-BE49-F238E27FC236}">
                        <a16:creationId xmlns:a16="http://schemas.microsoft.com/office/drawing/2014/main" id="{A34FFF4F-975A-4AF4-B7A0-DB2E101D5F69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4" name="Rechteck 3123">
                    <a:extLst>
                      <a:ext uri="{FF2B5EF4-FFF2-40B4-BE49-F238E27FC236}">
                        <a16:creationId xmlns:a16="http://schemas.microsoft.com/office/drawing/2014/main" id="{66DB87C8-46CB-4F44-B7CB-2D83295158FE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5" name="Rechteck 3124">
                    <a:extLst>
                      <a:ext uri="{FF2B5EF4-FFF2-40B4-BE49-F238E27FC236}">
                        <a16:creationId xmlns:a16="http://schemas.microsoft.com/office/drawing/2014/main" id="{75D601FA-13D1-4404-8FC9-03CAC45C3CE2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6" name="Rechteck 3125">
                    <a:extLst>
                      <a:ext uri="{FF2B5EF4-FFF2-40B4-BE49-F238E27FC236}">
                        <a16:creationId xmlns:a16="http://schemas.microsoft.com/office/drawing/2014/main" id="{CFBC2286-157E-4BE5-BE5A-9065B2CD6DAF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7" name="Rechteck 3126">
                    <a:extLst>
                      <a:ext uri="{FF2B5EF4-FFF2-40B4-BE49-F238E27FC236}">
                        <a16:creationId xmlns:a16="http://schemas.microsoft.com/office/drawing/2014/main" id="{1B9EBC32-4F4D-4EE2-A402-734F262AB83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8" name="Rechteck 3127">
                    <a:extLst>
                      <a:ext uri="{FF2B5EF4-FFF2-40B4-BE49-F238E27FC236}">
                        <a16:creationId xmlns:a16="http://schemas.microsoft.com/office/drawing/2014/main" id="{32F230C7-9027-4FC3-81AB-4EAB66154CA6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29" name="Rechteck 3128">
                    <a:extLst>
                      <a:ext uri="{FF2B5EF4-FFF2-40B4-BE49-F238E27FC236}">
                        <a16:creationId xmlns:a16="http://schemas.microsoft.com/office/drawing/2014/main" id="{736356DE-C177-4AE8-8B95-189DBF4C578F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0" name="Rechteck 3129">
                    <a:extLst>
                      <a:ext uri="{FF2B5EF4-FFF2-40B4-BE49-F238E27FC236}">
                        <a16:creationId xmlns:a16="http://schemas.microsoft.com/office/drawing/2014/main" id="{5FA68CEF-0175-4B7E-863E-DB6ECAB14AF0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04" name="Textfeld 3103">
                  <a:extLst>
                    <a:ext uri="{FF2B5EF4-FFF2-40B4-BE49-F238E27FC236}">
                      <a16:creationId xmlns:a16="http://schemas.microsoft.com/office/drawing/2014/main" id="{6B3D95E3-F7EA-4262-B382-80C14D725B33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102" name="Textfeld 3101">
                <a:extLst>
                  <a:ext uri="{FF2B5EF4-FFF2-40B4-BE49-F238E27FC236}">
                    <a16:creationId xmlns:a16="http://schemas.microsoft.com/office/drawing/2014/main" id="{52CA4981-8D8F-4F4D-8446-0C9B28050799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063" name="Rechteck 3062">
              <a:extLst>
                <a:ext uri="{FF2B5EF4-FFF2-40B4-BE49-F238E27FC236}">
                  <a16:creationId xmlns:a16="http://schemas.microsoft.com/office/drawing/2014/main" id="{C1CC12EA-D46E-492C-9BD5-5C44F050D1AA}"/>
                </a:ext>
              </a:extLst>
            </p:cNvPr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064" name="Gruppieren 3063">
              <a:extLst>
                <a:ext uri="{FF2B5EF4-FFF2-40B4-BE49-F238E27FC236}">
                  <a16:creationId xmlns:a16="http://schemas.microsoft.com/office/drawing/2014/main" id="{3D866B2A-483C-49E0-BB98-54A1A46F6758}"/>
                </a:ext>
              </a:extLst>
            </p:cNvPr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097" name="Gruppieren 3096">
                <a:extLst>
                  <a:ext uri="{FF2B5EF4-FFF2-40B4-BE49-F238E27FC236}">
                    <a16:creationId xmlns:a16="http://schemas.microsoft.com/office/drawing/2014/main" id="{F467EC65-A1EF-4996-B433-DCADDBE1B46C}"/>
                  </a:ext>
                </a:extLst>
              </p:cNvPr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099" name="Rechteck 3098">
                  <a:extLst>
                    <a:ext uri="{FF2B5EF4-FFF2-40B4-BE49-F238E27FC236}">
                      <a16:creationId xmlns:a16="http://schemas.microsoft.com/office/drawing/2014/main" id="{4F51F5B9-AE75-4509-87A5-4023EA785101}"/>
                    </a:ext>
                  </a:extLst>
                </p:cNvPr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00" name="Textfeld 3099">
                  <a:extLst>
                    <a:ext uri="{FF2B5EF4-FFF2-40B4-BE49-F238E27FC236}">
                      <a16:creationId xmlns:a16="http://schemas.microsoft.com/office/drawing/2014/main" id="{42E05B54-84DF-436D-88FF-877BF8832E6D}"/>
                    </a:ext>
                  </a:extLst>
                </p:cNvPr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8" name="Textfeld 3097">
                <a:extLst>
                  <a:ext uri="{FF2B5EF4-FFF2-40B4-BE49-F238E27FC236}">
                    <a16:creationId xmlns:a16="http://schemas.microsoft.com/office/drawing/2014/main" id="{9678E308-43FB-49DD-9F0F-583AEB8A17EC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065" name="Textfeld 3064">
              <a:extLst>
                <a:ext uri="{FF2B5EF4-FFF2-40B4-BE49-F238E27FC236}">
                  <a16:creationId xmlns:a16="http://schemas.microsoft.com/office/drawing/2014/main" id="{24B61797-0CB0-405B-8DCF-CD50B28A6B16}"/>
                </a:ext>
              </a:extLst>
            </p:cNvPr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066" name="Gruppieren 3065">
              <a:extLst>
                <a:ext uri="{FF2B5EF4-FFF2-40B4-BE49-F238E27FC236}">
                  <a16:creationId xmlns:a16="http://schemas.microsoft.com/office/drawing/2014/main" id="{BC5F97C3-5240-422D-BCEC-A592EA1B756A}"/>
                </a:ext>
              </a:extLst>
            </p:cNvPr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067" name="Gruppieren 3066">
                <a:extLst>
                  <a:ext uri="{FF2B5EF4-FFF2-40B4-BE49-F238E27FC236}">
                    <a16:creationId xmlns:a16="http://schemas.microsoft.com/office/drawing/2014/main" id="{DEDD7DD3-5B17-484C-ABF0-4D6AB6420E44}"/>
                  </a:ext>
                </a:extLst>
              </p:cNvPr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69" name="Gruppieren 3068">
                  <a:extLst>
                    <a:ext uri="{FF2B5EF4-FFF2-40B4-BE49-F238E27FC236}">
                      <a16:creationId xmlns:a16="http://schemas.microsoft.com/office/drawing/2014/main" id="{D0C401BE-D627-4E12-9E52-6D23020B4FAF}"/>
                    </a:ext>
                  </a:extLst>
                </p:cNvPr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71" name="Rechteck 3070">
                    <a:extLst>
                      <a:ext uri="{FF2B5EF4-FFF2-40B4-BE49-F238E27FC236}">
                        <a16:creationId xmlns:a16="http://schemas.microsoft.com/office/drawing/2014/main" id="{0EDD2DE7-A729-4126-A037-7A0225C88560}"/>
                      </a:ext>
                    </a:extLst>
                  </p:cNvPr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72" name="Rechteck 3071">
                    <a:extLst>
                      <a:ext uri="{FF2B5EF4-FFF2-40B4-BE49-F238E27FC236}">
                        <a16:creationId xmlns:a16="http://schemas.microsoft.com/office/drawing/2014/main" id="{C6C43012-5D88-47D9-B164-C521B1D63061}"/>
                      </a:ext>
                    </a:extLst>
                  </p:cNvPr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3" name="Ellipse 3072">
                    <a:extLst>
                      <a:ext uri="{FF2B5EF4-FFF2-40B4-BE49-F238E27FC236}">
                        <a16:creationId xmlns:a16="http://schemas.microsoft.com/office/drawing/2014/main" id="{3F0443A4-E940-4EFE-8E97-C1C7AB0910CD}"/>
                      </a:ext>
                    </a:extLst>
                  </p:cNvPr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>
                    <a:extLst>
                      <a:ext uri="{FF2B5EF4-FFF2-40B4-BE49-F238E27FC236}">
                        <a16:creationId xmlns:a16="http://schemas.microsoft.com/office/drawing/2014/main" id="{D7134AB7-2789-4D48-B4E3-F704AF9DA064}"/>
                      </a:ext>
                    </a:extLst>
                  </p:cNvPr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>
                    <a:extLst>
                      <a:ext uri="{FF2B5EF4-FFF2-40B4-BE49-F238E27FC236}">
                        <a16:creationId xmlns:a16="http://schemas.microsoft.com/office/drawing/2014/main" id="{FF6219DD-DFE4-49EE-9E21-23411C3DAF55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76" name="Textfeld 3075">
                    <a:extLst>
                      <a:ext uri="{FF2B5EF4-FFF2-40B4-BE49-F238E27FC236}">
                        <a16:creationId xmlns:a16="http://schemas.microsoft.com/office/drawing/2014/main" id="{55DB83E6-4798-4961-A074-E9EF77C68AE0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77" name="Ellipse 3076">
                    <a:extLst>
                      <a:ext uri="{FF2B5EF4-FFF2-40B4-BE49-F238E27FC236}">
                        <a16:creationId xmlns:a16="http://schemas.microsoft.com/office/drawing/2014/main" id="{AAFF8824-08CF-453A-B81B-014E6C74D0A2}"/>
                      </a:ext>
                    </a:extLst>
                  </p:cNvPr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>
                    <a:extLst>
                      <a:ext uri="{FF2B5EF4-FFF2-40B4-BE49-F238E27FC236}">
                        <a16:creationId xmlns:a16="http://schemas.microsoft.com/office/drawing/2014/main" id="{EEAC4CE2-FF04-4E77-A630-585C713E9F9E}"/>
                      </a:ext>
                    </a:extLst>
                  </p:cNvPr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>
                    <a:extLst>
                      <a:ext uri="{FF2B5EF4-FFF2-40B4-BE49-F238E27FC236}">
                        <a16:creationId xmlns:a16="http://schemas.microsoft.com/office/drawing/2014/main" id="{204D78F1-242B-48D7-B83C-6D04F9B95A99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0" name="Textfeld 3079">
                    <a:extLst>
                      <a:ext uri="{FF2B5EF4-FFF2-40B4-BE49-F238E27FC236}">
                        <a16:creationId xmlns:a16="http://schemas.microsoft.com/office/drawing/2014/main" id="{01918A60-3DDB-4017-BF7D-73299069CEA1}"/>
                      </a:ext>
                    </a:extLst>
                  </p:cNvPr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1" name="Ellipse 3080">
                    <a:extLst>
                      <a:ext uri="{FF2B5EF4-FFF2-40B4-BE49-F238E27FC236}">
                        <a16:creationId xmlns:a16="http://schemas.microsoft.com/office/drawing/2014/main" id="{DF5D511E-011B-42D5-B17B-45D281A2FF03}"/>
                      </a:ext>
                    </a:extLst>
                  </p:cNvPr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Ellipse 3081">
                    <a:extLst>
                      <a:ext uri="{FF2B5EF4-FFF2-40B4-BE49-F238E27FC236}">
                        <a16:creationId xmlns:a16="http://schemas.microsoft.com/office/drawing/2014/main" id="{63BD4837-63A5-4EAD-934E-67B766281B30}"/>
                      </a:ext>
                    </a:extLst>
                  </p:cNvPr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Textfeld 3082">
                    <a:extLst>
                      <a:ext uri="{FF2B5EF4-FFF2-40B4-BE49-F238E27FC236}">
                        <a16:creationId xmlns:a16="http://schemas.microsoft.com/office/drawing/2014/main" id="{569C76D2-BB73-4457-890C-ADA70760A8A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4" name="Textfeld 3083">
                    <a:extLst>
                      <a:ext uri="{FF2B5EF4-FFF2-40B4-BE49-F238E27FC236}">
                        <a16:creationId xmlns:a16="http://schemas.microsoft.com/office/drawing/2014/main" id="{3E2E2776-A329-4546-A9CC-41EB4AA1427B}"/>
                      </a:ext>
                    </a:extLst>
                  </p:cNvPr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85" name="Ellipse 3084">
                    <a:extLst>
                      <a:ext uri="{FF2B5EF4-FFF2-40B4-BE49-F238E27FC236}">
                        <a16:creationId xmlns:a16="http://schemas.microsoft.com/office/drawing/2014/main" id="{2975B6E2-CEFE-48A2-8885-E1FA458474DF}"/>
                      </a:ext>
                    </a:extLst>
                  </p:cNvPr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Ellipse 3085">
                    <a:extLst>
                      <a:ext uri="{FF2B5EF4-FFF2-40B4-BE49-F238E27FC236}">
                        <a16:creationId xmlns:a16="http://schemas.microsoft.com/office/drawing/2014/main" id="{66B2A9D5-ACAE-4759-98AD-9C58CBDDB657}"/>
                      </a:ext>
                    </a:extLst>
                  </p:cNvPr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Textfeld 3086">
                    <a:extLst>
                      <a:ext uri="{FF2B5EF4-FFF2-40B4-BE49-F238E27FC236}">
                        <a16:creationId xmlns:a16="http://schemas.microsoft.com/office/drawing/2014/main" id="{EA5F75B3-69BD-4047-90BB-C70005E4CC0D}"/>
                      </a:ext>
                    </a:extLst>
                  </p:cNvPr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8" name="Textfeld 3087">
                    <a:extLst>
                      <a:ext uri="{FF2B5EF4-FFF2-40B4-BE49-F238E27FC236}">
                        <a16:creationId xmlns:a16="http://schemas.microsoft.com/office/drawing/2014/main" id="{B022FC30-5433-4964-8940-9EA0FC386983}"/>
                      </a:ext>
                    </a:extLst>
                  </p:cNvPr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9" name="Rechteck 3088">
                    <a:extLst>
                      <a:ext uri="{FF2B5EF4-FFF2-40B4-BE49-F238E27FC236}">
                        <a16:creationId xmlns:a16="http://schemas.microsoft.com/office/drawing/2014/main" id="{04C7799B-F487-48CF-A0E5-8519B6AD7965}"/>
                      </a:ext>
                    </a:extLst>
                  </p:cNvPr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0" name="Rechteck 3089">
                    <a:extLst>
                      <a:ext uri="{FF2B5EF4-FFF2-40B4-BE49-F238E27FC236}">
                        <a16:creationId xmlns:a16="http://schemas.microsoft.com/office/drawing/2014/main" id="{36BA2D0B-5572-4F94-8246-DC93C139A691}"/>
                      </a:ext>
                    </a:extLst>
                  </p:cNvPr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1" name="Rechteck 3090">
                    <a:extLst>
                      <a:ext uri="{FF2B5EF4-FFF2-40B4-BE49-F238E27FC236}">
                        <a16:creationId xmlns:a16="http://schemas.microsoft.com/office/drawing/2014/main" id="{0A16E058-316A-4923-A502-DD6AA51E201D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2" name="Rechteck 3091">
                    <a:extLst>
                      <a:ext uri="{FF2B5EF4-FFF2-40B4-BE49-F238E27FC236}">
                        <a16:creationId xmlns:a16="http://schemas.microsoft.com/office/drawing/2014/main" id="{CDFE0109-921E-4D38-AF5F-0D84F5DCB5FA}"/>
                      </a:ext>
                    </a:extLst>
                  </p:cNvPr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3" name="Rechteck 3092">
                    <a:extLst>
                      <a:ext uri="{FF2B5EF4-FFF2-40B4-BE49-F238E27FC236}">
                        <a16:creationId xmlns:a16="http://schemas.microsoft.com/office/drawing/2014/main" id="{B65E9CE2-828D-4BFB-A3E3-B279A1FE62B3}"/>
                      </a:ext>
                    </a:extLst>
                  </p:cNvPr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4" name="Rechteck 3093">
                    <a:extLst>
                      <a:ext uri="{FF2B5EF4-FFF2-40B4-BE49-F238E27FC236}">
                        <a16:creationId xmlns:a16="http://schemas.microsoft.com/office/drawing/2014/main" id="{B05D67A0-9BA7-4050-836D-26E2C3A48BF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Rechteck 3094">
                    <a:extLst>
                      <a:ext uri="{FF2B5EF4-FFF2-40B4-BE49-F238E27FC236}">
                        <a16:creationId xmlns:a16="http://schemas.microsoft.com/office/drawing/2014/main" id="{05F20206-E89F-44EF-BC9F-8E14342FE90D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Rechteck 3095">
                    <a:extLst>
                      <a:ext uri="{FF2B5EF4-FFF2-40B4-BE49-F238E27FC236}">
                        <a16:creationId xmlns:a16="http://schemas.microsoft.com/office/drawing/2014/main" id="{6585469A-A196-4F7B-8B24-7A3B67998295}"/>
                      </a:ext>
                    </a:extLst>
                  </p:cNvPr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70" name="Textfeld 3069">
                  <a:extLst>
                    <a:ext uri="{FF2B5EF4-FFF2-40B4-BE49-F238E27FC236}">
                      <a16:creationId xmlns:a16="http://schemas.microsoft.com/office/drawing/2014/main" id="{A3D31654-18C8-4465-994B-EECB74251442}"/>
                    </a:ext>
                  </a:extLst>
                </p:cNvPr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068" name="Textfeld 3067">
                <a:extLst>
                  <a:ext uri="{FF2B5EF4-FFF2-40B4-BE49-F238E27FC236}">
                    <a16:creationId xmlns:a16="http://schemas.microsoft.com/office/drawing/2014/main" id="{7C0CCD58-2285-44C7-9A9E-B46D833F7168}"/>
                  </a:ext>
                </a:extLst>
              </p:cNvPr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20905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0" name="Gruppieren 2659"/>
          <p:cNvGrpSpPr/>
          <p:nvPr/>
        </p:nvGrpSpPr>
        <p:grpSpPr>
          <a:xfrm>
            <a:off x="385920" y="4873562"/>
            <a:ext cx="3493712" cy="1654198"/>
            <a:chOff x="2261157" y="1277106"/>
            <a:chExt cx="3493712" cy="1654198"/>
          </a:xfrm>
        </p:grpSpPr>
        <p:grpSp>
          <p:nvGrpSpPr>
            <p:cNvPr id="3479" name="Gruppieren 3478"/>
            <p:cNvGrpSpPr/>
            <p:nvPr/>
          </p:nvGrpSpPr>
          <p:grpSpPr>
            <a:xfrm>
              <a:off x="250496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732" name="Gruppieren 373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734" name="Gruppieren 373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736" name="Rechteck 373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7" name="Rechteck 373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8" name="Ellipse 373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39" name="Ellipse 373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0" name="Ellipse 37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1" name="Ellipse 37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2" name="Ellipse 374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3" name="Ellipse 374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4" name="Ellipse 37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5" name="Ellipse 37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6" name="Rechteck 374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7" name="Rechteck 374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8" name="Rechteck 374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49" name="Rechteck 374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0" name="Rechteck 374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1" name="Rechteck 375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2" name="Rechteck 375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53" name="Rechteck 375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35" name="Textfeld 373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733" name="Textfeld 373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480" name="Rechteck 3479"/>
            <p:cNvSpPr/>
            <p:nvPr/>
          </p:nvSpPr>
          <p:spPr>
            <a:xfrm>
              <a:off x="226558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1" name="Rechteck 3480"/>
            <p:cNvSpPr/>
            <p:nvPr/>
          </p:nvSpPr>
          <p:spPr>
            <a:xfrm>
              <a:off x="234235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2" name="Rechteck 3481"/>
            <p:cNvSpPr/>
            <p:nvPr/>
          </p:nvSpPr>
          <p:spPr>
            <a:xfrm>
              <a:off x="229888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3" name="Rechteck 3482"/>
            <p:cNvSpPr/>
            <p:nvPr/>
          </p:nvSpPr>
          <p:spPr>
            <a:xfrm>
              <a:off x="234302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484" name="Rechteck 3483"/>
            <p:cNvSpPr/>
            <p:nvPr/>
          </p:nvSpPr>
          <p:spPr>
            <a:xfrm>
              <a:off x="229955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485" name="Gruppieren 3484"/>
            <p:cNvGrpSpPr/>
            <p:nvPr/>
          </p:nvGrpSpPr>
          <p:grpSpPr>
            <a:xfrm>
              <a:off x="28284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702" name="Gruppieren 370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704" name="Gruppieren 370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706" name="Rechteck 370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7" name="Rechteck 370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8" name="Ellipse 370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709" name="Ellipse 370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0" name="Textfeld 370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711" name="Textfeld 371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712" name="Ellipse 371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3" name="Ellipse 371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4" name="Textfeld 371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715" name="Textfeld 371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716" name="Ellipse 371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7" name="Ellipse 371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18" name="Textfeld 371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719" name="Textfeld 371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720" name="Ellipse 371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1" name="Ellipse 372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2" name="Textfeld 372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723" name="Textfeld 372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724" name="Rechteck 372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5" name="Rechteck 372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6" name="Rechteck 372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7" name="Rechteck 372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8" name="Rechteck 372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29" name="Rechteck 372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0" name="Rechteck 372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31" name="Rechteck 373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705" name="Textfeld 3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03" name="Textfeld 3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3486" name="Gruppieren 3485"/>
            <p:cNvGrpSpPr/>
            <p:nvPr/>
          </p:nvGrpSpPr>
          <p:grpSpPr>
            <a:xfrm>
              <a:off x="315538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72" name="Gruppieren 367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74" name="Gruppieren 367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76" name="Rechteck 367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77" name="Rechteck 3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8" name="Ellipse 3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9" name="Ellipse 3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0" name="Textfeld 3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81" name="Textfeld 3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82" name="Ellipse 3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3" name="Ellipse 3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4" name="Textfeld 3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5" name="Textfeld 368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6" name="Ellipse 3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7" name="Ellipse 3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88" name="Textfeld 3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89" name="Textfeld 3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90" name="Ellipse 3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91" name="Ellipse 3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2" name="Textfeld 3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93" name="Textfeld 369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94" name="Rechteck 3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5" name="Rechteck 3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6" name="Rechteck 3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7" name="Rechteck 3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8" name="Rechteck 3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99" name="Rechteck 3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0" name="Rechteck 3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701" name="Rechteck 3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75" name="Textfeld 3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673" name="Textfeld 367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487" name="Gruppieren 3486"/>
            <p:cNvGrpSpPr/>
            <p:nvPr/>
          </p:nvGrpSpPr>
          <p:grpSpPr>
            <a:xfrm>
              <a:off x="347935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42" name="Gruppieren 364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44" name="Gruppieren 364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46" name="Rechteck 364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47" name="Rechteck 364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8" name="Ellipse 364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9" name="Ellipse 364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0" name="Textfeld 364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51" name="Textfeld 365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52" name="Ellipse 365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3" name="Ellipse 365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4" name="Textfeld 365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655" name="Textfeld 365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656" name="Ellipse 365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7" name="Ellipse 365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58" name="Textfeld 365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59" name="Textfeld 365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660" name="Ellipse 365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1" name="Ellipse 366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2" name="Textfeld 366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3" name="Textfeld 366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664" name="Rechteck 366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5" name="Rechteck 366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6" name="Rechteck 366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7" name="Rechteck 366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8" name="Rechteck 366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69" name="Rechteck 366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0" name="Rechteck 366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71" name="Rechteck 367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45" name="Textfeld 364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643" name="Textfeld 364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grpSp>
          <p:nvGrpSpPr>
            <p:cNvPr id="3488" name="Gruppieren 3487"/>
            <p:cNvGrpSpPr/>
            <p:nvPr/>
          </p:nvGrpSpPr>
          <p:grpSpPr>
            <a:xfrm>
              <a:off x="412718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612" name="Gruppieren 361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614" name="Gruppieren 361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616" name="Rechteck 36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17" name="Rechteck 36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8" name="Ellipse 36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9" name="Ellipse 36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0" name="Textfeld 36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621" name="Textfeld 36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622" name="Ellipse 36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3" name="Ellipse 36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4" name="Textfeld 362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625" name="Textfeld 362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626" name="Ellipse 362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7" name="Ellipse 362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28" name="Textfeld 362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629" name="Textfeld 362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630" name="Ellipse 36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1" name="Ellipse 36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2" name="Textfeld 363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633" name="Textfeld 363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634" name="Rechteck 363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5" name="Rechteck 363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6" name="Rechteck 363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7" name="Rechteck 363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8" name="Rechteck 363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39" name="Rechteck 363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0" name="Rechteck 363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41" name="Rechteck 364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615" name="Textfeld 36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613" name="Textfeld 36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489" name="Gruppieren 3488"/>
            <p:cNvGrpSpPr/>
            <p:nvPr/>
          </p:nvGrpSpPr>
          <p:grpSpPr>
            <a:xfrm>
              <a:off x="4453280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3590" name="Gruppieren 358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592" name="Gruppieren 359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594" name="Rechteck 35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5" name="Rechteck 359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6" name="Ellipse 359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7" name="Ellipse 359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98" name="Ellipse 35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99" name="Ellipse 35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0" name="Ellipse 35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1" name="Ellipse 36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602" name="Ellipse 360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3" name="Ellipse 360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4" name="Rechteck 360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5" name="Rechteck 360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6" name="Rechteck 360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7" name="Rechteck 360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8" name="Rechteck 360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09" name="Rechteck 360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0" name="Rechteck 360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611" name="Rechteck 361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93" name="Textfeld 359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3591" name="Textfeld 359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490" name="Gruppieren 3489"/>
            <p:cNvGrpSpPr/>
            <p:nvPr/>
          </p:nvGrpSpPr>
          <p:grpSpPr>
            <a:xfrm>
              <a:off x="4778106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60" name="Gruppieren 355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62" name="Gruppieren 356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64" name="Rechteck 356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65" name="Rechteck 356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6" name="Ellipse 356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7" name="Ellipse 356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68" name="Textfeld 356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69" name="Textfeld 356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70" name="Ellipse 356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1" name="Ellipse 357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2" name="Textfeld 357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73" name="Textfeld 357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74" name="Ellipse 357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5" name="Ellipse 357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76" name="Textfeld 357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577" name="Textfeld 357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578" name="Ellipse 357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79" name="Ellipse 357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0" name="Textfeld 357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581" name="Textfeld 358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582" name="Rechteck 358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3" name="Rechteck 358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4" name="Rechteck 358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5" name="Rechteck 358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6" name="Rechteck 358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7" name="Rechteck 358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8" name="Rechteck 358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89" name="Rechteck 358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63" name="Textfeld 356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561" name="Textfeld 356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3491" name="Gruppieren 3490"/>
            <p:cNvGrpSpPr/>
            <p:nvPr/>
          </p:nvGrpSpPr>
          <p:grpSpPr>
            <a:xfrm>
              <a:off x="5102318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3530" name="Gruppieren 352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532" name="Gruppieren 353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34" name="Rechteck 353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35" name="Rechteck 353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6" name="Ellipse 353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7" name="Ellipse 353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38" name="Textfeld 353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39" name="Textfeld 353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40" name="Ellipse 353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1" name="Ellipse 354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2" name="Textfeld 354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3" name="Textfeld 354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4" name="Ellipse 354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5" name="Ellipse 354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6" name="Textfeld 354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7" name="Textfeld 354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48" name="Ellipse 35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49" name="Ellipse 35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0" name="Textfeld 354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51" name="Textfeld 355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52" name="Rechteck 355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3" name="Rechteck 355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4" name="Rechteck 355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5" name="Rechteck 355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6" name="Rechteck 355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7" name="Rechteck 355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8" name="Rechteck 355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59" name="Rechteck 355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533" name="Textfeld 3532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531" name="Textfeld 353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492" name="Rechteck 3491"/>
            <p:cNvSpPr/>
            <p:nvPr/>
          </p:nvSpPr>
          <p:spPr>
            <a:xfrm>
              <a:off x="4158557" y="1357566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493" name="Gruppieren 3492"/>
            <p:cNvGrpSpPr/>
            <p:nvPr/>
          </p:nvGrpSpPr>
          <p:grpSpPr>
            <a:xfrm>
              <a:off x="5429919" y="1278159"/>
              <a:ext cx="324950" cy="1652928"/>
              <a:chOff x="1694292" y="1141150"/>
              <a:chExt cx="324950" cy="1652928"/>
            </a:xfrm>
          </p:grpSpPr>
          <p:grpSp>
            <p:nvGrpSpPr>
              <p:cNvPr id="3526" name="Gruppieren 352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528" name="Rechteck 3527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529" name="Textfeld 35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527" name="Textfeld 35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3494" name="Textfeld 3493"/>
            <p:cNvSpPr txBox="1"/>
            <p:nvPr/>
          </p:nvSpPr>
          <p:spPr>
            <a:xfrm>
              <a:off x="2261157" y="2761421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BC8</a:t>
              </a:r>
            </a:p>
          </p:txBody>
        </p:sp>
        <p:grpSp>
          <p:nvGrpSpPr>
            <p:cNvPr id="3495" name="Gruppieren 3494"/>
            <p:cNvGrpSpPr/>
            <p:nvPr/>
          </p:nvGrpSpPr>
          <p:grpSpPr>
            <a:xfrm>
              <a:off x="3803505" y="1277106"/>
              <a:ext cx="327049" cy="1652928"/>
              <a:chOff x="1692193" y="1141150"/>
              <a:chExt cx="327049" cy="1652928"/>
            </a:xfrm>
          </p:grpSpPr>
          <p:grpSp>
            <p:nvGrpSpPr>
              <p:cNvPr id="3496" name="Gruppieren 34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98" name="Gruppieren 34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500" name="Rechteck 34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501" name="Rechteck 35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2" name="Ellipse 35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3" name="Ellipse 35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4" name="Textfeld 35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505" name="Textfeld 35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506" name="Ellipse 35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7" name="Ellipse 35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08" name="Textfeld 35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09" name="Textfeld 35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0" name="Ellipse 35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1" name="Ellipse 35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2" name="Textfeld 35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3" name="Textfeld 35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514" name="Ellipse 35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5" name="Ellipse 35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6" name="Textfeld 35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517" name="Textfeld 35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518" name="Rechteck 35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19" name="Rechteck 35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0" name="Rechteck 35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1" name="Rechteck 35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2" name="Rechteck 35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3" name="Rechteck 35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4" name="Rechteck 35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525" name="Rechteck 35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99" name="Textfeld 3498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497" name="Textfeld 34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  <p:sp>
        <p:nvSpPr>
          <p:cNvPr id="6363" name="Textfeld 6362"/>
          <p:cNvSpPr txBox="1"/>
          <p:nvPr/>
        </p:nvSpPr>
        <p:spPr>
          <a:xfrm>
            <a:off x="581114" y="393107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20-21</a:t>
            </a:r>
          </a:p>
        </p:txBody>
      </p:sp>
      <p:grpSp>
        <p:nvGrpSpPr>
          <p:cNvPr id="7033" name="Gruppieren 7032"/>
          <p:cNvGrpSpPr/>
          <p:nvPr/>
        </p:nvGrpSpPr>
        <p:grpSpPr>
          <a:xfrm>
            <a:off x="395599" y="2872756"/>
            <a:ext cx="5142591" cy="1652928"/>
            <a:chOff x="1956535" y="219231"/>
            <a:chExt cx="5142591" cy="1652928"/>
          </a:xfrm>
        </p:grpSpPr>
        <p:grpSp>
          <p:nvGrpSpPr>
            <p:cNvPr id="7034" name="Gruppieren 7033"/>
            <p:cNvGrpSpPr/>
            <p:nvPr/>
          </p:nvGrpSpPr>
          <p:grpSpPr>
            <a:xfrm>
              <a:off x="2200431" y="219231"/>
              <a:ext cx="324950" cy="1652928"/>
              <a:chOff x="1694292" y="1141150"/>
              <a:chExt cx="324950" cy="1652928"/>
            </a:xfrm>
          </p:grpSpPr>
          <p:grpSp>
            <p:nvGrpSpPr>
              <p:cNvPr id="7456" name="Gruppieren 745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7458" name="Gruppieren 745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7460" name="Rechteck 74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1" name="Rechteck 74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2" name="Ellipse 74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63" name="Ellipse 74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4" name="Ellipse 746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5" name="Ellipse 746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6" name="Ellipse 746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7" name="Ellipse 746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8" name="Ellipse 746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69" name="Ellipse 746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0" name="Rechteck 746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1" name="Rechteck 747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2" name="Rechteck 747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3" name="Rechteck 747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4" name="Rechteck 747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5" name="Rechteck 747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6" name="Rechteck 747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77" name="Rechteck 747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59" name="Textfeld 745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7457" name="Textfeld 74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7035" name="Rechteck 7034"/>
            <p:cNvSpPr/>
            <p:nvPr/>
          </p:nvSpPr>
          <p:spPr>
            <a:xfrm>
              <a:off x="1961047" y="381932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6" name="Rechteck 7035"/>
            <p:cNvSpPr/>
            <p:nvPr/>
          </p:nvSpPr>
          <p:spPr>
            <a:xfrm>
              <a:off x="2037823" y="563332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7" name="Rechteck 7036"/>
            <p:cNvSpPr/>
            <p:nvPr/>
          </p:nvSpPr>
          <p:spPr>
            <a:xfrm>
              <a:off x="1994349" y="606008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8" name="Rechteck 7037"/>
            <p:cNvSpPr/>
            <p:nvPr/>
          </p:nvSpPr>
          <p:spPr>
            <a:xfrm>
              <a:off x="2038493" y="117182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7039" name="Rechteck 7038"/>
            <p:cNvSpPr/>
            <p:nvPr/>
          </p:nvSpPr>
          <p:spPr>
            <a:xfrm>
              <a:off x="1995019" y="121449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7040" name="Gruppieren 7039"/>
            <p:cNvGrpSpPr/>
            <p:nvPr/>
          </p:nvGrpSpPr>
          <p:grpSpPr>
            <a:xfrm>
              <a:off x="2850846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426" name="Gruppieren 742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428" name="Gruppieren 74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30" name="Rechteck 74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31" name="Rechteck 74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2" name="Ellipse 74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3" name="Ellipse 74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4" name="Textfeld 74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35" name="Textfeld 74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36" name="Ellipse 74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7" name="Ellipse 74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38" name="Textfeld 74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39" name="Textfeld 74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0" name="Ellipse 74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1" name="Ellipse 74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2" name="Textfeld 74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3" name="Textfeld 74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44" name="Ellipse 74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45" name="Ellipse 74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6" name="Textfeld 74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47" name="Textfeld 74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48" name="Rechteck 74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49" name="Rechteck 74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0" name="Rechteck 74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1" name="Rechteck 74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2" name="Rechteck 74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3" name="Rechteck 74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4" name="Rechteck 74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55" name="Rechteck 74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429" name="Textfeld 742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7427" name="Textfeld 74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1" name="Gruppieren 7040"/>
            <p:cNvGrpSpPr/>
            <p:nvPr/>
          </p:nvGrpSpPr>
          <p:grpSpPr>
            <a:xfrm>
              <a:off x="3174825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96" name="Gruppieren 739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98" name="Gruppieren 739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400" name="Rechteck 739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401" name="Rechteck 740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2" name="Ellipse 740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3" name="Ellipse 740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4" name="Textfeld 740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405" name="Textfeld 740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406" name="Ellipse 740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7" name="Ellipse 740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08" name="Textfeld 740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09" name="Textfeld 740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0" name="Ellipse 740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1" name="Ellipse 741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2" name="Textfeld 741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3" name="Textfeld 741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414" name="Ellipse 741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5" name="Ellipse 741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6" name="Textfeld 741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417" name="Textfeld 741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418" name="Rechteck 741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19" name="Rechteck 741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0" name="Rechteck 741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1" name="Rechteck 742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2" name="Rechteck 742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3" name="Rechteck 742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4" name="Rechteck 742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425" name="Rechteck 742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99" name="Textfeld 739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7397" name="Textfeld 739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2" name="Gruppieren 7041"/>
            <p:cNvGrpSpPr/>
            <p:nvPr/>
          </p:nvGrpSpPr>
          <p:grpSpPr>
            <a:xfrm>
              <a:off x="3498804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66" name="Gruppieren 736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68" name="Gruppieren 736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70" name="Rechteck 736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71" name="Rechteck 737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2" name="Ellipse 737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3" name="Ellipse 737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4" name="Textfeld 737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75" name="Textfeld 737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76" name="Ellipse 737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7" name="Ellipse 737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78" name="Textfeld 737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79" name="Textfeld 737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0" name="Ellipse 73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1" name="Ellipse 73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2" name="Textfeld 738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3" name="Textfeld 738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84" name="Ellipse 738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5" name="Ellipse 738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6" name="Textfeld 738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87" name="Textfeld 738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88" name="Rechteck 738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89" name="Rechteck 738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0" name="Rechteck 738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1" name="Rechteck 739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2" name="Rechteck 739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3" name="Rechteck 739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4" name="Rechteck 739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95" name="Rechteck 739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69" name="Textfeld 736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7367" name="Textfeld 736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3" name="Gruppieren 7042"/>
            <p:cNvGrpSpPr/>
            <p:nvPr/>
          </p:nvGrpSpPr>
          <p:grpSpPr>
            <a:xfrm>
              <a:off x="3822797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36" name="Gruppieren 733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38" name="Gruppieren 733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40" name="Rechteck 73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1" name="Rechteck 73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2" name="Ellipse 73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3" name="Ellipse 73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44" name="Textfeld 734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45" name="Textfeld 734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46" name="Ellipse 734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7" name="Ellipse 734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48" name="Textfeld 734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49" name="Textfeld 734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0" name="Ellipse 734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1" name="Ellipse 735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52" name="Textfeld 7351"/>
                  <p:cNvSpPr txBox="1"/>
                  <p:nvPr/>
                </p:nvSpPr>
                <p:spPr>
                  <a:xfrm>
                    <a:off x="1692643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3" name="Textfeld 735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54" name="Ellipse 735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5" name="Ellipse 735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6" name="Textfeld 735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57" name="Textfeld 735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58" name="Rechteck 735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59" name="Rechteck 735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0" name="Rechteck 735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1" name="Rechteck 736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2" name="Rechteck 736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3" name="Rechteck 736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4" name="Rechteck 736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65" name="Rechteck 736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39" name="Textfeld 73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7337" name="Textfeld 73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4" name="Gruppieren 7043"/>
            <p:cNvGrpSpPr/>
            <p:nvPr/>
          </p:nvGrpSpPr>
          <p:grpSpPr>
            <a:xfrm>
              <a:off x="4149722" y="219231"/>
              <a:ext cx="327049" cy="1652928"/>
              <a:chOff x="1692193" y="1141150"/>
              <a:chExt cx="327049" cy="1652928"/>
            </a:xfrm>
          </p:grpSpPr>
          <p:grpSp>
            <p:nvGrpSpPr>
              <p:cNvPr id="7306" name="Gruppieren 73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7308" name="Gruppieren 73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310" name="Rechteck 73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11" name="Rechteck 73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2" name="Ellipse 73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3" name="Ellipse 73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4" name="Textfeld 73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315" name="Textfeld 73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316" name="Ellipse 73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7" name="Ellipse 73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18" name="Textfeld 73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19" name="Textfeld 731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0" name="Ellipse 73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1" name="Ellipse 73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2" name="Textfeld 732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3" name="Textfeld 732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324" name="Ellipse 73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325" name="Ellipse 73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6" name="Textfeld 73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327" name="Textfeld 73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328" name="Rechteck 73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29" name="Rechteck 73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0" name="Rechteck 73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1" name="Rechteck 73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2" name="Rechteck 73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3" name="Rechteck 73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4" name="Rechteck 73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35" name="Rechteck 73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309" name="Textfeld 73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7307" name="Textfeld 73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7045" name="Gruppieren 7044"/>
            <p:cNvGrpSpPr/>
            <p:nvPr/>
          </p:nvGrpSpPr>
          <p:grpSpPr>
            <a:xfrm>
              <a:off x="5116123" y="219231"/>
              <a:ext cx="420326" cy="1652928"/>
              <a:chOff x="1688847" y="1141150"/>
              <a:chExt cx="420326" cy="1652928"/>
            </a:xfrm>
          </p:grpSpPr>
          <p:grpSp>
            <p:nvGrpSpPr>
              <p:cNvPr id="7276" name="Gruppieren 7275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7278" name="Gruppieren 727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80" name="Rechteck 727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81" name="Rechteck 728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2" name="Ellipse 728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3" name="Ellipse 728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4" name="Textfeld 728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85" name="Textfeld 728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86" name="Ellipse 728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7" name="Ellipse 728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88" name="Textfeld 728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89" name="Textfeld 728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0" name="Ellipse 728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1" name="Ellipse 729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2" name="Textfeld 729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93" name="Textfeld 729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94" name="Ellipse 729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5" name="Ellipse 729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6" name="Textfeld 729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7" name="Textfeld 729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98" name="Rechteck 729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99" name="Rechteck 729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0" name="Rechteck 729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1" name="Rechteck 730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2" name="Rechteck 730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3" name="Rechteck 730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4" name="Rechteck 730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305" name="Rechteck 730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79" name="Textfeld 7278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7277" name="Textfeld 727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EL3164</a:t>
                </a:r>
              </a:p>
            </p:txBody>
          </p:sp>
        </p:grpSp>
        <p:grpSp>
          <p:nvGrpSpPr>
            <p:cNvPr id="7046" name="Gruppieren 7045"/>
            <p:cNvGrpSpPr/>
            <p:nvPr/>
          </p:nvGrpSpPr>
          <p:grpSpPr>
            <a:xfrm>
              <a:off x="4796588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246" name="Gruppieren 7245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248" name="Gruppieren 724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50" name="Rechteck 724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51" name="Rechteck 725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2" name="Ellipse 725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3" name="Ellipse 725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4" name="Textfeld 725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55" name="Textfeld 725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56" name="Ellipse 72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7" name="Ellipse 72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58" name="Textfeld 72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59" name="Textfeld 7258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0" name="Ellipse 72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1" name="Ellipse 72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2" name="Textfeld 726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63" name="Textfeld 72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64" name="Ellipse 72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5" name="Ellipse 72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6" name="Textfeld 726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7" name="Textfeld 726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268" name="Rechteck 726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69" name="Rechteck 726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0" name="Rechteck 726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1" name="Rechteck 727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2" name="Rechteck 727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3" name="Rechteck 727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4" name="Rechteck 727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75" name="Rechteck 727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49" name="Textfeld 7248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7247" name="Textfeld 724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grpSp>
          <p:nvGrpSpPr>
            <p:cNvPr id="7047" name="Gruppieren 7046"/>
            <p:cNvGrpSpPr/>
            <p:nvPr/>
          </p:nvGrpSpPr>
          <p:grpSpPr>
            <a:xfrm>
              <a:off x="5448176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216" name="Gruppieren 721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218" name="Gruppieren 721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220" name="Rechteck 721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1" name="Rechteck 722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2" name="Ellipse 722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223" name="Ellipse 722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4" name="Textfeld 722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225" name="Textfeld 722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226" name="Ellipse 72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7" name="Ellipse 72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28" name="Textfeld 722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29" name="Textfeld 722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0" name="Ellipse 722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1" name="Ellipse 723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2" name="Textfeld 723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233" name="Textfeld 723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34" name="Ellipse 723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5" name="Ellipse 723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6" name="Textfeld 723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7" name="Textfeld 723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7238" name="Rechteck 723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39" name="Rechteck 723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0" name="Rechteck 723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1" name="Rechteck 724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2" name="Rechteck 724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3" name="Rechteck 724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4" name="Rechteck 724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45" name="Rechteck 724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219" name="Textfeld 721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7217" name="Textfeld 721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EL3054</a:t>
                </a:r>
              </a:p>
            </p:txBody>
          </p:sp>
        </p:grpSp>
        <p:grpSp>
          <p:nvGrpSpPr>
            <p:cNvPr id="7048" name="Gruppieren 7047"/>
            <p:cNvGrpSpPr/>
            <p:nvPr/>
          </p:nvGrpSpPr>
          <p:grpSpPr>
            <a:xfrm>
              <a:off x="5770847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86" name="Gruppieren 718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88" name="Gruppieren 718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90" name="Rechteck 71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1" name="Rechteck 719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2" name="Ellipse 719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93" name="Ellipse 719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4" name="Textfeld 719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95" name="Textfeld 719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96" name="Ellipse 719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7" name="Ellipse 719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98" name="Textfeld 719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99" name="Textfeld 719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200" name="Ellipse 719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1" name="Ellipse 720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2" name="Textfeld 720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7203" name="Textfeld 720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7204" name="Ellipse 720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5" name="Ellipse 720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6" name="Textfeld 720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7207" name="Textfeld 720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7208" name="Rechteck 720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09" name="Rechteck 720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0" name="Rechteck 720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1" name="Rechteck 721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2" name="Rechteck 721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3" name="Rechteck 721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4" name="Rechteck 721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215" name="Rechteck 721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89" name="Textfeld 718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7187" name="Textfeld 718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EL3058</a:t>
                </a:r>
              </a:p>
            </p:txBody>
          </p:sp>
        </p:grpSp>
        <p:grpSp>
          <p:nvGrpSpPr>
            <p:cNvPr id="7049" name="Gruppieren 7048"/>
            <p:cNvGrpSpPr/>
            <p:nvPr/>
          </p:nvGrpSpPr>
          <p:grpSpPr>
            <a:xfrm>
              <a:off x="6093884" y="225905"/>
              <a:ext cx="357561" cy="1646254"/>
              <a:chOff x="1692724" y="1147824"/>
              <a:chExt cx="357561" cy="1646254"/>
            </a:xfrm>
          </p:grpSpPr>
          <p:grpSp>
            <p:nvGrpSpPr>
              <p:cNvPr id="7156" name="Gruppieren 7155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7158" name="Gruppieren 7157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7160" name="Rechteck 715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61" name="Rechteck 716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2" name="Ellipse 716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3" name="Ellipse 716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4" name="Textfeld 716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65" name="Textfeld 716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66" name="Ellipse 716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7" name="Ellipse 716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68" name="Textfeld 7167"/>
                  <p:cNvSpPr txBox="1"/>
                  <p:nvPr/>
                </p:nvSpPr>
                <p:spPr>
                  <a:xfrm>
                    <a:off x="1704893" y="196092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69" name="Textfeld 7168"/>
                  <p:cNvSpPr txBox="1"/>
                  <p:nvPr/>
                </p:nvSpPr>
                <p:spPr>
                  <a:xfrm>
                    <a:off x="1828246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0" name="Ellipse 716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1" name="Ellipse 717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2" name="Textfeld 717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3" name="Textfeld 717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74" name="Ellipse 717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5" name="Ellipse 717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6" name="Textfeld 717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77" name="Textfeld 717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78" name="Rechteck 717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79" name="Rechteck 717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0" name="Rechteck 717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1" name="Rechteck 718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2" name="Rechteck 718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3" name="Rechteck 718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4" name="Rechteck 718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85" name="Rechteck 718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59" name="Textfeld 715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7157" name="Textfeld 715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0" name="Gruppieren 7049"/>
            <p:cNvGrpSpPr/>
            <p:nvPr/>
          </p:nvGrpSpPr>
          <p:grpSpPr>
            <a:xfrm>
              <a:off x="6415859" y="225905"/>
              <a:ext cx="358092" cy="1646254"/>
              <a:chOff x="1692193" y="1147824"/>
              <a:chExt cx="358092" cy="1646254"/>
            </a:xfrm>
          </p:grpSpPr>
          <p:grpSp>
            <p:nvGrpSpPr>
              <p:cNvPr id="7126" name="Gruppieren 7125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7128" name="Gruppieren 712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130" name="Rechteck 712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31" name="Rechteck 713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2" name="Ellipse 713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3" name="Ellipse 713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4" name="Textfeld 713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35" name="Textfeld 713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36" name="Ellipse 713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7" name="Ellipse 713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38" name="Textfeld 713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39" name="Textfeld 713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0" name="Ellipse 713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1" name="Ellipse 714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2" name="Textfeld 7141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3" name="Textfeld 714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7144" name="Ellipse 714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5" name="Ellipse 714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6" name="Textfeld 714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47" name="Textfeld 714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48" name="Rechteck 714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49" name="Rechteck 714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0" name="Rechteck 714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1" name="Rechteck 715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2" name="Rechteck 715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3" name="Rechteck 715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4" name="Rechteck 715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55" name="Rechteck 715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129" name="Textfeld 7128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7127" name="Textfeld 712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7051" name="Gruppieren 7050"/>
            <p:cNvGrpSpPr/>
            <p:nvPr/>
          </p:nvGrpSpPr>
          <p:grpSpPr>
            <a:xfrm>
              <a:off x="6743133" y="225905"/>
              <a:ext cx="355993" cy="1646254"/>
              <a:chOff x="1694292" y="1147824"/>
              <a:chExt cx="355993" cy="1646254"/>
            </a:xfrm>
          </p:grpSpPr>
          <p:grpSp>
            <p:nvGrpSpPr>
              <p:cNvPr id="7122" name="Gruppieren 7121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7124" name="Rechteck 712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125" name="Textfeld 712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7123" name="Textfeld 71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grpSp>
          <p:nvGrpSpPr>
            <p:cNvPr id="7052" name="Gruppieren 7051"/>
            <p:cNvGrpSpPr/>
            <p:nvPr/>
          </p:nvGrpSpPr>
          <p:grpSpPr>
            <a:xfrm>
              <a:off x="4473934" y="219231"/>
              <a:ext cx="371759" cy="1652928"/>
              <a:chOff x="1692193" y="1141150"/>
              <a:chExt cx="371759" cy="1652928"/>
            </a:xfrm>
          </p:grpSpPr>
          <p:grpSp>
            <p:nvGrpSpPr>
              <p:cNvPr id="7092" name="Gruppieren 7091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7094" name="Gruppieren 70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7096" name="Rechteck 70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97" name="Rechteck 70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8" name="Ellipse 70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9" name="Ellipse 70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0" name="Textfeld 70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7101" name="Textfeld 71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7102" name="Ellipse 71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3" name="Ellipse 71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4" name="Textfeld 71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5" name="Textfeld 7104"/>
                  <p:cNvSpPr txBox="1"/>
                  <p:nvPr/>
                </p:nvSpPr>
                <p:spPr>
                  <a:xfrm>
                    <a:off x="1812371" y="19695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06" name="Ellipse 71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7" name="Ellipse 71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08" name="Textfeld 71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7109" name="Textfeld 7108"/>
                  <p:cNvSpPr txBox="1"/>
                  <p:nvPr/>
                </p:nvSpPr>
                <p:spPr>
                  <a:xfrm>
                    <a:off x="1819252" y="21952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7110" name="Ellipse 71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1" name="Ellipse 71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2" name="Textfeld 71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3" name="Textfeld 71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7114" name="Rechteck 71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5" name="Rechteck 71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6" name="Rechteck 71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7" name="Rechteck 71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8" name="Rechteck 71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19" name="Rechteck 71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0" name="Rechteck 71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121" name="Rechteck 71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7095" name="Textfeld 7094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7093" name="Textfeld 70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7053" name="Textfeld 7052"/>
            <p:cNvSpPr txBox="1"/>
            <p:nvPr/>
          </p:nvSpPr>
          <p:spPr>
            <a:xfrm>
              <a:off x="1956535" y="1702276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BC4</a:t>
              </a:r>
            </a:p>
          </p:txBody>
        </p:sp>
        <p:grpSp>
          <p:nvGrpSpPr>
            <p:cNvPr id="7054" name="Gruppieren 7053"/>
            <p:cNvGrpSpPr/>
            <p:nvPr/>
          </p:nvGrpSpPr>
          <p:grpSpPr>
            <a:xfrm>
              <a:off x="2526020" y="269422"/>
              <a:ext cx="324950" cy="1602737"/>
              <a:chOff x="2526020" y="269422"/>
              <a:chExt cx="324950" cy="1602737"/>
            </a:xfrm>
          </p:grpSpPr>
          <p:sp>
            <p:nvSpPr>
              <p:cNvPr id="7055" name="Rechteck 7054"/>
              <p:cNvSpPr/>
              <p:nvPr/>
            </p:nvSpPr>
            <p:spPr>
              <a:xfrm>
                <a:off x="2533990" y="269422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6" name="Ellipse 7055"/>
              <p:cNvSpPr/>
              <p:nvPr/>
            </p:nvSpPr>
            <p:spPr>
              <a:xfrm>
                <a:off x="2589784" y="78460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57" name="Ellipse 7056"/>
              <p:cNvSpPr/>
              <p:nvPr/>
            </p:nvSpPr>
            <p:spPr>
              <a:xfrm>
                <a:off x="2715430" y="78460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8" name="Ellipse 7057"/>
              <p:cNvSpPr/>
              <p:nvPr/>
            </p:nvSpPr>
            <p:spPr>
              <a:xfrm>
                <a:off x="2591917" y="90033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59" name="Ellipse 7058"/>
              <p:cNvSpPr/>
              <p:nvPr/>
            </p:nvSpPr>
            <p:spPr>
              <a:xfrm>
                <a:off x="2718638" y="90033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0" name="Textfeld 7059"/>
              <p:cNvSpPr txBox="1"/>
              <p:nvPr/>
            </p:nvSpPr>
            <p:spPr>
              <a:xfrm>
                <a:off x="2582744" y="280578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2</a:t>
                </a:r>
              </a:p>
            </p:txBody>
          </p:sp>
          <p:sp>
            <p:nvSpPr>
              <p:cNvPr id="7061" name="Textfeld 7060"/>
              <p:cNvSpPr txBox="1"/>
              <p:nvPr/>
            </p:nvSpPr>
            <p:spPr>
              <a:xfrm>
                <a:off x="2526020" y="1706386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EL1808</a:t>
                </a:r>
              </a:p>
            </p:txBody>
          </p:sp>
          <p:sp>
            <p:nvSpPr>
              <p:cNvPr id="7062" name="Ellipse 7061"/>
              <p:cNvSpPr/>
              <p:nvPr/>
            </p:nvSpPr>
            <p:spPr>
              <a:xfrm>
                <a:off x="2590158" y="1017421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3" name="Ellipse 7062"/>
              <p:cNvSpPr/>
              <p:nvPr/>
            </p:nvSpPr>
            <p:spPr>
              <a:xfrm>
                <a:off x="2715804" y="1017421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4" name="Ellipse 7063"/>
              <p:cNvSpPr/>
              <p:nvPr/>
            </p:nvSpPr>
            <p:spPr>
              <a:xfrm>
                <a:off x="2592291" y="1133154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5" name="Ellipse 7064"/>
              <p:cNvSpPr/>
              <p:nvPr/>
            </p:nvSpPr>
            <p:spPr>
              <a:xfrm>
                <a:off x="2719012" y="1133154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6" name="Ellipse 7065"/>
              <p:cNvSpPr/>
              <p:nvPr/>
            </p:nvSpPr>
            <p:spPr>
              <a:xfrm>
                <a:off x="2595289" y="125068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67" name="Ellipse 7066"/>
              <p:cNvSpPr/>
              <p:nvPr/>
            </p:nvSpPr>
            <p:spPr>
              <a:xfrm>
                <a:off x="2720935" y="125068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8" name="Ellipse 7067"/>
              <p:cNvSpPr/>
              <p:nvPr/>
            </p:nvSpPr>
            <p:spPr>
              <a:xfrm>
                <a:off x="2597422" y="136641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69" name="Ellipse 7068"/>
              <p:cNvSpPr/>
              <p:nvPr/>
            </p:nvSpPr>
            <p:spPr>
              <a:xfrm>
                <a:off x="2724143" y="136641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0" name="Ellipse 7069"/>
              <p:cNvSpPr/>
              <p:nvPr/>
            </p:nvSpPr>
            <p:spPr>
              <a:xfrm>
                <a:off x="2595663" y="1483500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7071" name="Ellipse 7070"/>
              <p:cNvSpPr/>
              <p:nvPr/>
            </p:nvSpPr>
            <p:spPr>
              <a:xfrm>
                <a:off x="2721309" y="1483500"/>
                <a:ext cx="80420" cy="79775"/>
              </a:xfrm>
              <a:prstGeom prst="ellipse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2" name="Ellipse 7071"/>
              <p:cNvSpPr/>
              <p:nvPr/>
            </p:nvSpPr>
            <p:spPr>
              <a:xfrm>
                <a:off x="2597796" y="1599233"/>
                <a:ext cx="80420" cy="79775"/>
              </a:xfrm>
              <a:prstGeom prst="ellipse">
                <a:avLst/>
              </a:prstGeom>
              <a:solidFill>
                <a:schemeClr val="accent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73" name="Ellipse 7072"/>
              <p:cNvSpPr/>
              <p:nvPr/>
            </p:nvSpPr>
            <p:spPr>
              <a:xfrm>
                <a:off x="2724517" y="1599233"/>
                <a:ext cx="80420" cy="79775"/>
              </a:xfrm>
              <a:prstGeom prst="ellipse">
                <a:avLst/>
              </a:pr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74" name="Gruppieren 7073"/>
              <p:cNvGrpSpPr/>
              <p:nvPr/>
            </p:nvGrpSpPr>
            <p:grpSpPr>
              <a:xfrm>
                <a:off x="2595663" y="381169"/>
                <a:ext cx="196168" cy="386670"/>
                <a:chOff x="2599151" y="387353"/>
                <a:chExt cx="196168" cy="386670"/>
              </a:xfrm>
            </p:grpSpPr>
            <p:sp>
              <p:nvSpPr>
                <p:cNvPr id="7075" name="Rechteck 7074"/>
                <p:cNvSpPr/>
                <p:nvPr/>
              </p:nvSpPr>
              <p:spPr>
                <a:xfrm>
                  <a:off x="2599151" y="387353"/>
                  <a:ext cx="196168" cy="38667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6" name="Rechteck 7075"/>
                <p:cNvSpPr/>
                <p:nvPr/>
              </p:nvSpPr>
              <p:spPr>
                <a:xfrm>
                  <a:off x="2616985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7" name="Rechteck 7076"/>
                <p:cNvSpPr/>
                <p:nvPr/>
              </p:nvSpPr>
              <p:spPr>
                <a:xfrm>
                  <a:off x="2615650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8" name="Rechteck 7077"/>
                <p:cNvSpPr/>
                <p:nvPr/>
              </p:nvSpPr>
              <p:spPr>
                <a:xfrm>
                  <a:off x="2617748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9" name="Rechteck 7078"/>
                <p:cNvSpPr/>
                <p:nvPr/>
              </p:nvSpPr>
              <p:spPr>
                <a:xfrm>
                  <a:off x="2617747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0" name="Rechteck 7079"/>
                <p:cNvSpPr/>
                <p:nvPr/>
              </p:nvSpPr>
              <p:spPr>
                <a:xfrm>
                  <a:off x="2616630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1" name="Rechteck 7080"/>
                <p:cNvSpPr/>
                <p:nvPr/>
              </p:nvSpPr>
              <p:spPr>
                <a:xfrm>
                  <a:off x="2618470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2" name="Rechteck 7081"/>
                <p:cNvSpPr/>
                <p:nvPr/>
              </p:nvSpPr>
              <p:spPr>
                <a:xfrm>
                  <a:off x="2617393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3" name="Rechteck 7082"/>
                <p:cNvSpPr/>
                <p:nvPr/>
              </p:nvSpPr>
              <p:spPr>
                <a:xfrm>
                  <a:off x="2617392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4" name="Rechteck 7083"/>
                <p:cNvSpPr/>
                <p:nvPr/>
              </p:nvSpPr>
              <p:spPr>
                <a:xfrm>
                  <a:off x="2713242" y="40323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5" name="Rechteck 7084"/>
                <p:cNvSpPr/>
                <p:nvPr/>
              </p:nvSpPr>
              <p:spPr>
                <a:xfrm>
                  <a:off x="2715082" y="449841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6" name="Rechteck 7085"/>
                <p:cNvSpPr/>
                <p:nvPr/>
              </p:nvSpPr>
              <p:spPr>
                <a:xfrm>
                  <a:off x="2714005" y="497436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7" name="Rechteck 7086"/>
                <p:cNvSpPr/>
                <p:nvPr/>
              </p:nvSpPr>
              <p:spPr>
                <a:xfrm>
                  <a:off x="2714004" y="542694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8" name="Rechteck 7087"/>
                <p:cNvSpPr/>
                <p:nvPr/>
              </p:nvSpPr>
              <p:spPr>
                <a:xfrm>
                  <a:off x="2716062" y="589303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89" name="Rechteck 7088"/>
                <p:cNvSpPr/>
                <p:nvPr/>
              </p:nvSpPr>
              <p:spPr>
                <a:xfrm>
                  <a:off x="2714727" y="635912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0" name="Rechteck 7089"/>
                <p:cNvSpPr/>
                <p:nvPr/>
              </p:nvSpPr>
              <p:spPr>
                <a:xfrm>
                  <a:off x="2716825" y="683507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91" name="Rechteck 7090"/>
                <p:cNvSpPr/>
                <p:nvPr/>
              </p:nvSpPr>
              <p:spPr>
                <a:xfrm>
                  <a:off x="2716824" y="728765"/>
                  <a:ext cx="55847" cy="288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</p:grpSp>
        </p:grpSp>
      </p:grpSp>
      <p:grpSp>
        <p:nvGrpSpPr>
          <p:cNvPr id="8233" name="Gruppieren 8232"/>
          <p:cNvGrpSpPr/>
          <p:nvPr/>
        </p:nvGrpSpPr>
        <p:grpSpPr>
          <a:xfrm>
            <a:off x="3989662" y="4874917"/>
            <a:ext cx="2876963" cy="1654831"/>
            <a:chOff x="2584415" y="1276473"/>
            <a:chExt cx="2876963" cy="1654831"/>
          </a:xfrm>
        </p:grpSpPr>
        <p:grpSp>
          <p:nvGrpSpPr>
            <p:cNvPr id="8234" name="Gruppieren 8233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423" name="Gruppieren 842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425" name="Gruppieren 842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427" name="Rechteck 84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28" name="Rechteck 84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9" name="Ellipse 84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30" name="Ellipse 84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1" name="Ellipse 843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2" name="Ellipse 843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3" name="Ellipse 8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4" name="Ellipse 8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5" name="Ellipse 843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6" name="Ellipse 843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7" name="Rechteck 843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8" name="Rechteck 843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39" name="Rechteck 843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0" name="Rechteck 843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1" name="Rechteck 844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2" name="Rechteck 844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3" name="Rechteck 844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44" name="Rechteck 844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26" name="Textfeld 84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424" name="Textfeld 84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235" name="Rechteck 8234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6" name="Rechteck 8235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7" name="Rechteck 8236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8" name="Rechteck 8237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239" name="Rechteck 8238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240" name="Gruppieren 8239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93" name="Gruppieren 839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95" name="Gruppieren 839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97" name="Rechteck 839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98" name="Rechteck 839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9" name="Ellipse 839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0" name="Ellipse 839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1" name="Textfeld 840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402" name="Textfeld 840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403" name="Ellipse 840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4" name="Ellipse 840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5" name="Textfeld 840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6" name="Textfeld 840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07" name="Ellipse 84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8" name="Ellipse 84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09" name="Textfeld 84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0" name="Textfeld 84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11" name="Ellipse 84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12" name="Ellipse 84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3" name="Textfeld 84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414" name="Textfeld 84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415" name="Rechteck 84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6" name="Rechteck 84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7" name="Rechteck 84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8" name="Rechteck 84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19" name="Rechteck 84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0" name="Rechteck 84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1" name="Rechteck 84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22" name="Rechteck 84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96" name="Textfeld 839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394" name="Textfeld 839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241" name="Gruppieren 8240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63" name="Gruppieren 836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65" name="Gruppieren 836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67" name="Rechteck 836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68" name="Rechteck 836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9" name="Ellipse 836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0" name="Ellipse 836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1" name="Textfeld 837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72" name="Textfeld 837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373" name="Ellipse 83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4" name="Ellipse 83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5" name="Textfeld 83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76" name="Textfeld 83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377" name="Ellipse 83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8" name="Ellipse 83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79" name="Textfeld 837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80" name="Textfeld 837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381" name="Ellipse 83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2" name="Ellipse 83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3" name="Textfeld 838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84" name="Textfeld 838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385" name="Rechteck 838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6" name="Rechteck 838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7" name="Rechteck 838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8" name="Rechteck 838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89" name="Rechteck 838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0" name="Rechteck 838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1" name="Rechteck 839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92" name="Rechteck 839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66" name="Textfeld 836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364" name="Textfeld 836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242" name="Gruppieren 8241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341" name="Gruppieren 834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343" name="Gruppieren 834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345" name="Rechteck 834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46" name="Rechteck 834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7" name="Ellipse 834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8" name="Ellipse 834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9" name="Ellipse 83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0" name="Ellipse 83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1" name="Ellipse 835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52" name="Ellipse 835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3" name="Ellipse 835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4" name="Ellipse 835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5" name="Rechteck 835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6" name="Rechteck 835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7" name="Rechteck 835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8" name="Rechteck 835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59" name="Rechteck 835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0" name="Rechteck 835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1" name="Rechteck 836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62" name="Rechteck 836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44" name="Textfeld 834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342" name="Textfeld 834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243" name="Gruppieren 8242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311" name="Gruppieren 831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313" name="Gruppieren 831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315" name="Rechteck 831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16" name="Rechteck 831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7" name="Ellipse 831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8" name="Ellipse 831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9" name="Textfeld 831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320" name="Textfeld 831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321" name="Ellipse 832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2" name="Ellipse 832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3" name="Textfeld 832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4" name="Textfeld 8323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5" name="Ellipse 832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6" name="Ellipse 832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27" name="Textfeld 8326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8" name="Textfeld 8327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329" name="Ellipse 832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0" name="Ellipse 832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1" name="Textfeld 833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332" name="Textfeld 833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333" name="Rechteck 833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4" name="Rechteck 833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5" name="Rechteck 833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6" name="Rechteck 833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7" name="Rechteck 833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8" name="Rechteck 833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39" name="Rechteck 833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40" name="Rechteck 833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314" name="Textfeld 831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312" name="Textfeld 831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244" name="Gruppieren 8243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283" name="Gruppieren 8282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285" name="Gruppieren 8284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287" name="Rechteck 82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8" name="Rechteck 82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89" name="Ellipse 82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0" name="Ellipse 82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1" name="Textfeld 82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292" name="Textfeld 82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293" name="Ellipse 82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4" name="Ellipse 82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95" name="Ellipse 829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6" name="Ellipse 829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97" name="Textfeld 829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8" name="Textfeld 829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299" name="Ellipse 829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300" name="Ellipse 829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1" name="Textfeld 830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2" name="Textfeld 830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303" name="Rechteck 830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4" name="Rechteck 830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5" name="Rechteck 830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6" name="Rechteck 830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7" name="Rechteck 830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8" name="Rechteck 830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09" name="Rechteck 830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310" name="Rechteck 830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86" name="Textfeld 82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284" name="Textfeld 82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245" name="Gruppieren 8244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279" name="Gruppieren 8278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281" name="Rechteck 8280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282" name="Textfeld 828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280" name="Textfeld 8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246" name="Rechteck 8245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247" name="Gruppieren 8246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253" name="Gruppieren 8252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255" name="Gruppieren 8254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257" name="Rechteck 82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58" name="Rechteck 82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59" name="Ellipse 82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0" name="Ellipse 82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1" name="Ellipse 82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2" name="Ellipse 82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3" name="Textfeld 826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4" name="Textfeld 826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265" name="Ellipse 826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6" name="Ellipse 826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67" name="Textfeld 8266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8" name="Textfeld 8267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269" name="Ellipse 826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0" name="Ellipse 826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1" name="Rechteck 82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2" name="Rechteck 82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3" name="Rechteck 8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4" name="Rechteck 8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5" name="Rechteck 8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6" name="Rechteck 8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7" name="Rechteck 8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278" name="Rechteck 8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256" name="Textfeld 82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254" name="Textfeld 82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248" name="Textfeld 8247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BC9</a:t>
              </a:r>
            </a:p>
          </p:txBody>
        </p:sp>
        <p:sp>
          <p:nvSpPr>
            <p:cNvPr id="8249" name="Textfeld 8248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250" name="Textfeld 8249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251" name="Textfeld 8250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252" name="Textfeld 8251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445" name="Gruppieren 8444"/>
          <p:cNvGrpSpPr/>
          <p:nvPr/>
        </p:nvGrpSpPr>
        <p:grpSpPr>
          <a:xfrm>
            <a:off x="6987010" y="4867199"/>
            <a:ext cx="2876963" cy="1654831"/>
            <a:chOff x="2584415" y="1276473"/>
            <a:chExt cx="2876963" cy="1654831"/>
          </a:xfrm>
        </p:grpSpPr>
        <p:grpSp>
          <p:nvGrpSpPr>
            <p:cNvPr id="8446" name="Gruppieren 8445"/>
            <p:cNvGrpSpPr/>
            <p:nvPr/>
          </p:nvGrpSpPr>
          <p:grpSpPr>
            <a:xfrm>
              <a:off x="2828816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635" name="Gruppieren 8634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637" name="Gruppieren 8636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639" name="Rechteck 863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0" name="Rechteck 863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1" name="Ellipse 864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42" name="Ellipse 864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3" name="Ellipse 864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4" name="Ellipse 864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5" name="Ellipse 86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6" name="Ellipse 86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7" name="Ellipse 8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8" name="Ellipse 8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49" name="Rechteck 864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0" name="Rechteck 864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1" name="Rechteck 865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2" name="Rechteck 865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3" name="Rechteck 865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4" name="Rechteck 865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5" name="Rechteck 865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56" name="Rechteck 865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38" name="Textfeld 863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636" name="Textfeld 863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447" name="Rechteck 8446"/>
            <p:cNvSpPr/>
            <p:nvPr/>
          </p:nvSpPr>
          <p:spPr>
            <a:xfrm>
              <a:off x="2589432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8" name="Rechteck 8447"/>
            <p:cNvSpPr/>
            <p:nvPr/>
          </p:nvSpPr>
          <p:spPr>
            <a:xfrm>
              <a:off x="2666208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49" name="Rechteck 8448"/>
            <p:cNvSpPr/>
            <p:nvPr/>
          </p:nvSpPr>
          <p:spPr>
            <a:xfrm>
              <a:off x="2622734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0" name="Rechteck 8449"/>
            <p:cNvSpPr/>
            <p:nvPr/>
          </p:nvSpPr>
          <p:spPr>
            <a:xfrm>
              <a:off x="2666878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451" name="Rechteck 8450"/>
            <p:cNvSpPr/>
            <p:nvPr/>
          </p:nvSpPr>
          <p:spPr>
            <a:xfrm>
              <a:off x="2623404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452" name="Gruppieren 8451"/>
            <p:cNvGrpSpPr/>
            <p:nvPr/>
          </p:nvGrpSpPr>
          <p:grpSpPr>
            <a:xfrm>
              <a:off x="3143755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605" name="Gruppieren 860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607" name="Gruppieren 860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609" name="Rechteck 860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10" name="Rechteck 860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1" name="Ellipse 861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2" name="Ellipse 861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3" name="Textfeld 861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14" name="Textfeld 861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15" name="Ellipse 861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6" name="Ellipse 861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17" name="Textfeld 861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8" name="Textfeld 861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19" name="Ellipse 861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0" name="Ellipse 861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1" name="Textfeld 862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2" name="Textfeld 862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623" name="Ellipse 862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24" name="Ellipse 862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5" name="Textfeld 862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26" name="Textfeld 862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27" name="Rechteck 862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8" name="Rechteck 862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29" name="Rechteck 862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0" name="Rechteck 862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1" name="Rechteck 863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2" name="Rechteck 863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3" name="Rechteck 863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34" name="Rechteck 863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08" name="Textfeld 860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606" name="Textfeld 860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453" name="Gruppieren 8452"/>
            <p:cNvGrpSpPr/>
            <p:nvPr/>
          </p:nvGrpSpPr>
          <p:grpSpPr>
            <a:xfrm>
              <a:off x="3790510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75" name="Gruppieren 8574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77" name="Gruppieren 8576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79" name="Rechteck 857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80" name="Rechteck 857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1" name="Ellipse 858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2" name="Ellipse 858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3" name="Textfeld 858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84" name="Textfeld 858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585" name="Ellipse 858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6" name="Ellipse 858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87" name="Textfeld 8586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88" name="Textfeld 8587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589" name="Ellipse 85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0" name="Ellipse 85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1" name="Textfeld 8590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92" name="Textfeld 8591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593" name="Ellipse 859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4" name="Ellipse 859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5" name="Textfeld 8594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96" name="Textfeld 8595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597" name="Rechteck 859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8" name="Rechteck 859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99" name="Rechteck 859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0" name="Rechteck 859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1" name="Rechteck 860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2" name="Rechteck 860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3" name="Rechteck 860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04" name="Rechteck 860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78" name="Textfeld 857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576" name="Textfeld 857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454" name="Gruppieren 8453"/>
            <p:cNvGrpSpPr/>
            <p:nvPr/>
          </p:nvGrpSpPr>
          <p:grpSpPr>
            <a:xfrm>
              <a:off x="4116588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553" name="Gruppieren 855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555" name="Gruppieren 855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557" name="Rechteck 855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58" name="Rechteck 855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9" name="Ellipse 855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0" name="Ellipse 855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1" name="Ellipse 856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2" name="Ellipse 856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3" name="Ellipse 85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64" name="Ellipse 85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5" name="Ellipse 856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6" name="Ellipse 856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7" name="Rechteck 856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8" name="Rechteck 856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69" name="Rechteck 856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0" name="Rechteck 856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1" name="Rechteck 857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2" name="Rechteck 857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3" name="Rechteck 857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74" name="Rechteck 857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56" name="Textfeld 855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554" name="Textfeld 855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455" name="Gruppieren 8454"/>
            <p:cNvGrpSpPr/>
            <p:nvPr/>
          </p:nvGrpSpPr>
          <p:grpSpPr>
            <a:xfrm>
              <a:off x="4438482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523" name="Gruppieren 852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525" name="Gruppieren 852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527" name="Rechteck 852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28" name="Rechteck 852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9" name="Ellipse 852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0" name="Ellipse 852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31" name="Textfeld 853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32" name="Textfeld 853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33" name="Ellipse 853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4" name="Ellipse 853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5" name="Textfeld 853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6" name="Textfeld 8535"/>
                  <p:cNvSpPr txBox="1"/>
                  <p:nvPr/>
                </p:nvSpPr>
                <p:spPr>
                  <a:xfrm>
                    <a:off x="1831603" y="196279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37" name="Ellipse 853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8" name="Ellipse 853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39" name="Textfeld 8538"/>
                  <p:cNvSpPr txBox="1"/>
                  <p:nvPr/>
                </p:nvSpPr>
                <p:spPr>
                  <a:xfrm>
                    <a:off x="1702168" y="219371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0" name="Textfeld 8539"/>
                  <p:cNvSpPr txBox="1"/>
                  <p:nvPr/>
                </p:nvSpPr>
                <p:spPr>
                  <a:xfrm>
                    <a:off x="1830521" y="219278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541" name="Ellipse 85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2" name="Ellipse 85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3" name="Textfeld 854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544" name="Textfeld 854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545" name="Rechteck 854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6" name="Rechteck 854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7" name="Rechteck 854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8" name="Rechteck 854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49" name="Rechteck 854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0" name="Rechteck 854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1" name="Rechteck 855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52" name="Rechteck 855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526" name="Textfeld 852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524" name="Textfeld 852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456" name="Gruppieren 8455"/>
            <p:cNvGrpSpPr/>
            <p:nvPr/>
          </p:nvGrpSpPr>
          <p:grpSpPr>
            <a:xfrm>
              <a:off x="4765938" y="1278376"/>
              <a:ext cx="326518" cy="1652928"/>
              <a:chOff x="1692724" y="1141150"/>
              <a:chExt cx="326518" cy="1652928"/>
            </a:xfrm>
          </p:grpSpPr>
          <p:grpSp>
            <p:nvGrpSpPr>
              <p:cNvPr id="8495" name="Gruppieren 8494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8497" name="Gruppieren 8496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499" name="Rechteck 849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0" name="Rechteck 849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1" name="Ellipse 850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>
                      <a:lumMod val="75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2" name="Ellipse 850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3" name="Textfeld 8502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504" name="Textfeld 8503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505" name="Ellipse 85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6" name="Ellipse 85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07" name="Ellipse 85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8" name="Ellipse 85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09" name="Textfeld 850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0" name="Textfeld 850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511" name="Ellipse 851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512" name="Ellipse 851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3" name="Textfeld 851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4" name="Textfeld 851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515" name="Rechteck 851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6" name="Rechteck 851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7" name="Rechteck 851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8" name="Rechteck 851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19" name="Rechteck 851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0" name="Rechteck 851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1" name="Rechteck 852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522" name="Rechteck 852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98" name="Textfeld 849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496" name="Textfeld 849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457" name="Gruppieren 8456"/>
            <p:cNvGrpSpPr/>
            <p:nvPr/>
          </p:nvGrpSpPr>
          <p:grpSpPr>
            <a:xfrm>
              <a:off x="5091718" y="1278376"/>
              <a:ext cx="369660" cy="1652928"/>
              <a:chOff x="1694292" y="1141150"/>
              <a:chExt cx="369660" cy="1652928"/>
            </a:xfrm>
          </p:grpSpPr>
          <p:grpSp>
            <p:nvGrpSpPr>
              <p:cNvPr id="8491" name="Gruppieren 8490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sp>
              <p:nvSpPr>
                <p:cNvPr id="8493" name="Rechteck 8492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494" name="Textfeld 8493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8492" name="Textfeld 84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458" name="Rechteck 8457"/>
            <p:cNvSpPr/>
            <p:nvPr/>
          </p:nvSpPr>
          <p:spPr>
            <a:xfrm>
              <a:off x="3837925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459" name="Gruppieren 8458"/>
            <p:cNvGrpSpPr/>
            <p:nvPr/>
          </p:nvGrpSpPr>
          <p:grpSpPr>
            <a:xfrm>
              <a:off x="3468335" y="1276473"/>
              <a:ext cx="327049" cy="1652928"/>
              <a:chOff x="1692193" y="1141150"/>
              <a:chExt cx="327049" cy="1652928"/>
            </a:xfrm>
          </p:grpSpPr>
          <p:grpSp>
            <p:nvGrpSpPr>
              <p:cNvPr id="8465" name="Gruppieren 8464"/>
              <p:cNvGrpSpPr/>
              <p:nvPr/>
            </p:nvGrpSpPr>
            <p:grpSpPr>
              <a:xfrm>
                <a:off x="1692193" y="1141150"/>
                <a:ext cx="327049" cy="1488063"/>
                <a:chOff x="1692193" y="1141150"/>
                <a:chExt cx="327049" cy="1488063"/>
              </a:xfrm>
            </p:grpSpPr>
            <p:grpSp>
              <p:nvGrpSpPr>
                <p:cNvPr id="8467" name="Gruppieren 8466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469" name="Rechteck 8468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70" name="Rechteck 8469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1" name="Ellipse 8470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2" name="Ellipse 8471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3" name="Ellipse 847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4" name="Ellipse 847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5" name="Textfeld 847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6" name="Textfeld 847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477" name="Ellipse 847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8" name="Ellipse 847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79" name="Textfeld 8478"/>
                  <p:cNvSpPr txBox="1"/>
                  <p:nvPr/>
                </p:nvSpPr>
                <p:spPr>
                  <a:xfrm>
                    <a:off x="1708599" y="21834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0" name="Textfeld 8479"/>
                  <p:cNvSpPr txBox="1"/>
                  <p:nvPr/>
                </p:nvSpPr>
                <p:spPr>
                  <a:xfrm>
                    <a:off x="1835127" y="218250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481" name="Ellipse 848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2" name="Ellipse 848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3" name="Rechteck 84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4" name="Rechteck 84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5" name="Rechteck 84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6" name="Rechteck 84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7" name="Rechteck 84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8" name="Rechteck 84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89" name="Rechteck 84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490" name="Rechteck 84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468" name="Textfeld 8467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466" name="Textfeld 84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EL5152</a:t>
                </a:r>
              </a:p>
            </p:txBody>
          </p:sp>
        </p:grpSp>
        <p:sp>
          <p:nvSpPr>
            <p:cNvPr id="8460" name="Textfeld 8459"/>
            <p:cNvSpPr txBox="1"/>
            <p:nvPr/>
          </p:nvSpPr>
          <p:spPr>
            <a:xfrm>
              <a:off x="2584415" y="2763149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BC10</a:t>
              </a:r>
            </a:p>
          </p:txBody>
        </p:sp>
        <p:sp>
          <p:nvSpPr>
            <p:cNvPr id="8461" name="Textfeld 8460"/>
            <p:cNvSpPr txBox="1"/>
            <p:nvPr/>
          </p:nvSpPr>
          <p:spPr>
            <a:xfrm>
              <a:off x="3497825" y="1901474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A1</a:t>
              </a:r>
              <a:endParaRPr lang="de-DE" sz="1400" dirty="0"/>
            </a:p>
          </p:txBody>
        </p:sp>
        <p:sp>
          <p:nvSpPr>
            <p:cNvPr id="8462" name="Textfeld 8461"/>
            <p:cNvSpPr txBox="1"/>
            <p:nvPr/>
          </p:nvSpPr>
          <p:spPr>
            <a:xfrm>
              <a:off x="3620945" y="1901852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B1</a:t>
              </a:r>
              <a:endParaRPr lang="de-DE" sz="1400" dirty="0"/>
            </a:p>
          </p:txBody>
        </p:sp>
        <p:sp>
          <p:nvSpPr>
            <p:cNvPr id="8463" name="Textfeld 8462"/>
            <p:cNvSpPr txBox="1"/>
            <p:nvPr/>
          </p:nvSpPr>
          <p:spPr>
            <a:xfrm>
              <a:off x="3501024" y="2589890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A2</a:t>
              </a:r>
              <a:endParaRPr lang="de-DE" sz="1400" dirty="0"/>
            </a:p>
          </p:txBody>
        </p:sp>
        <p:sp>
          <p:nvSpPr>
            <p:cNvPr id="8464" name="Textfeld 8463"/>
            <p:cNvSpPr txBox="1"/>
            <p:nvPr/>
          </p:nvSpPr>
          <p:spPr>
            <a:xfrm>
              <a:off x="3624144" y="2590268"/>
              <a:ext cx="166687" cy="177312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1">
              <a:noAutofit/>
            </a:bodyPr>
            <a:lstStyle/>
            <a:p>
              <a:r>
                <a:rPr lang="de-DE" sz="900" dirty="0"/>
                <a:t>B2</a:t>
              </a:r>
              <a:endParaRPr lang="de-DE" sz="1400" dirty="0"/>
            </a:p>
          </p:txBody>
        </p:sp>
      </p:grpSp>
      <p:grpSp>
        <p:nvGrpSpPr>
          <p:cNvPr id="8657" name="Gruppieren 8656"/>
          <p:cNvGrpSpPr/>
          <p:nvPr/>
        </p:nvGrpSpPr>
        <p:grpSpPr>
          <a:xfrm>
            <a:off x="10059305" y="4843030"/>
            <a:ext cx="2520106" cy="1653719"/>
            <a:chOff x="2585049" y="1277585"/>
            <a:chExt cx="2520106" cy="1653719"/>
          </a:xfrm>
        </p:grpSpPr>
        <p:grpSp>
          <p:nvGrpSpPr>
            <p:cNvPr id="8658" name="Gruppieren 8657"/>
            <p:cNvGrpSpPr/>
            <p:nvPr/>
          </p:nvGrpSpPr>
          <p:grpSpPr>
            <a:xfrm>
              <a:off x="282881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818" name="Gruppieren 8817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820" name="Gruppieren 8819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822" name="Rechteck 882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3" name="Rechteck 882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4" name="Ellipse 882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25" name="Ellipse 882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6" name="Ellipse 882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7" name="Ellipse 882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8" name="Ellipse 882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29" name="Ellipse 882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0" name="Ellipse 882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1" name="Ellipse 883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2" name="Rechteck 88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3" name="Rechteck 88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4" name="Rechteck 88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5" name="Rechteck 88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6" name="Rechteck 88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7" name="Rechteck 88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8" name="Rechteck 88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39" name="Rechteck 88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21" name="Textfeld 882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8819" name="Textfeld 8818"/>
              <p:cNvSpPr txBox="1"/>
              <p:nvPr/>
            </p:nvSpPr>
            <p:spPr>
              <a:xfrm>
                <a:off x="1694292" y="2628305"/>
                <a:ext cx="32078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659" name="Rechteck 8658"/>
            <p:cNvSpPr/>
            <p:nvPr/>
          </p:nvSpPr>
          <p:spPr>
            <a:xfrm>
              <a:off x="2589431" y="144107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0" name="Rechteck 8659"/>
            <p:cNvSpPr/>
            <p:nvPr/>
          </p:nvSpPr>
          <p:spPr>
            <a:xfrm>
              <a:off x="2666207" y="162247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1" name="Rechteck 8660"/>
            <p:cNvSpPr/>
            <p:nvPr/>
          </p:nvSpPr>
          <p:spPr>
            <a:xfrm>
              <a:off x="2622733" y="166515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2" name="Rechteck 8661"/>
            <p:cNvSpPr/>
            <p:nvPr/>
          </p:nvSpPr>
          <p:spPr>
            <a:xfrm>
              <a:off x="2666877" y="223096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663" name="Rechteck 8662"/>
            <p:cNvSpPr/>
            <p:nvPr/>
          </p:nvSpPr>
          <p:spPr>
            <a:xfrm>
              <a:off x="2623403" y="227364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664" name="Gruppieren 8663"/>
            <p:cNvGrpSpPr/>
            <p:nvPr/>
          </p:nvGrpSpPr>
          <p:grpSpPr>
            <a:xfrm>
              <a:off x="3143754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88" name="Gruppieren 878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90" name="Gruppieren 878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92" name="Rechteck 879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93" name="Rechteck 879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4" name="Ellipse 879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5" name="Ellipse 879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6" name="Textfeld 879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97" name="Textfeld 879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98" name="Ellipse 879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99" name="Ellipse 879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0" name="Textfeld 879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1" name="Textfeld 880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2" name="Ellipse 880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3" name="Ellipse 880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4" name="Textfeld 880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5" name="Textfeld 880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806" name="Ellipse 880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07" name="Ellipse 880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08" name="Textfeld 880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809" name="Textfeld 880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810" name="Rechteck 880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1" name="Rechteck 881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2" name="Rechteck 881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3" name="Rechteck 881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4" name="Rechteck 881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5" name="Rechteck 881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6" name="Rechteck 881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17" name="Rechteck 881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91" name="Textfeld 879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8789" name="Textfeld 87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665" name="Gruppieren 8664"/>
            <p:cNvGrpSpPr/>
            <p:nvPr/>
          </p:nvGrpSpPr>
          <p:grpSpPr>
            <a:xfrm>
              <a:off x="3803209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58" name="Gruppieren 8757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60" name="Gruppieren 8759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62" name="Rechteck 876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63" name="Rechteck 876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4" name="Ellipse 876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5" name="Ellipse 876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6" name="Textfeld 8765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67" name="Textfeld 8766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8768" name="Ellipse 876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69" name="Ellipse 876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0" name="Textfeld 8769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71" name="Textfeld 8770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8772" name="Ellipse 877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3" name="Ellipse 877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4" name="Textfeld 877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75" name="Textfeld 877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8776" name="Ellipse 877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7" name="Ellipse 877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78" name="Textfeld 877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79" name="Textfeld 877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8780" name="Rechteck 877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1" name="Rechteck 878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2" name="Rechteck 878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3" name="Rechteck 878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4" name="Rechteck 878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5" name="Rechteck 878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6" name="Rechteck 878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87" name="Rechteck 878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61" name="Textfeld 8760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8759" name="Textfeld 875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666" name="Gruppieren 8665"/>
            <p:cNvGrpSpPr/>
            <p:nvPr/>
          </p:nvGrpSpPr>
          <p:grpSpPr>
            <a:xfrm>
              <a:off x="4129287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36" name="Gruppieren 8735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8738" name="Gruppieren 8737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8740" name="Rechteck 873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1" name="Rechteck 874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2" name="Ellipse 874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3" name="Ellipse 874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4" name="Ellipse 87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5" name="Ellipse 87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6" name="Ellipse 874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47" name="Ellipse 874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8" name="Ellipse 874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49" name="Ellipse 874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0" name="Rechteck 874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1" name="Rechteck 875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2" name="Rechteck 875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3" name="Rechteck 875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4" name="Rechteck 875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5" name="Rechteck 875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6" name="Rechteck 875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57" name="Rechteck 875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39" name="Textfeld 873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8737" name="Textfeld 873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667" name="Gruppieren 8666"/>
            <p:cNvGrpSpPr/>
            <p:nvPr/>
          </p:nvGrpSpPr>
          <p:grpSpPr>
            <a:xfrm>
              <a:off x="4451181" y="1278376"/>
              <a:ext cx="327049" cy="1652928"/>
              <a:chOff x="1692193" y="1141150"/>
              <a:chExt cx="327049" cy="1652928"/>
            </a:xfrm>
          </p:grpSpPr>
          <p:grpSp>
            <p:nvGrpSpPr>
              <p:cNvPr id="8706" name="Gruppieren 8705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8708" name="Gruppieren 8707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710" name="Rechteck 8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1" name="Rechteck 8710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2" name="Ellipse 8711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3" name="Ellipse 8712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14" name="Textfeld 8713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715" name="Textfeld 8714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716" name="Ellipse 871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7" name="Ellipse 871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18" name="Textfeld 871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19" name="Textfeld 8718"/>
                  <p:cNvSpPr txBox="1"/>
                  <p:nvPr/>
                </p:nvSpPr>
                <p:spPr>
                  <a:xfrm>
                    <a:off x="1815728" y="195961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0" name="Ellipse 871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1" name="Ellipse 872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22" name="Textfeld 8721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3" name="Textfeld 8722"/>
                  <p:cNvSpPr txBox="1"/>
                  <p:nvPr/>
                </p:nvSpPr>
                <p:spPr>
                  <a:xfrm>
                    <a:off x="1824171" y="2199134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724" name="Ellipse 872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5" name="Ellipse 872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6" name="Textfeld 8725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727" name="Textfeld 8726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728" name="Rechteck 8727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29" name="Rechteck 8728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0" name="Rechteck 8729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1" name="Rechteck 8730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2" name="Rechteck 8731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3" name="Rechteck 8732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4" name="Rechteck 8733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35" name="Rechteck 8734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709" name="Textfeld 8708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8707" name="Textfeld 8706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668" name="Gruppieren 8667"/>
            <p:cNvGrpSpPr/>
            <p:nvPr/>
          </p:nvGrpSpPr>
          <p:grpSpPr>
            <a:xfrm>
              <a:off x="4780205" y="1278376"/>
              <a:ext cx="324950" cy="1652928"/>
              <a:chOff x="1694292" y="1141150"/>
              <a:chExt cx="324950" cy="1652928"/>
            </a:xfrm>
          </p:grpSpPr>
          <p:grpSp>
            <p:nvGrpSpPr>
              <p:cNvPr id="8702" name="Gruppieren 870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8704" name="Rechteck 8703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705" name="Textfeld 870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8703" name="Textfeld 870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669" name="Rechteck 8668"/>
            <p:cNvSpPr/>
            <p:nvPr/>
          </p:nvSpPr>
          <p:spPr>
            <a:xfrm>
              <a:off x="3837924" y="1361788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8670" name="Gruppieren 8669"/>
            <p:cNvGrpSpPr/>
            <p:nvPr/>
          </p:nvGrpSpPr>
          <p:grpSpPr>
            <a:xfrm>
              <a:off x="3469788" y="1277585"/>
              <a:ext cx="331945" cy="1652928"/>
              <a:chOff x="1687297" y="1141150"/>
              <a:chExt cx="331945" cy="1652928"/>
            </a:xfrm>
          </p:grpSpPr>
          <p:grpSp>
            <p:nvGrpSpPr>
              <p:cNvPr id="8672" name="Gruppieren 8671"/>
              <p:cNvGrpSpPr/>
              <p:nvPr/>
            </p:nvGrpSpPr>
            <p:grpSpPr>
              <a:xfrm>
                <a:off x="1692193" y="1141150"/>
                <a:ext cx="327049" cy="1537301"/>
                <a:chOff x="1692193" y="1141150"/>
                <a:chExt cx="327049" cy="1537301"/>
              </a:xfrm>
            </p:grpSpPr>
            <p:grpSp>
              <p:nvGrpSpPr>
                <p:cNvPr id="8674" name="Gruppieren 8673"/>
                <p:cNvGrpSpPr/>
                <p:nvPr/>
              </p:nvGrpSpPr>
              <p:grpSpPr>
                <a:xfrm>
                  <a:off x="1692193" y="1191340"/>
                  <a:ext cx="327049" cy="1487111"/>
                  <a:chOff x="1692193" y="1191340"/>
                  <a:chExt cx="327049" cy="1487111"/>
                </a:xfrm>
              </p:grpSpPr>
              <p:sp>
                <p:nvSpPr>
                  <p:cNvPr id="8676" name="Rechteck 8675"/>
                  <p:cNvSpPr/>
                  <p:nvPr/>
                </p:nvSpPr>
                <p:spPr>
                  <a:xfrm>
                    <a:off x="1694134" y="1191340"/>
                    <a:ext cx="325108" cy="1438663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77" name="Rechteck 867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8" name="Ellipse 867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79" name="Ellipse 867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0" name="Textfeld 867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681" name="Textfeld 868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682" name="Ellipse 868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3" name="Ellipse 868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4" name="Textfeld 868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5" name="Textfeld 8684"/>
                  <p:cNvSpPr txBox="1"/>
                  <p:nvPr/>
                </p:nvSpPr>
                <p:spPr>
                  <a:xfrm>
                    <a:off x="1809195" y="196793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86" name="Ellipse 868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87" name="Ellipse 868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688" name="Textfeld 868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689" name="Textfeld 868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690" name="Ellipse 868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1" name="Ellipse 869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2" name="Textfeld 869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3" name="Textfeld 8692"/>
                  <p:cNvSpPr txBox="1"/>
                  <p:nvPr/>
                </p:nvSpPr>
                <p:spPr>
                  <a:xfrm>
                    <a:off x="1813062" y="24245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694" name="Rechteck 869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5" name="Rechteck 869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6" name="Rechteck 869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7" name="Rechteck 869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8" name="Rechteck 869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699" name="Rechteck 869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0" name="Rechteck 869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701" name="Rechteck 870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675" name="Textfeld 867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8673" name="Textfeld 8672"/>
              <p:cNvSpPr txBox="1"/>
              <p:nvPr/>
            </p:nvSpPr>
            <p:spPr>
              <a:xfrm>
                <a:off x="1687297" y="2628305"/>
                <a:ext cx="331945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EL3064</a:t>
                </a:r>
              </a:p>
            </p:txBody>
          </p:sp>
        </p:grpSp>
        <p:sp>
          <p:nvSpPr>
            <p:cNvPr id="8671" name="Textfeld 8670"/>
            <p:cNvSpPr txBox="1"/>
            <p:nvPr/>
          </p:nvSpPr>
          <p:spPr>
            <a:xfrm>
              <a:off x="2585049" y="27616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BC11</a:t>
              </a:r>
            </a:p>
          </p:txBody>
        </p:sp>
      </p:grp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8863" name="Gruppieren 8862"/>
          <p:cNvGrpSpPr/>
          <p:nvPr/>
        </p:nvGrpSpPr>
        <p:grpSpPr>
          <a:xfrm>
            <a:off x="5396266" y="920650"/>
            <a:ext cx="6108962" cy="1652928"/>
            <a:chOff x="1116267" y="770205"/>
            <a:chExt cx="6108962" cy="1652928"/>
          </a:xfrm>
        </p:grpSpPr>
        <p:grpSp>
          <p:nvGrpSpPr>
            <p:cNvPr id="8864" name="Gruppieren 8863"/>
            <p:cNvGrpSpPr/>
            <p:nvPr/>
          </p:nvGrpSpPr>
          <p:grpSpPr>
            <a:xfrm>
              <a:off x="1360900" y="770205"/>
              <a:ext cx="324950" cy="1652928"/>
              <a:chOff x="1694292" y="1141150"/>
              <a:chExt cx="324950" cy="1652928"/>
            </a:xfrm>
          </p:grpSpPr>
          <p:grpSp>
            <p:nvGrpSpPr>
              <p:cNvPr id="9329" name="Gruppieren 932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9331" name="Gruppieren 933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333" name="Rechteck 93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4" name="Rechteck 93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5" name="Ellipse 93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36" name="Ellipse 93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7" name="Ellipse 933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8" name="Ellipse 933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39" name="Ellipse 933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0" name="Ellipse 933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1" name="Ellipse 934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2" name="Ellipse 934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3" name="Rechteck 934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4" name="Rechteck 934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5" name="Rechteck 934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6" name="Rechteck 934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7" name="Rechteck 934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8" name="Rechteck 934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49" name="Rechteck 934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50" name="Rechteck 934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32" name="Textfeld 933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9330" name="Textfeld 93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8865" name="Rechteck 8864"/>
            <p:cNvSpPr/>
            <p:nvPr/>
          </p:nvSpPr>
          <p:spPr>
            <a:xfrm>
              <a:off x="1121516" y="93290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6" name="Rechteck 8865"/>
            <p:cNvSpPr/>
            <p:nvPr/>
          </p:nvSpPr>
          <p:spPr>
            <a:xfrm>
              <a:off x="1198292" y="111430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7" name="Rechteck 8866"/>
            <p:cNvSpPr/>
            <p:nvPr/>
          </p:nvSpPr>
          <p:spPr>
            <a:xfrm>
              <a:off x="1154818" y="115698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8" name="Rechteck 8867"/>
            <p:cNvSpPr/>
            <p:nvPr/>
          </p:nvSpPr>
          <p:spPr>
            <a:xfrm>
              <a:off x="1198962" y="172279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8869" name="Rechteck 8868"/>
            <p:cNvSpPr/>
            <p:nvPr/>
          </p:nvSpPr>
          <p:spPr>
            <a:xfrm>
              <a:off x="1155488" y="176547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8870" name="Gruppieren 8869"/>
            <p:cNvGrpSpPr/>
            <p:nvPr/>
          </p:nvGrpSpPr>
          <p:grpSpPr>
            <a:xfrm>
              <a:off x="1684390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99" name="Gruppieren 929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301" name="Gruppieren 93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303" name="Rechteck 93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4" name="Rechteck 93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5" name="Ellipse 93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306" name="Ellipse 93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07" name="Textfeld 93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308" name="Textfeld 93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309" name="Ellipse 93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0" name="Ellipse 93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1" name="Textfeld 93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2" name="Textfeld 93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3" name="Ellipse 93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4" name="Ellipse 93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5" name="Textfeld 93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6" name="Textfeld 93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317" name="Ellipse 93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8" name="Ellipse 93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19" name="Textfeld 93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320" name="Textfeld 93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321" name="Rechteck 93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2" name="Rechteck 93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3" name="Rechteck 93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4" name="Rechteck 93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5" name="Rechteck 93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6" name="Rechteck 93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7" name="Rechteck 93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328" name="Rechteck 93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302" name="Textfeld 930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9300" name="Textfeld 92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1" name="Gruppieren 8870"/>
            <p:cNvGrpSpPr/>
            <p:nvPr/>
          </p:nvGrpSpPr>
          <p:grpSpPr>
            <a:xfrm>
              <a:off x="2011315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69" name="Gruppieren 926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71" name="Gruppieren 92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73" name="Rechteck 92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74" name="Rechteck 92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5" name="Ellipse 92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6" name="Ellipse 92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77" name="Textfeld 92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78" name="Textfeld 92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79" name="Ellipse 92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0" name="Ellipse 92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1" name="Textfeld 92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2" name="Textfeld 92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3" name="Ellipse 92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4" name="Ellipse 92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5" name="Textfeld 92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6" name="Textfeld 92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87" name="Ellipse 92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88" name="Ellipse 92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89" name="Textfeld 92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90" name="Textfeld 92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91" name="Rechteck 92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2" name="Rechteck 92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3" name="Rechteck 92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4" name="Rechteck 92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5" name="Rechteck 92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6" name="Rechteck 92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7" name="Rechteck 92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98" name="Rechteck 92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72" name="Textfeld 927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9270" name="Textfeld 92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2" name="Gruppieren 8871"/>
            <p:cNvGrpSpPr/>
            <p:nvPr/>
          </p:nvGrpSpPr>
          <p:grpSpPr>
            <a:xfrm>
              <a:off x="2335294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39" name="Gruppieren 923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41" name="Gruppieren 924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43" name="Rechteck 924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44" name="Rechteck 924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5" name="Ellipse 924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6" name="Ellipse 924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47" name="Textfeld 924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48" name="Textfeld 924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49" name="Ellipse 924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0" name="Ellipse 924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1" name="Textfeld 925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2" name="Textfeld 925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3" name="Ellipse 9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4" name="Ellipse 9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5" name="Textfeld 925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6" name="Textfeld 925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57" name="Ellipse 925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8" name="Ellipse 925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59" name="Textfeld 925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60" name="Textfeld 925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61" name="Rechteck 926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2" name="Rechteck 926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3" name="Rechteck 926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4" name="Rechteck 926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5" name="Rechteck 926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6" name="Rechteck 926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7" name="Rechteck 926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68" name="Rechteck 926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42" name="Textfeld 924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9240" name="Textfeld 923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3" name="Gruppieren 8872"/>
            <p:cNvGrpSpPr/>
            <p:nvPr/>
          </p:nvGrpSpPr>
          <p:grpSpPr>
            <a:xfrm>
              <a:off x="2659273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209" name="Gruppieren 920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211" name="Gruppieren 921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213" name="Rechteck 921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214" name="Rechteck 921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5" name="Ellipse 921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6" name="Ellipse 921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17" name="Textfeld 921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218" name="Textfeld 921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219" name="Ellipse 921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0" name="Ellipse 921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1" name="Textfeld 922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2" name="Textfeld 922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3" name="Ellipse 922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4" name="Ellipse 922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5" name="Textfeld 922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6" name="Textfeld 922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227" name="Ellipse 922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8" name="Ellipse 922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29" name="Textfeld 922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30" name="Textfeld 922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31" name="Rechteck 923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2" name="Rechteck 923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3" name="Rechteck 923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4" name="Rechteck 923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5" name="Rechteck 923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6" name="Rechteck 923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7" name="Rechteck 923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38" name="Rechteck 923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212" name="Textfeld 921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9210" name="Textfeld 920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4" name="Gruppieren 8873"/>
            <p:cNvGrpSpPr/>
            <p:nvPr/>
          </p:nvGrpSpPr>
          <p:grpSpPr>
            <a:xfrm>
              <a:off x="2983266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79" name="Gruppieren 917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81" name="Gruppieren 918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83" name="Rechteck 91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84" name="Rechteck 91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5" name="Ellipse 91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6" name="Ellipse 91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87" name="Textfeld 918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88" name="Textfeld 918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89" name="Ellipse 918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0" name="Ellipse 918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1" name="Textfeld 919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2" name="Textfeld 919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3" name="Ellipse 919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4" name="Ellipse 919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95" name="Textfeld 9194"/>
                  <p:cNvSpPr txBox="1"/>
                  <p:nvPr/>
                </p:nvSpPr>
                <p:spPr>
                  <a:xfrm>
                    <a:off x="1692643" y="219688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6" name="Textfeld 919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97" name="Ellipse 919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8" name="Ellipse 919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99" name="Textfeld 919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200" name="Textfeld 919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201" name="Rechteck 920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2" name="Rechteck 920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3" name="Rechteck 920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4" name="Rechteck 920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5" name="Rechteck 920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6" name="Rechteck 920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7" name="Rechteck 920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208" name="Rechteck 920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82" name="Textfeld 91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9180" name="Textfeld 91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5" name="Gruppieren 8874"/>
            <p:cNvGrpSpPr/>
            <p:nvPr/>
          </p:nvGrpSpPr>
          <p:grpSpPr>
            <a:xfrm>
              <a:off x="3310191" y="770205"/>
              <a:ext cx="327049" cy="1652928"/>
              <a:chOff x="1692193" y="1141150"/>
              <a:chExt cx="327049" cy="1652928"/>
            </a:xfrm>
          </p:grpSpPr>
          <p:grpSp>
            <p:nvGrpSpPr>
              <p:cNvPr id="9149" name="Gruppieren 91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9151" name="Gruppieren 91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53" name="Rechteck 91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54" name="Rechteck 91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5" name="Ellipse 91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6" name="Ellipse 91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57" name="Textfeld 91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58" name="Textfeld 91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59" name="Ellipse 91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0" name="Ellipse 91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1" name="Textfeld 916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2" name="Textfeld 91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3" name="Ellipse 91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4" name="Ellipse 91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5" name="Textfeld 91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6" name="Textfeld 91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9167" name="Ellipse 91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68" name="Ellipse 91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69" name="Textfeld 91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70" name="Textfeld 91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71" name="Rechteck 91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2" name="Rechteck 91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3" name="Rechteck 91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4" name="Rechteck 91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5" name="Rechteck 91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6" name="Rechteck 91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7" name="Rechteck 91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78" name="Rechteck 91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52" name="Textfeld 91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9150" name="Textfeld 91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76" name="Gruppieren 8875"/>
            <p:cNvGrpSpPr/>
            <p:nvPr/>
          </p:nvGrpSpPr>
          <p:grpSpPr>
            <a:xfrm>
              <a:off x="4276592" y="770205"/>
              <a:ext cx="420326" cy="1652928"/>
              <a:chOff x="1688847" y="1141150"/>
              <a:chExt cx="420326" cy="1652928"/>
            </a:xfrm>
          </p:grpSpPr>
          <p:grpSp>
            <p:nvGrpSpPr>
              <p:cNvPr id="9119" name="Gruppieren 9118"/>
              <p:cNvGrpSpPr/>
              <p:nvPr/>
            </p:nvGrpSpPr>
            <p:grpSpPr>
              <a:xfrm>
                <a:off x="1688847" y="1141150"/>
                <a:ext cx="420326" cy="1536639"/>
                <a:chOff x="1688847" y="1141150"/>
                <a:chExt cx="420326" cy="1536639"/>
              </a:xfrm>
            </p:grpSpPr>
            <p:grpSp>
              <p:nvGrpSpPr>
                <p:cNvPr id="9121" name="Gruppieren 91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123" name="Rechteck 91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24" name="Rechteck 91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5" name="Ellipse 91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6" name="Ellipse 91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27" name="Textfeld 91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128" name="Textfeld 91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129" name="Ellipse 91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0" name="Ellipse 91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1" name="Textfeld 91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2" name="Textfeld 91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3" name="Ellipse 91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4" name="Ellipse 91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5" name="Textfeld 91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6" name="Textfeld 913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137" name="Ellipse 91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8" name="Ellipse 91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39" name="Textfeld 91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140" name="Textfeld 91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141" name="Rechteck 91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2" name="Rechteck 91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3" name="Rechteck 91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4" name="Rechteck 91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5" name="Rechteck 91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6" name="Rechteck 91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7" name="Rechteck 91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48" name="Rechteck 91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22" name="Textfeld 9121"/>
                <p:cNvSpPr txBox="1"/>
                <p:nvPr/>
              </p:nvSpPr>
              <p:spPr>
                <a:xfrm>
                  <a:off x="1688847" y="1141150"/>
                  <a:ext cx="42032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9120" name="Textfeld 91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7" name="Gruppieren 8876"/>
            <p:cNvGrpSpPr/>
            <p:nvPr/>
          </p:nvGrpSpPr>
          <p:grpSpPr>
            <a:xfrm>
              <a:off x="3959156" y="770205"/>
              <a:ext cx="369660" cy="1652928"/>
              <a:chOff x="1694292" y="1141150"/>
              <a:chExt cx="369660" cy="1652928"/>
            </a:xfrm>
          </p:grpSpPr>
          <p:grpSp>
            <p:nvGrpSpPr>
              <p:cNvPr id="9097" name="Gruppieren 9096"/>
              <p:cNvGrpSpPr/>
              <p:nvPr/>
            </p:nvGrpSpPr>
            <p:grpSpPr>
              <a:xfrm>
                <a:off x="1701466" y="1141150"/>
                <a:ext cx="362486" cy="1488063"/>
                <a:chOff x="1701466" y="1141150"/>
                <a:chExt cx="362486" cy="1488063"/>
              </a:xfrm>
            </p:grpSpPr>
            <p:grpSp>
              <p:nvGrpSpPr>
                <p:cNvPr id="9099" name="Gruppieren 9098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9101" name="Rechteck 910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102" name="Rechteck 910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3" name="Ellipse 910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4" name="Ellipse 910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5" name="Ellipse 9104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6" name="Ellipse 9105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7" name="Ellipse 910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8" name="Ellipse 910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09" name="Ellipse 910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0" name="Ellipse 910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1" name="Rechteck 9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2" name="Rechteck 9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3" name="Rechteck 911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4" name="Rechteck 911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5" name="Rechteck 911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6" name="Rechteck 911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7" name="Rechteck 911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118" name="Rechteck 911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100" name="Textfeld 9099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9098" name="Textfeld 909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78" name="Gruppieren 8877"/>
            <p:cNvGrpSpPr/>
            <p:nvPr/>
          </p:nvGrpSpPr>
          <p:grpSpPr>
            <a:xfrm>
              <a:off x="4608645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67" name="Gruppieren 9066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69" name="Gruppieren 9068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71" name="Rechteck 907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2" name="Rechteck 9071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3" name="Ellipse 9072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74" name="Ellipse 9073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5" name="Textfeld 9074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76" name="Textfeld 9075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77" name="Ellipse 907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8" name="Ellipse 907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79" name="Textfeld 9078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0" name="Textfeld 9079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1" name="Ellipse 908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2" name="Ellipse 908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3" name="Textfeld 9082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4" name="Textfeld 9083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85" name="Ellipse 908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6" name="Ellipse 908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87" name="Textfeld 9086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88" name="Textfeld 9087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89" name="Rechteck 9088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0" name="Rechteck 9089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1" name="Rechteck 9090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2" name="Rechteck 9091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3" name="Rechteck 9092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4" name="Rechteck 9093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5" name="Rechteck 9094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96" name="Rechteck 9095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70" name="Textfeld 9069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9068" name="Textfeld 906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79" name="Gruppieren 8878"/>
            <p:cNvGrpSpPr/>
            <p:nvPr/>
          </p:nvGrpSpPr>
          <p:grpSpPr>
            <a:xfrm>
              <a:off x="3634422" y="816378"/>
              <a:ext cx="324950" cy="1602737"/>
              <a:chOff x="3320343" y="1191341"/>
              <a:chExt cx="324950" cy="1602737"/>
            </a:xfrm>
          </p:grpSpPr>
          <p:sp>
            <p:nvSpPr>
              <p:cNvPr id="9064" name="Rechteck 9063"/>
              <p:cNvSpPr/>
              <p:nvPr/>
            </p:nvSpPr>
            <p:spPr>
              <a:xfrm>
                <a:off x="3355035" y="1220340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9065" name="Rechteck 9064"/>
              <p:cNvSpPr/>
              <p:nvPr/>
            </p:nvSpPr>
            <p:spPr>
              <a:xfrm>
                <a:off x="3325467" y="1191341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9066" name="Textfeld 9065"/>
              <p:cNvSpPr txBox="1"/>
              <p:nvPr/>
            </p:nvSpPr>
            <p:spPr>
              <a:xfrm>
                <a:off x="3320343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8880" name="Gruppieren 8879"/>
            <p:cNvGrpSpPr/>
            <p:nvPr/>
          </p:nvGrpSpPr>
          <p:grpSpPr>
            <a:xfrm>
              <a:off x="4931316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34" name="Gruppieren 903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36" name="Gruppieren 903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38" name="Rechteck 903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39" name="Rechteck 903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0" name="Ellipse 903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1" name="Ellipse 904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2" name="Textfeld 904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43" name="Textfeld 904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44" name="Ellipse 904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5" name="Ellipse 904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6" name="Textfeld 904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7" name="Textfeld 904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48" name="Ellipse 904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49" name="Ellipse 904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0" name="Textfeld 904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1" name="Textfeld 905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52" name="Ellipse 905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3" name="Ellipse 905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4" name="Textfeld 905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55" name="Textfeld 905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56" name="Rechteck 905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7" name="Rechteck 905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8" name="Rechteck 905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59" name="Rechteck 905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0" name="Rechteck 905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1" name="Rechteck 906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2" name="Rechteck 906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63" name="Rechteck 906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37" name="Textfeld 903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9035" name="Textfeld 903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1" name="Gruppieren 8880"/>
            <p:cNvGrpSpPr/>
            <p:nvPr/>
          </p:nvGrpSpPr>
          <p:grpSpPr>
            <a:xfrm>
              <a:off x="5253822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9004" name="Gruppieren 900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9006" name="Gruppieren 900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9008" name="Rechteck 900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9009" name="Rechteck 900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0" name="Ellipse 900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1" name="Ellipse 901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2" name="Textfeld 901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9013" name="Textfeld 901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9014" name="Ellipse 901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5" name="Ellipse 901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6" name="Textfeld 901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7" name="Textfeld 901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18" name="Ellipse 901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19" name="Ellipse 901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0" name="Textfeld 901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1" name="Textfeld 902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9022" name="Ellipse 902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3" name="Ellipse 902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4" name="Textfeld 902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9025" name="Textfeld 902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9026" name="Rechteck 902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7" name="Rechteck 902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8" name="Rechteck 902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29" name="Rechteck 902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0" name="Rechteck 902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1" name="Rechteck 903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2" name="Rechteck 903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33" name="Rechteck 903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9007" name="Textfeld 900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9005" name="Textfeld 900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8882" name="Gruppieren 8881"/>
            <p:cNvGrpSpPr/>
            <p:nvPr/>
          </p:nvGrpSpPr>
          <p:grpSpPr>
            <a:xfrm>
              <a:off x="5576328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74" name="Gruppieren 8973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8976" name="Gruppieren 8975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8978" name="Rechteck 8977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79" name="Rechteck 8978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0" name="Ellipse 8979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1" name="Ellipse 8980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2" name="Textfeld 8981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83" name="Textfeld 8982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84" name="Ellipse 8983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5" name="Ellipse 8984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6" name="Textfeld 8985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7" name="Textfeld 8986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88" name="Ellipse 8987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89" name="Ellipse 8988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0" name="Textfeld 8989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1" name="Textfeld 8990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92" name="Ellipse 899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3" name="Ellipse 899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4" name="Textfeld 8993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8995" name="Textfeld 8994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8996" name="Rechteck 899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7" name="Rechteck 899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8" name="Rechteck 899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99" name="Rechteck 899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0" name="Rechteck 899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1" name="Rechteck 900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2" name="Rechteck 900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9003" name="Rechteck 900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77" name="Textfeld 8976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8975" name="Textfeld 8974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8883" name="Gruppieren 8882"/>
            <p:cNvGrpSpPr/>
            <p:nvPr/>
          </p:nvGrpSpPr>
          <p:grpSpPr>
            <a:xfrm>
              <a:off x="5893834" y="776879"/>
              <a:ext cx="358092" cy="1646254"/>
              <a:chOff x="1692193" y="1147824"/>
              <a:chExt cx="358092" cy="1646254"/>
            </a:xfrm>
          </p:grpSpPr>
          <p:grpSp>
            <p:nvGrpSpPr>
              <p:cNvPr id="8948" name="Gruppieren 8947"/>
              <p:cNvGrpSpPr/>
              <p:nvPr/>
            </p:nvGrpSpPr>
            <p:grpSpPr>
              <a:xfrm>
                <a:off x="1692193" y="1147824"/>
                <a:ext cx="358092" cy="1481389"/>
                <a:chOff x="1692193" y="1147824"/>
                <a:chExt cx="358092" cy="1481389"/>
              </a:xfrm>
            </p:grpSpPr>
            <p:grpSp>
              <p:nvGrpSpPr>
                <p:cNvPr id="8950" name="Gruppieren 8949"/>
                <p:cNvGrpSpPr/>
                <p:nvPr/>
              </p:nvGrpSpPr>
              <p:grpSpPr>
                <a:xfrm>
                  <a:off x="1692193" y="1191341"/>
                  <a:ext cx="327049" cy="1437872"/>
                  <a:chOff x="1692193" y="1191341"/>
                  <a:chExt cx="327049" cy="1437872"/>
                </a:xfrm>
              </p:grpSpPr>
              <p:sp>
                <p:nvSpPr>
                  <p:cNvPr id="8952" name="Rechteck 89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53" name="Rechteck 8952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4" name="Ellipse 8953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5" name="Ellipse 8954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6" name="Ellipse 8955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7" name="Ellipse 8956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58" name="Textfeld 8957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59" name="Textfeld 8958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8960" name="Ellipse 895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1" name="Ellipse 896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2" name="Textfeld 8961"/>
                  <p:cNvSpPr txBox="1"/>
                  <p:nvPr/>
                </p:nvSpPr>
                <p:spPr>
                  <a:xfrm>
                    <a:off x="1708599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3" name="Textfeld 8962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8964" name="Ellipse 89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5" name="Ellipse 89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6" name="Rechteck 89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7" name="Rechteck 89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8" name="Rechteck 89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69" name="Rechteck 89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0" name="Rechteck 89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1" name="Rechteck 89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2" name="Rechteck 89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73" name="Rechteck 89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51" name="Textfeld 895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15</a:t>
                  </a:r>
                </a:p>
              </p:txBody>
            </p:sp>
          </p:grpSp>
          <p:sp>
            <p:nvSpPr>
              <p:cNvPr id="8949" name="Textfeld 894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8884" name="Gruppieren 8883"/>
            <p:cNvGrpSpPr/>
            <p:nvPr/>
          </p:nvGrpSpPr>
          <p:grpSpPr>
            <a:xfrm>
              <a:off x="621897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920" name="Gruppieren 8919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922" name="Gruppieren 8921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924" name="Rechteck 89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925" name="Rechteck 892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6" name="Ellipse 892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7" name="Ellipse 892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28" name="Textfeld 892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29" name="Textfeld 892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30" name="Ellipse 892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1" name="Ellipse 893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2" name="Ellipse 893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3" name="Ellipse 893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4" name="Textfeld 8933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5" name="Textfeld 8934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36" name="Ellipse 8935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7" name="Ellipse 8936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38" name="Textfeld 8937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39" name="Textfeld 8938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40" name="Rechteck 8939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1" name="Rechteck 8940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2" name="Rechteck 8941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3" name="Rechteck 8942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4" name="Rechteck 8943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5" name="Rechteck 8944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6" name="Rechteck 8945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47" name="Rechteck 8946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923" name="Textfeld 8922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16</a:t>
                  </a:r>
                </a:p>
              </p:txBody>
            </p:sp>
          </p:grpSp>
          <p:sp>
            <p:nvSpPr>
              <p:cNvPr id="8921" name="Textfeld 892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5" name="Gruppieren 8884"/>
            <p:cNvGrpSpPr/>
            <p:nvPr/>
          </p:nvGrpSpPr>
          <p:grpSpPr>
            <a:xfrm>
              <a:off x="6543410" y="776879"/>
              <a:ext cx="357561" cy="1646254"/>
              <a:chOff x="1692724" y="1147824"/>
              <a:chExt cx="357561" cy="1646254"/>
            </a:xfrm>
          </p:grpSpPr>
          <p:grpSp>
            <p:nvGrpSpPr>
              <p:cNvPr id="8892" name="Gruppieren 8891"/>
              <p:cNvGrpSpPr/>
              <p:nvPr/>
            </p:nvGrpSpPr>
            <p:grpSpPr>
              <a:xfrm>
                <a:off x="1692724" y="1147824"/>
                <a:ext cx="357561" cy="1529965"/>
                <a:chOff x="1692724" y="1147824"/>
                <a:chExt cx="357561" cy="1529965"/>
              </a:xfrm>
            </p:grpSpPr>
            <p:grpSp>
              <p:nvGrpSpPr>
                <p:cNvPr id="8894" name="Gruppieren 889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8896" name="Rechteck 88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7" name="Rechteck 88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8" name="Ellipse 88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899" name="Ellipse 88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0" name="Textfeld 88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8901" name="Textfeld 89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8902" name="Ellipse 89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3" name="Ellipse 89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4" name="Ellipse 890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5" name="Ellipse 890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6" name="Textfeld 890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7" name="Textfeld 890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8908" name="Ellipse 890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09" name="Ellipse 890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0" name="Textfeld 890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1" name="Textfeld 891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8912" name="Rechteck 891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3" name="Rechteck 891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4" name="Rechteck 891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5" name="Rechteck 891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6" name="Rechteck 891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7" name="Rechteck 891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8" name="Rechteck 891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8919" name="Rechteck 891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8895" name="Textfeld 8894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</a:t>
                  </a:r>
                </a:p>
              </p:txBody>
            </p:sp>
          </p:grpSp>
          <p:sp>
            <p:nvSpPr>
              <p:cNvPr id="8893" name="Textfeld 88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8886" name="Gruppieren 8885"/>
            <p:cNvGrpSpPr/>
            <p:nvPr/>
          </p:nvGrpSpPr>
          <p:grpSpPr>
            <a:xfrm>
              <a:off x="6869236" y="776879"/>
              <a:ext cx="355993" cy="1646254"/>
              <a:chOff x="1694292" y="1147824"/>
              <a:chExt cx="355993" cy="1646254"/>
            </a:xfrm>
          </p:grpSpPr>
          <p:grpSp>
            <p:nvGrpSpPr>
              <p:cNvPr id="8888" name="Gruppieren 8887"/>
              <p:cNvGrpSpPr/>
              <p:nvPr/>
            </p:nvGrpSpPr>
            <p:grpSpPr>
              <a:xfrm>
                <a:off x="1695161" y="1147824"/>
                <a:ext cx="355124" cy="1481389"/>
                <a:chOff x="1695161" y="1147824"/>
                <a:chExt cx="355124" cy="1481389"/>
              </a:xfrm>
            </p:grpSpPr>
            <p:sp>
              <p:nvSpPr>
                <p:cNvPr id="8890" name="Rechteck 888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8891" name="Textfeld 8890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18</a:t>
                  </a:r>
                </a:p>
              </p:txBody>
            </p:sp>
          </p:grpSp>
          <p:sp>
            <p:nvSpPr>
              <p:cNvPr id="8889" name="Textfeld 888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8887" name="Textfeld 8886"/>
            <p:cNvSpPr txBox="1"/>
            <p:nvPr/>
          </p:nvSpPr>
          <p:spPr>
            <a:xfrm>
              <a:off x="1116267" y="225334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600" dirty="0">
                  <a:latin typeface="Arial" panose="020B0604020202020204" pitchFamily="34" charset="0"/>
                  <a:cs typeface="Arial" panose="020B0604020202020204" pitchFamily="34" charset="0"/>
                </a:rPr>
                <a:t>BC2&amp;3</a:t>
              </a:r>
              <a:endParaRPr lang="de-DE" sz="7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661" name="Gruppieren 2660"/>
          <p:cNvGrpSpPr/>
          <p:nvPr/>
        </p:nvGrpSpPr>
        <p:grpSpPr>
          <a:xfrm>
            <a:off x="5600322" y="2851896"/>
            <a:ext cx="2844318" cy="1655156"/>
            <a:chOff x="2585049" y="1276147"/>
            <a:chExt cx="2844318" cy="1655156"/>
          </a:xfrm>
        </p:grpSpPr>
        <p:grpSp>
          <p:nvGrpSpPr>
            <p:cNvPr id="2662" name="Gruppieren 2661"/>
            <p:cNvGrpSpPr/>
            <p:nvPr/>
          </p:nvGrpSpPr>
          <p:grpSpPr>
            <a:xfrm>
              <a:off x="2828815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852" name="Gruppieren 2851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854" name="Gruppieren 2853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856" name="Rechteck 285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7" name="Rechteck 285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8" name="Ellipse 285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59" name="Ellipse 285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0" name="Ellipse 285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1" name="Ellipse 286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2" name="Ellipse 2861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3" name="Ellipse 2862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4" name="Ellipse 2863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5" name="Ellipse 2864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6" name="Rechteck 2865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7" name="Rechteck 2866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8" name="Rechteck 2867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69" name="Rechteck 2868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0" name="Rechteck 2869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1" name="Rechteck 2870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2" name="Rechteck 2871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73" name="Rechteck 2872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55" name="Textfeld 285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2853" name="Textfeld 285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2663" name="Rechteck 2662"/>
            <p:cNvSpPr/>
            <p:nvPr/>
          </p:nvSpPr>
          <p:spPr>
            <a:xfrm>
              <a:off x="2589431" y="14410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4" name="Rechteck 2663"/>
            <p:cNvSpPr/>
            <p:nvPr/>
          </p:nvSpPr>
          <p:spPr>
            <a:xfrm>
              <a:off x="2666207" y="16224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5" name="Rechteck 2664"/>
            <p:cNvSpPr/>
            <p:nvPr/>
          </p:nvSpPr>
          <p:spPr>
            <a:xfrm>
              <a:off x="2622733" y="16651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6" name="Rechteck 2665"/>
            <p:cNvSpPr/>
            <p:nvPr/>
          </p:nvSpPr>
          <p:spPr>
            <a:xfrm>
              <a:off x="2666877" y="22309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667" name="Rechteck 2666"/>
            <p:cNvSpPr/>
            <p:nvPr/>
          </p:nvSpPr>
          <p:spPr>
            <a:xfrm>
              <a:off x="2623403" y="22736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668" name="Gruppieren 2667"/>
            <p:cNvGrpSpPr/>
            <p:nvPr/>
          </p:nvGrpSpPr>
          <p:grpSpPr>
            <a:xfrm>
              <a:off x="3152305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822" name="Gruppieren 282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824" name="Gruppieren 282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826" name="Rechteck 282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7" name="Rechteck 282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8" name="Ellipse 282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829" name="Ellipse 282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0" name="Textfeld 282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31" name="Textfeld 283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32" name="Ellipse 283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3" name="Ellipse 283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4" name="Textfeld 283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35" name="Textfeld 283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36" name="Ellipse 283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7" name="Ellipse 283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38" name="Textfeld 283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39" name="Textfeld 283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40" name="Ellipse 283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1" name="Ellipse 284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2" name="Textfeld 284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43" name="Textfeld 284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44" name="Rechteck 284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5" name="Rechteck 284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6" name="Rechteck 284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7" name="Rechteck 284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8" name="Rechteck 284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49" name="Rechteck 284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0" name="Rechteck 284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51" name="Rechteck 285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825" name="Textfeld 282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823" name="Textfeld 282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EL1008</a:t>
                </a:r>
              </a:p>
            </p:txBody>
          </p:sp>
        </p:grpSp>
        <p:grpSp>
          <p:nvGrpSpPr>
            <p:cNvPr id="2669" name="Gruppieren 2668"/>
            <p:cNvGrpSpPr/>
            <p:nvPr/>
          </p:nvGrpSpPr>
          <p:grpSpPr>
            <a:xfrm>
              <a:off x="3800828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92" name="Gruppieren 2791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94" name="Gruppieren 2793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96" name="Rechteck 279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97" name="Rechteck 279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8" name="Ellipse 279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9" name="Ellipse 279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0" name="Textfeld 279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801" name="Textfeld 280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802" name="Ellipse 280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3" name="Ellipse 280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4" name="Textfeld 2803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805" name="Textfeld 2804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806" name="Ellipse 2805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7" name="Ellipse 2806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08" name="Textfeld 2807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809" name="Textfeld 2808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810" name="Ellipse 2809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1" name="Ellipse 2810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2" name="Textfeld 2811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813" name="Textfeld 2812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814" name="Rechteck 281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5" name="Rechteck 281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6" name="Rechteck 281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7" name="Rechteck 281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8" name="Rechteck 281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19" name="Rechteck 281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0" name="Rechteck 281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821" name="Rechteck 282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95" name="Textfeld 279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793" name="Textfeld 279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2670" name="Gruppieren 2669"/>
            <p:cNvGrpSpPr/>
            <p:nvPr/>
          </p:nvGrpSpPr>
          <p:grpSpPr>
            <a:xfrm>
              <a:off x="4126906" y="1278375"/>
              <a:ext cx="324950" cy="1652928"/>
              <a:chOff x="1694292" y="1141150"/>
              <a:chExt cx="324950" cy="1652928"/>
            </a:xfrm>
          </p:grpSpPr>
          <p:grpSp>
            <p:nvGrpSpPr>
              <p:cNvPr id="2770" name="Gruppieren 2769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2772" name="Gruppieren 2771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2774" name="Rechteck 277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75" name="Rechteck 277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6" name="Ellipse 277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7" name="Ellipse 277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8" name="Ellipse 2777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79" name="Ellipse 2778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0" name="Ellipse 2779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1" name="Ellipse 2780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2" name="Ellipse 2781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3" name="Ellipse 2782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4" name="Rechteck 2783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5" name="Rechteck 2784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6" name="Rechteck 2785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7" name="Rechteck 2786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8" name="Rechteck 2787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89" name="Rechteck 2788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0" name="Rechteck 2789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91" name="Rechteck 2790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73" name="Textfeld 277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771" name="Textfeld 277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671" name="Gruppieren 2670"/>
            <p:cNvGrpSpPr/>
            <p:nvPr/>
          </p:nvGrpSpPr>
          <p:grpSpPr>
            <a:xfrm>
              <a:off x="4451181" y="1278375"/>
              <a:ext cx="327049" cy="1652928"/>
              <a:chOff x="1692193" y="1141150"/>
              <a:chExt cx="327049" cy="1652928"/>
            </a:xfrm>
          </p:grpSpPr>
          <p:grpSp>
            <p:nvGrpSpPr>
              <p:cNvPr id="2740" name="Gruppieren 2739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742" name="Gruppieren 2741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744" name="Rechteck 274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45" name="Rechteck 2744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6" name="Ellipse 2745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7" name="Ellipse 2746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48" name="Textfeld 2747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49" name="Textfeld 2748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50" name="Ellipse 2749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1" name="Ellipse 2750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2" name="Textfeld 2751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753" name="Textfeld 2752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754" name="Ellipse 275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5" name="Ellipse 275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56" name="Textfeld 2755"/>
                  <p:cNvSpPr txBox="1"/>
                  <p:nvPr/>
                </p:nvSpPr>
                <p:spPr>
                  <a:xfrm>
                    <a:off x="1692643" y="2203235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2757" name="Textfeld 2756"/>
                  <p:cNvSpPr txBox="1"/>
                  <p:nvPr/>
                </p:nvSpPr>
                <p:spPr>
                  <a:xfrm>
                    <a:off x="1818539" y="219770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2758" name="Ellipse 275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59" name="Ellipse 275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0" name="Textfeld 275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2761" name="Textfeld 276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2762" name="Rechteck 276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3" name="Rechteck 276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4" name="Rechteck 276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5" name="Rechteck 276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6" name="Rechteck 276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7" name="Rechteck 276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8" name="Rechteck 276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69" name="Rechteck 276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43" name="Textfeld 2742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741" name="Textfeld 2740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EL2008</a:t>
                </a:r>
              </a:p>
            </p:txBody>
          </p:sp>
        </p:grpSp>
        <p:grpSp>
          <p:nvGrpSpPr>
            <p:cNvPr id="2672" name="Gruppieren 2671"/>
            <p:cNvGrpSpPr/>
            <p:nvPr/>
          </p:nvGrpSpPr>
          <p:grpSpPr>
            <a:xfrm>
              <a:off x="4778637" y="1278375"/>
              <a:ext cx="326518" cy="1652928"/>
              <a:chOff x="1692724" y="1141150"/>
              <a:chExt cx="326518" cy="1652928"/>
            </a:xfrm>
          </p:grpSpPr>
          <p:grpSp>
            <p:nvGrpSpPr>
              <p:cNvPr id="2712" name="Gruppieren 2711"/>
              <p:cNvGrpSpPr/>
              <p:nvPr/>
            </p:nvGrpSpPr>
            <p:grpSpPr>
              <a:xfrm>
                <a:off x="1692724" y="1141150"/>
                <a:ext cx="326518" cy="1536639"/>
                <a:chOff x="1692724" y="1141150"/>
                <a:chExt cx="326518" cy="1536639"/>
              </a:xfrm>
            </p:grpSpPr>
            <p:grpSp>
              <p:nvGrpSpPr>
                <p:cNvPr id="2714" name="Gruppieren 2713"/>
                <p:cNvGrpSpPr/>
                <p:nvPr/>
              </p:nvGrpSpPr>
              <p:grpSpPr>
                <a:xfrm>
                  <a:off x="1692724" y="1191341"/>
                  <a:ext cx="326518" cy="1486448"/>
                  <a:chOff x="1692724" y="1191341"/>
                  <a:chExt cx="326518" cy="1486448"/>
                </a:xfrm>
              </p:grpSpPr>
              <p:sp>
                <p:nvSpPr>
                  <p:cNvPr id="2716" name="Rechteck 2715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7" name="Rechteck 2716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8" name="Ellipse 2717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6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19" name="Ellipse 2718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0" name="Textfeld 2719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721" name="Textfeld 2720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722" name="Ellipse 2721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3" name="Ellipse 2722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4" name="Ellipse 2723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5" name="Ellipse 2724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26" name="Textfeld 2725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7" name="Textfeld 2726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2728" name="Ellipse 2727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29" name="Ellipse 2728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0" name="Textfeld 2729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1" name="Textfeld 2730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732" name="Rechteck 2731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3" name="Rechteck 2732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4" name="Rechteck 2733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5" name="Rechteck 2734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6" name="Rechteck 2735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7" name="Rechteck 2736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8" name="Rechteck 2737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739" name="Rechteck 2738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715" name="Textfeld 2714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713" name="Textfeld 2712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EL4102</a:t>
                </a:r>
              </a:p>
            </p:txBody>
          </p:sp>
        </p:grpSp>
        <p:grpSp>
          <p:nvGrpSpPr>
            <p:cNvPr id="2673" name="Gruppieren 2672"/>
            <p:cNvGrpSpPr/>
            <p:nvPr/>
          </p:nvGrpSpPr>
          <p:grpSpPr>
            <a:xfrm>
              <a:off x="5104417" y="1276147"/>
              <a:ext cx="324950" cy="1655156"/>
              <a:chOff x="1694292" y="1138922"/>
              <a:chExt cx="324950" cy="1655156"/>
            </a:xfrm>
          </p:grpSpPr>
          <p:grpSp>
            <p:nvGrpSpPr>
              <p:cNvPr id="2708" name="Gruppieren 2707"/>
              <p:cNvGrpSpPr/>
              <p:nvPr/>
            </p:nvGrpSpPr>
            <p:grpSpPr>
              <a:xfrm>
                <a:off x="1702262" y="1138922"/>
                <a:ext cx="316980" cy="1490291"/>
                <a:chOff x="1702262" y="1138922"/>
                <a:chExt cx="316980" cy="1490291"/>
              </a:xfrm>
            </p:grpSpPr>
            <p:sp>
              <p:nvSpPr>
                <p:cNvPr id="2710" name="Rechteck 2709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711" name="Textfeld 2710"/>
                <p:cNvSpPr txBox="1"/>
                <p:nvPr/>
              </p:nvSpPr>
              <p:spPr>
                <a:xfrm>
                  <a:off x="1734216" y="1138922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709" name="Textfeld 2708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674" name="Rechteck 2673"/>
            <p:cNvSpPr/>
            <p:nvPr/>
          </p:nvSpPr>
          <p:spPr>
            <a:xfrm>
              <a:off x="3839234" y="1359694"/>
              <a:ext cx="262210" cy="137559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675" name="Textfeld 2674"/>
            <p:cNvSpPr txBox="1"/>
            <p:nvPr/>
          </p:nvSpPr>
          <p:spPr>
            <a:xfrm>
              <a:off x="2585049" y="2763149"/>
              <a:ext cx="244713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BC5</a:t>
              </a:r>
            </a:p>
          </p:txBody>
        </p:sp>
        <p:grpSp>
          <p:nvGrpSpPr>
            <p:cNvPr id="2676" name="Gruppieren 2675"/>
            <p:cNvGrpSpPr/>
            <p:nvPr/>
          </p:nvGrpSpPr>
          <p:grpSpPr>
            <a:xfrm>
              <a:off x="3476849" y="1278375"/>
              <a:ext cx="327049" cy="1652928"/>
              <a:chOff x="3479230" y="1278375"/>
              <a:chExt cx="327049" cy="1652928"/>
            </a:xfrm>
          </p:grpSpPr>
          <p:grpSp>
            <p:nvGrpSpPr>
              <p:cNvPr id="2677" name="Gruppieren 2676"/>
              <p:cNvGrpSpPr/>
              <p:nvPr/>
            </p:nvGrpSpPr>
            <p:grpSpPr>
              <a:xfrm>
                <a:off x="3479230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681" name="Gruppieren 2680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2683" name="Gruppieren 2682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2685" name="Rechteck 268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86" name="Rechteck 268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7" name="Ellipse 268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8" name="Ellipse 268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89" name="Textfeld 2688"/>
                    <p:cNvSpPr txBox="1"/>
                    <p:nvPr/>
                  </p:nvSpPr>
                  <p:spPr>
                    <a:xfrm>
                      <a:off x="1723488" y="1770599"/>
                      <a:ext cx="166687" cy="177312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1">
                      <a:noAutofit/>
                    </a:bodyPr>
                    <a:lstStyle/>
                    <a:p>
                      <a:r>
                        <a:rPr lang="de-DE" sz="900" dirty="0"/>
                        <a:t>A1</a:t>
                      </a:r>
                      <a:endParaRPr lang="de-DE" sz="1400" dirty="0"/>
                    </a:p>
                  </p:txBody>
                </p:sp>
                <p:sp>
                  <p:nvSpPr>
                    <p:cNvPr id="2690" name="Ellipse 268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1" name="Ellipse 269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2" name="Textfeld 269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3" name="Textfeld 269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694" name="Ellipse 26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5" name="Ellipse 26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696" name="Textfeld 269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7" name="Textfeld 269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698" name="Ellipse 269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699" name="Ellipse 269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0" name="Rechteck 26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1" name="Rechteck 27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2" name="Rechteck 27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3" name="Rechteck 27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4" name="Rechteck 27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5" name="Rechteck 27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6" name="Rechteck 27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07" name="Rechteck 27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684" name="Textfeld 268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2682" name="Textfeld 268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2678" name="Textfeld 2677"/>
              <p:cNvSpPr txBox="1"/>
              <p:nvPr/>
            </p:nvSpPr>
            <p:spPr>
              <a:xfrm>
                <a:off x="3639315" y="1908127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2679" name="Textfeld 2678"/>
              <p:cNvSpPr txBox="1"/>
              <p:nvPr/>
            </p:nvSpPr>
            <p:spPr>
              <a:xfrm>
                <a:off x="3509328" y="2601891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2680" name="Textfeld 2679"/>
              <p:cNvSpPr txBox="1"/>
              <p:nvPr/>
            </p:nvSpPr>
            <p:spPr>
              <a:xfrm>
                <a:off x="3636674" y="260085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</p:grpSp>
      <p:grpSp>
        <p:nvGrpSpPr>
          <p:cNvPr id="3113" name="Gruppieren 3112"/>
          <p:cNvGrpSpPr/>
          <p:nvPr/>
        </p:nvGrpSpPr>
        <p:grpSpPr>
          <a:xfrm>
            <a:off x="10244840" y="2835616"/>
            <a:ext cx="2188670" cy="1652928"/>
            <a:chOff x="10244840" y="2835616"/>
            <a:chExt cx="2188670" cy="1652928"/>
          </a:xfrm>
        </p:grpSpPr>
        <p:grpSp>
          <p:nvGrpSpPr>
            <p:cNvPr id="3114" name="Gruppieren 3113"/>
            <p:cNvGrpSpPr/>
            <p:nvPr/>
          </p:nvGrpSpPr>
          <p:grpSpPr>
            <a:xfrm>
              <a:off x="1048725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243" name="Gruppieren 3242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45" name="Gruppieren 3244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47" name="Rechteck 324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48" name="Rechteck 324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9" name="Ellipse 324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50" name="Ellipse 324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1" name="Ellipse 325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2" name="Ellipse 325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3" name="Ellipse 325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4" name="Ellipse 325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5" name="Ellipse 3254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6" name="Ellipse 3255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7" name="Rechteck 3256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8" name="Rechteck 3257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59" name="Rechteck 3258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0" name="Rechteck 3259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1" name="Rechteck 3260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2" name="Rechteck 3261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3" name="Rechteck 3262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64" name="Rechteck 3263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46" name="Textfeld 324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244" name="Textfeld 324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115" name="Rechteck 3114"/>
            <p:cNvSpPr/>
            <p:nvPr/>
          </p:nvSpPr>
          <p:spPr>
            <a:xfrm>
              <a:off x="10247866" y="2998317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6" name="Rechteck 3115"/>
            <p:cNvSpPr/>
            <p:nvPr/>
          </p:nvSpPr>
          <p:spPr>
            <a:xfrm>
              <a:off x="10324642" y="317971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7" name="Rechteck 3116"/>
            <p:cNvSpPr/>
            <p:nvPr/>
          </p:nvSpPr>
          <p:spPr>
            <a:xfrm>
              <a:off x="10281168" y="322239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8" name="Rechteck 3117"/>
            <p:cNvSpPr/>
            <p:nvPr/>
          </p:nvSpPr>
          <p:spPr>
            <a:xfrm>
              <a:off x="10325312" y="3788208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119" name="Rechteck 3118"/>
            <p:cNvSpPr/>
            <p:nvPr/>
          </p:nvSpPr>
          <p:spPr>
            <a:xfrm>
              <a:off x="10281838" y="3830884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120" name="Gruppieren 3119"/>
            <p:cNvGrpSpPr/>
            <p:nvPr/>
          </p:nvGrpSpPr>
          <p:grpSpPr>
            <a:xfrm>
              <a:off x="10810740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213" name="Gruppieren 321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215" name="Gruppieren 321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217" name="Rechteck 321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18" name="Rechteck 321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9" name="Ellipse 321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20" name="Ellipse 321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1" name="Textfeld 322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222" name="Textfeld 322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223" name="Ellipse 322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4" name="Ellipse 322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5" name="Textfeld 322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6" name="Textfeld 322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27" name="Ellipse 322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8" name="Ellipse 322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0" name="Textfeld 322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231" name="Ellipse 323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2" name="Ellipse 323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3" name="Textfeld 323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34" name="Textfeld 323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35" name="Rechteck 323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6" name="Rechteck 323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7" name="Rechteck 323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8" name="Rechteck 323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39" name="Rechteck 323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0" name="Rechteck 323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1" name="Rechteck 324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42" name="Rechteck 324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16" name="Textfeld 321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214" name="Textfeld 321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EL1004</a:t>
                </a:r>
              </a:p>
            </p:txBody>
          </p:sp>
        </p:grpSp>
        <p:grpSp>
          <p:nvGrpSpPr>
            <p:cNvPr id="3121" name="Gruppieren 3120"/>
            <p:cNvGrpSpPr/>
            <p:nvPr/>
          </p:nvGrpSpPr>
          <p:grpSpPr>
            <a:xfrm>
              <a:off x="11137665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83" name="Gruppieren 3182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85" name="Gruppieren 3184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87" name="Rechteck 3186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88" name="Rechteck 3187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9" name="Ellipse 3188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0" name="Ellipse 3189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pattFill prst="pct30">
                    <a:fgClr>
                      <a:schemeClr val="accent2"/>
                    </a:fgClr>
                    <a:bgClr>
                      <a:schemeClr val="bg1"/>
                    </a:bgClr>
                  </a:patt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1" name="Textfeld 3190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92" name="Textfeld 3191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193" name="Ellipse 3192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4" name="Ellipse 3193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96" name="Textfeld 3195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197" name="Ellipse 3196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8" name="Ellipse 3197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200" name="Textfeld 3199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201" name="Ellipse 320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02" name="Ellipse 320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3" name="Textfeld 3202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204" name="Textfeld 3203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205" name="Rechteck 32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6" name="Rechteck 32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7" name="Rechteck 32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8" name="Rechteck 32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09" name="Rechteck 32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0" name="Rechteck 32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1" name="Rechteck 32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12" name="Rechteck 32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86" name="Textfeld 3185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184" name="Textfeld 3183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</p:grpSp>
        <p:grpSp>
          <p:nvGrpSpPr>
            <p:cNvPr id="3122" name="Gruppieren 3121"/>
            <p:cNvGrpSpPr/>
            <p:nvPr/>
          </p:nvGrpSpPr>
          <p:grpSpPr>
            <a:xfrm>
              <a:off x="11463743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61" name="Gruppieren 316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163" name="Gruppieren 316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165" name="Rechteck 31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66" name="Rechteck 31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7" name="Ellipse 31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8" name="Ellipse 31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9" name="Ellipse 31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0" name="Ellipse 31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1" name="Ellipse 317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2" name="Ellipse 317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73" name="Ellipse 317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4" name="Ellipse 317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5" name="Rechteck 317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6" name="Rechteck 317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7" name="Rechteck 317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8" name="Rechteck 317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79" name="Rechteck 317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0" name="Rechteck 317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1" name="Rechteck 318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82" name="Rechteck 318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64" name="Textfeld 31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162" name="Textfeld 31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3123" name="Gruppieren 3122"/>
            <p:cNvGrpSpPr/>
            <p:nvPr/>
          </p:nvGrpSpPr>
          <p:grpSpPr>
            <a:xfrm>
              <a:off x="11785623" y="2835616"/>
              <a:ext cx="327049" cy="1652928"/>
              <a:chOff x="1692193" y="1141150"/>
              <a:chExt cx="327049" cy="1652928"/>
            </a:xfrm>
          </p:grpSpPr>
          <p:grpSp>
            <p:nvGrpSpPr>
              <p:cNvPr id="3131" name="Gruppieren 31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133" name="Gruppieren 31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135" name="Rechteck 31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36" name="Rechteck 31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7" name="Ellipse 31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8" name="Ellipse 31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39" name="Textfeld 31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140" name="Textfeld 31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141" name="Ellipse 31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2" name="Ellipse 31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3" name="Textfeld 31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4" name="Textfeld 31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5" name="Ellipse 31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46" name="Ellipse 31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47" name="Textfeld 31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8" name="Textfeld 31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49" name="Ellipse 31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0" name="Ellipse 31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1" name="Textfeld 31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52" name="Textfeld 31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53" name="Rechteck 31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4" name="Rechteck 31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5" name="Rechteck 31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6" name="Rechteck 31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7" name="Rechteck 31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8" name="Rechteck 31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59" name="Rechteck 31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60" name="Rechteck 31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134" name="Textfeld 31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132" name="Textfeld 31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sp>
          <p:nvSpPr>
            <p:cNvPr id="3124" name="Rechteck 3123"/>
            <p:cNvSpPr/>
            <p:nvPr/>
          </p:nvSpPr>
          <p:spPr>
            <a:xfrm>
              <a:off x="11177410" y="2896350"/>
              <a:ext cx="262210" cy="140058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grpSp>
          <p:nvGrpSpPr>
            <p:cNvPr id="3125" name="Gruppieren 3124"/>
            <p:cNvGrpSpPr/>
            <p:nvPr/>
          </p:nvGrpSpPr>
          <p:grpSpPr>
            <a:xfrm>
              <a:off x="12108560" y="2835616"/>
              <a:ext cx="324950" cy="1652928"/>
              <a:chOff x="1694292" y="1141150"/>
              <a:chExt cx="324950" cy="1652928"/>
            </a:xfrm>
          </p:grpSpPr>
          <p:grpSp>
            <p:nvGrpSpPr>
              <p:cNvPr id="3127" name="Gruppieren 3126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sp>
              <p:nvSpPr>
                <p:cNvPr id="3129" name="Rechteck 3128"/>
                <p:cNvSpPr/>
                <p:nvPr/>
              </p:nvSpPr>
              <p:spPr>
                <a:xfrm>
                  <a:off x="1702262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130" name="Textfeld 3129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128" name="Textfeld 3127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EK9011</a:t>
                </a:r>
              </a:p>
            </p:txBody>
          </p:sp>
        </p:grpSp>
        <p:sp>
          <p:nvSpPr>
            <p:cNvPr id="3126" name="Textfeld 3125"/>
            <p:cNvSpPr txBox="1"/>
            <p:nvPr/>
          </p:nvSpPr>
          <p:spPr>
            <a:xfrm>
              <a:off x="10244840" y="4320292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BC7</a:t>
              </a:r>
            </a:p>
          </p:txBody>
        </p:sp>
      </p:grpSp>
      <p:grpSp>
        <p:nvGrpSpPr>
          <p:cNvPr id="3265" name="Gruppieren 3264"/>
          <p:cNvGrpSpPr/>
          <p:nvPr/>
        </p:nvGrpSpPr>
        <p:grpSpPr>
          <a:xfrm>
            <a:off x="8553878" y="2850732"/>
            <a:ext cx="1214422" cy="1652928"/>
            <a:chOff x="8553878" y="2850732"/>
            <a:chExt cx="1214422" cy="1652928"/>
          </a:xfrm>
        </p:grpSpPr>
        <p:grpSp>
          <p:nvGrpSpPr>
            <p:cNvPr id="3266" name="Gruppieren 3265"/>
            <p:cNvGrpSpPr/>
            <p:nvPr/>
          </p:nvGrpSpPr>
          <p:grpSpPr>
            <a:xfrm>
              <a:off x="8795945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49" name="Gruppieren 344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51" name="Gruppieren 345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53" name="Rechteck 345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4" name="Rechteck 345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5" name="Ellipse 345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56" name="Ellipse 345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57" name="Textfeld 345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58" name="Textfeld 345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5</a:t>
                    </a:r>
                    <a:endParaRPr lang="de-DE" dirty="0"/>
                  </a:p>
                </p:txBody>
              </p:sp>
              <p:sp>
                <p:nvSpPr>
                  <p:cNvPr id="3459" name="Ellipse 345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0" name="Ellipse 345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1" name="Textfeld 3460"/>
                  <p:cNvSpPr txBox="1"/>
                  <p:nvPr/>
                </p:nvSpPr>
                <p:spPr>
                  <a:xfrm>
                    <a:off x="1692193" y="1967270"/>
                    <a:ext cx="158774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62" name="Textfeld 346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6</a:t>
                    </a:r>
                    <a:endParaRPr lang="de-DE" dirty="0"/>
                  </a:p>
                </p:txBody>
              </p:sp>
              <p:sp>
                <p:nvSpPr>
                  <p:cNvPr id="3463" name="Ellipse 346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4" name="Ellipse 346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5" name="Textfeld 346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466" name="Textfeld 346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7</a:t>
                    </a:r>
                    <a:endParaRPr lang="de-DE" dirty="0"/>
                  </a:p>
                </p:txBody>
              </p:sp>
              <p:sp>
                <p:nvSpPr>
                  <p:cNvPr id="3467" name="Ellipse 346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8" name="Ellipse 346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69" name="Textfeld 346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470" name="Textfeld 346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8</a:t>
                    </a:r>
                    <a:endParaRPr lang="de-DE" dirty="0"/>
                  </a:p>
                </p:txBody>
              </p:sp>
              <p:sp>
                <p:nvSpPr>
                  <p:cNvPr id="3471" name="Rechteck 347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2" name="Rechteck 347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3" name="Rechteck 34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4" name="Rechteck 34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5" name="Rechteck 34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6" name="Rechteck 34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7" name="Rechteck 34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78" name="Rechteck 34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52" name="Textfeld 345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50" name="Textfeld 344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EK1100</a:t>
                </a:r>
              </a:p>
            </p:txBody>
          </p:sp>
        </p:grpSp>
        <p:sp>
          <p:nvSpPr>
            <p:cNvPr id="3267" name="Rechteck 3266"/>
            <p:cNvSpPr/>
            <p:nvPr/>
          </p:nvSpPr>
          <p:spPr>
            <a:xfrm>
              <a:off x="8558660" y="3013433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8" name="Rechteck 3267"/>
            <p:cNvSpPr/>
            <p:nvPr/>
          </p:nvSpPr>
          <p:spPr>
            <a:xfrm>
              <a:off x="8635436" y="3194833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69" name="Rechteck 3268"/>
            <p:cNvSpPr/>
            <p:nvPr/>
          </p:nvSpPr>
          <p:spPr>
            <a:xfrm>
              <a:off x="8591962" y="3237509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0" name="Rechteck 3269"/>
            <p:cNvSpPr/>
            <p:nvPr/>
          </p:nvSpPr>
          <p:spPr>
            <a:xfrm>
              <a:off x="8636106" y="3803324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3271" name="Rechteck 3270"/>
            <p:cNvSpPr/>
            <p:nvPr/>
          </p:nvSpPr>
          <p:spPr>
            <a:xfrm>
              <a:off x="8592632" y="3846000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3272" name="Gruppieren 3271"/>
            <p:cNvGrpSpPr/>
            <p:nvPr/>
          </p:nvGrpSpPr>
          <p:grpSpPr>
            <a:xfrm>
              <a:off x="9121534" y="2850732"/>
              <a:ext cx="327049" cy="1652928"/>
              <a:chOff x="1692193" y="1141150"/>
              <a:chExt cx="327049" cy="1652928"/>
            </a:xfrm>
          </p:grpSpPr>
          <p:grpSp>
            <p:nvGrpSpPr>
              <p:cNvPr id="3419" name="Gruppieren 341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421" name="Gruppieren 342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423" name="Rechteck 342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4" name="Rechteck 342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5" name="Ellipse 342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26" name="Ellipse 342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27" name="Textfeld 342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428" name="Textfeld 342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429" name="Ellipse 342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0" name="Ellipse 342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1" name="Textfeld 343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2" name="Textfeld 343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433" name="Ellipse 343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4" name="Ellipse 343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435" name="Textfeld 343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6" name="Textfeld 3435"/>
                  <p:cNvSpPr txBox="1"/>
                  <p:nvPr/>
                </p:nvSpPr>
                <p:spPr>
                  <a:xfrm>
                    <a:off x="1814489" y="219679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G</a:t>
                    </a:r>
                    <a:endParaRPr lang="de-DE" dirty="0"/>
                  </a:p>
                </p:txBody>
              </p:sp>
              <p:sp>
                <p:nvSpPr>
                  <p:cNvPr id="3437" name="Ellipse 343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8" name="Ellipse 343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39" name="Textfeld 343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0" name="Textfeld 343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3441" name="Rechteck 344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2" name="Rechteck 344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3" name="Rechteck 344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4" name="Rechteck 344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5" name="Rechteck 344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6" name="Rechteck 344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7" name="Rechteck 344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48" name="Rechteck 344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422" name="Textfeld 342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20" name="Textfeld 341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EL3062</a:t>
                </a:r>
              </a:p>
            </p:txBody>
          </p:sp>
        </p:grpSp>
        <p:sp>
          <p:nvSpPr>
            <p:cNvPr id="3413" name="Textfeld 3412"/>
            <p:cNvSpPr txBox="1"/>
            <p:nvPr/>
          </p:nvSpPr>
          <p:spPr>
            <a:xfrm>
              <a:off x="8553878" y="4333777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BC6</a:t>
              </a:r>
            </a:p>
          </p:txBody>
        </p:sp>
        <p:grpSp>
          <p:nvGrpSpPr>
            <p:cNvPr id="3414" name="Gruppieren 3413"/>
            <p:cNvGrpSpPr/>
            <p:nvPr/>
          </p:nvGrpSpPr>
          <p:grpSpPr>
            <a:xfrm>
              <a:off x="9443350" y="2903351"/>
              <a:ext cx="324950" cy="1597974"/>
              <a:chOff x="9443350" y="2903351"/>
              <a:chExt cx="324950" cy="1597974"/>
            </a:xfrm>
          </p:grpSpPr>
          <p:grpSp>
            <p:nvGrpSpPr>
              <p:cNvPr id="3415" name="Gruppieren 3414"/>
              <p:cNvGrpSpPr/>
              <p:nvPr/>
            </p:nvGrpSpPr>
            <p:grpSpPr>
              <a:xfrm>
                <a:off x="9443350" y="2903351"/>
                <a:ext cx="324950" cy="1597974"/>
                <a:chOff x="1694292" y="1196104"/>
                <a:chExt cx="324950" cy="1597974"/>
              </a:xfrm>
            </p:grpSpPr>
            <p:sp>
              <p:nvSpPr>
                <p:cNvPr id="3417" name="Rechteck 3416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3418" name="Textfeld 341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416" name="Textfeld 3415"/>
              <p:cNvSpPr txBox="1"/>
              <p:nvPr/>
            </p:nvSpPr>
            <p:spPr>
              <a:xfrm>
                <a:off x="9493404" y="2917814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2" name="Gruppieren 1"/>
          <p:cNvGrpSpPr/>
          <p:nvPr/>
        </p:nvGrpSpPr>
        <p:grpSpPr>
          <a:xfrm>
            <a:off x="396407" y="940698"/>
            <a:ext cx="4806473" cy="1654905"/>
            <a:chOff x="396407" y="940698"/>
            <a:chExt cx="4806473" cy="1654905"/>
          </a:xfrm>
        </p:grpSpPr>
        <p:grpSp>
          <p:nvGrpSpPr>
            <p:cNvPr id="2875" name="Gruppieren 2874"/>
            <p:cNvGrpSpPr/>
            <p:nvPr/>
          </p:nvGrpSpPr>
          <p:grpSpPr>
            <a:xfrm>
              <a:off x="641198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391" name="Gruppieren 3390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393" name="Gruppieren 3392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395" name="Rechteck 339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6" name="Rechteck 339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7" name="Ellipse 339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98" name="Ellipse 339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9" name="Ellipse 33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0" name="Ellipse 33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1" name="Ellipse 3400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2" name="Ellipse 3401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3" name="Ellipse 3402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4" name="Ellipse 3403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5" name="Rechteck 3404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6" name="Rechteck 3405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7" name="Rechteck 3406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8" name="Rechteck 3407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09" name="Rechteck 3408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0" name="Rechteck 3409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1" name="Rechteck 3410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412" name="Rechteck 3411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94" name="Textfeld 339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392" name="Textfeld 339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BK1100</a:t>
                </a:r>
              </a:p>
            </p:txBody>
          </p:sp>
        </p:grpSp>
        <p:sp>
          <p:nvSpPr>
            <p:cNvPr id="2876" name="Rechteck 2875"/>
            <p:cNvSpPr/>
            <p:nvPr/>
          </p:nvSpPr>
          <p:spPr>
            <a:xfrm>
              <a:off x="401814" y="1105376"/>
              <a:ext cx="233368" cy="13186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7" name="Rechteck 2876"/>
            <p:cNvSpPr/>
            <p:nvPr/>
          </p:nvSpPr>
          <p:spPr>
            <a:xfrm>
              <a:off x="478590" y="1286776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8" name="Rechteck 2877"/>
            <p:cNvSpPr/>
            <p:nvPr/>
          </p:nvSpPr>
          <p:spPr>
            <a:xfrm>
              <a:off x="435116" y="1329452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79" name="Rechteck 2878"/>
            <p:cNvSpPr/>
            <p:nvPr/>
          </p:nvSpPr>
          <p:spPr>
            <a:xfrm>
              <a:off x="479260" y="1895267"/>
              <a:ext cx="125330" cy="173164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2880" name="Rechteck 2879"/>
            <p:cNvSpPr/>
            <p:nvPr/>
          </p:nvSpPr>
          <p:spPr>
            <a:xfrm>
              <a:off x="435786" y="1937943"/>
              <a:ext cx="86948" cy="8781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grpSp>
          <p:nvGrpSpPr>
            <p:cNvPr id="2881" name="Gruppieren 2880"/>
            <p:cNvGrpSpPr/>
            <p:nvPr/>
          </p:nvGrpSpPr>
          <p:grpSpPr>
            <a:xfrm>
              <a:off x="1291613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61" name="Gruppieren 336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63" name="Gruppieren 336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65" name="Rechteck 336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66" name="Rechteck 336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7" name="Ellipse 336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8" name="Ellipse 336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9" name="Textfeld 336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70" name="Textfeld 336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71" name="Ellipse 337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2" name="Ellipse 337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3" name="Textfeld 337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4" name="Textfeld 337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5" name="Ellipse 337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6" name="Ellipse 337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77" name="Textfeld 337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8" name="Textfeld 337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79" name="Ellipse 337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80" name="Ellipse 337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1" name="Textfeld 338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82" name="Textfeld 338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83" name="Rechteck 338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4" name="Rechteck 338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5" name="Rechteck 338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6" name="Rechteck 338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7" name="Rechteck 338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8" name="Rechteck 338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89" name="Rechteck 338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90" name="Rechteck 338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64" name="Textfeld 336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362" name="Textfeld 336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2" name="Gruppieren 2881"/>
            <p:cNvGrpSpPr/>
            <p:nvPr/>
          </p:nvGrpSpPr>
          <p:grpSpPr>
            <a:xfrm>
              <a:off x="1615592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31" name="Gruppieren 333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33" name="Gruppieren 333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35" name="Rechteck 333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36" name="Rechteck 333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7" name="Ellipse 333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8" name="Ellipse 333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9" name="Textfeld 333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40" name="Textfeld 333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41" name="Ellipse 334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2" name="Ellipse 334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3" name="Textfeld 334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4" name="Textfeld 334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5" name="Ellipse 334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6" name="Ellipse 334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47" name="Textfeld 334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8" name="Textfeld 334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49" name="Ellipse 334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0" name="Ellipse 334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1" name="Textfeld 335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52" name="Textfeld 335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53" name="Rechteck 335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4" name="Rechteck 335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5" name="Rechteck 335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6" name="Rechteck 335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7" name="Rechteck 335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8" name="Rechteck 335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59" name="Rechteck 335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60" name="Rechteck 335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34" name="Textfeld 333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332" name="Textfeld 333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3" name="Gruppieren 2882"/>
            <p:cNvGrpSpPr/>
            <p:nvPr/>
          </p:nvGrpSpPr>
          <p:grpSpPr>
            <a:xfrm>
              <a:off x="1939571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301" name="Gruppieren 3300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303" name="Gruppieren 3302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305" name="Rechteck 3304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306" name="Rechteck 3305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7" name="Ellipse 3306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8" name="Ellipse 3307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9" name="Textfeld 3308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310" name="Textfeld 3309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311" name="Ellipse 3310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2" name="Ellipse 3311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3" name="Textfeld 3312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4" name="Textfeld 3313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5" name="Ellipse 3314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6" name="Ellipse 3315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17" name="Textfeld 3316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8" name="Textfeld 3317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319" name="Ellipse 3318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0" name="Ellipse 3319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1" name="Textfeld 3320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322" name="Textfeld 3321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323" name="Rechteck 332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4" name="Rechteck 332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5" name="Rechteck 332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6" name="Rechteck 332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7" name="Rechteck 332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8" name="Rechteck 332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29" name="Rechteck 332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30" name="Rechteck 332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304" name="Textfeld 3303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3302" name="Textfeld 3301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grpSp>
          <p:nvGrpSpPr>
            <p:cNvPr id="2884" name="Gruppieren 2883"/>
            <p:cNvGrpSpPr/>
            <p:nvPr/>
          </p:nvGrpSpPr>
          <p:grpSpPr>
            <a:xfrm>
              <a:off x="2921140" y="942675"/>
              <a:ext cx="324950" cy="1652928"/>
              <a:chOff x="1694292" y="1141150"/>
              <a:chExt cx="324950" cy="1652928"/>
            </a:xfrm>
          </p:grpSpPr>
          <p:grpSp>
            <p:nvGrpSpPr>
              <p:cNvPr id="3279" name="Gruppieren 3278"/>
              <p:cNvGrpSpPr/>
              <p:nvPr/>
            </p:nvGrpSpPr>
            <p:grpSpPr>
              <a:xfrm>
                <a:off x="1702262" y="1141150"/>
                <a:ext cx="316980" cy="1488063"/>
                <a:chOff x="1702262" y="1141150"/>
                <a:chExt cx="316980" cy="1488063"/>
              </a:xfrm>
            </p:grpSpPr>
            <p:grpSp>
              <p:nvGrpSpPr>
                <p:cNvPr id="3281" name="Gruppieren 3280"/>
                <p:cNvGrpSpPr/>
                <p:nvPr/>
              </p:nvGrpSpPr>
              <p:grpSpPr>
                <a:xfrm>
                  <a:off x="1702262" y="1191341"/>
                  <a:ext cx="316980" cy="1437872"/>
                  <a:chOff x="1702262" y="1191341"/>
                  <a:chExt cx="316980" cy="1437872"/>
                </a:xfrm>
              </p:grpSpPr>
              <p:sp>
                <p:nvSpPr>
                  <p:cNvPr id="3283" name="Rechteck 328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4" name="Rechteck 328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5" name="Ellipse 328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6" name="Ellipse 328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7" name="Ellipse 3286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88" name="Ellipse 3287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89" name="Ellipse 3288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0" name="Ellipse 3289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291" name="Ellipse 3290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2" name="Ellipse 3291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3" name="Rechteck 3292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4" name="Rechteck 3293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5" name="Rechteck 3294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6" name="Rechteck 3295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7" name="Rechteck 3296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8" name="Rechteck 3297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99" name="Rechteck 3298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300" name="Rechteck 3299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282" name="Textfeld 328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3280" name="Textfeld 327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EL9100</a:t>
                </a:r>
              </a:p>
            </p:txBody>
          </p:sp>
        </p:grpSp>
        <p:grpSp>
          <p:nvGrpSpPr>
            <p:cNvPr id="2885" name="Gruppieren 2884"/>
            <p:cNvGrpSpPr/>
            <p:nvPr/>
          </p:nvGrpSpPr>
          <p:grpSpPr>
            <a:xfrm>
              <a:off x="3245966" y="942675"/>
              <a:ext cx="327049" cy="1652928"/>
              <a:chOff x="1692193" y="1141150"/>
              <a:chExt cx="327049" cy="1652928"/>
            </a:xfrm>
          </p:grpSpPr>
          <p:grpSp>
            <p:nvGrpSpPr>
              <p:cNvPr id="3089" name="Gruppieren 308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3091" name="Gruppieren 309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93" name="Rechteck 30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94" name="Rechteck 309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5" name="Ellipse 309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6" name="Ellipse 309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97" name="Textfeld 309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98" name="Textfeld 309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99" name="Ellipse 309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0" name="Ellipse 309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1" name="Textfeld 310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2" name="Textfeld 310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3" name="Ellipse 310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4" name="Ellipse 310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5" name="Textfeld 310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6" name="Textfeld 310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107" name="Ellipse 310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08" name="Ellipse 310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09" name="Textfeld 310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110" name="Textfeld 310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111" name="Rechteck 311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112" name="Rechteck 311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3" name="Rechteck 327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4" name="Rechteck 327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5" name="Rechteck 327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6" name="Rechteck 327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7" name="Rechteck 327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278" name="Rechteck 327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92" name="Textfeld 3091"/>
                <p:cNvSpPr txBox="1"/>
                <p:nvPr/>
              </p:nvSpPr>
              <p:spPr>
                <a:xfrm>
                  <a:off x="1732167" y="1141150"/>
                  <a:ext cx="244998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9</a:t>
                  </a:r>
                </a:p>
              </p:txBody>
            </p:sp>
          </p:grpSp>
          <p:sp>
            <p:nvSpPr>
              <p:cNvPr id="3090" name="Textfeld 308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6" name="Gruppieren 2885"/>
            <p:cNvGrpSpPr/>
            <p:nvPr/>
          </p:nvGrpSpPr>
          <p:grpSpPr>
            <a:xfrm>
              <a:off x="3569945" y="942675"/>
              <a:ext cx="417638" cy="1652928"/>
              <a:chOff x="1692193" y="1141150"/>
              <a:chExt cx="417638" cy="1652928"/>
            </a:xfrm>
          </p:grpSpPr>
          <p:grpSp>
            <p:nvGrpSpPr>
              <p:cNvPr id="3059" name="Gruppieren 3058"/>
              <p:cNvGrpSpPr/>
              <p:nvPr/>
            </p:nvGrpSpPr>
            <p:grpSpPr>
              <a:xfrm>
                <a:off x="1692193" y="1141150"/>
                <a:ext cx="417638" cy="1536639"/>
                <a:chOff x="1692193" y="1141150"/>
                <a:chExt cx="417638" cy="1536639"/>
              </a:xfrm>
            </p:grpSpPr>
            <p:grpSp>
              <p:nvGrpSpPr>
                <p:cNvPr id="3061" name="Gruppieren 306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63" name="Rechteck 306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64" name="Rechteck 306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5" name="Ellipse 306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6" name="Ellipse 306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67" name="Textfeld 306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68" name="Textfeld 306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69" name="Ellipse 306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0" name="Ellipse 306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1" name="Textfeld 307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2" name="Textfeld 307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3" name="Ellipse 307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4" name="Ellipse 307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5" name="Textfeld 307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6" name="Textfeld 307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77" name="Ellipse 307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8" name="Ellipse 307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79" name="Textfeld 307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80" name="Textfeld 307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81" name="Rechteck 308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2" name="Rechteck 308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3" name="Rechteck 308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4" name="Rechteck 308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5" name="Rechteck 308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6" name="Rechteck 308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7" name="Rechteck 308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88" name="Rechteck 308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62" name="Textfeld 3061"/>
                <p:cNvSpPr txBox="1"/>
                <p:nvPr/>
              </p:nvSpPr>
              <p:spPr>
                <a:xfrm>
                  <a:off x="1706289" y="1141150"/>
                  <a:ext cx="403542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</a:t>
                  </a:r>
                </a:p>
              </p:txBody>
            </p:sp>
          </p:grpSp>
          <p:sp>
            <p:nvSpPr>
              <p:cNvPr id="3060" name="Textfeld 305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7" name="Gruppieren 2886"/>
            <p:cNvGrpSpPr/>
            <p:nvPr/>
          </p:nvGrpSpPr>
          <p:grpSpPr>
            <a:xfrm>
              <a:off x="3893924" y="942675"/>
              <a:ext cx="371759" cy="1652928"/>
              <a:chOff x="1692193" y="1141150"/>
              <a:chExt cx="371759" cy="1652928"/>
            </a:xfrm>
          </p:grpSpPr>
          <p:grpSp>
            <p:nvGrpSpPr>
              <p:cNvPr id="3029" name="Gruppieren 3028"/>
              <p:cNvGrpSpPr/>
              <p:nvPr/>
            </p:nvGrpSpPr>
            <p:grpSpPr>
              <a:xfrm>
                <a:off x="1692193" y="1141150"/>
                <a:ext cx="371759" cy="1536639"/>
                <a:chOff x="1692193" y="1141150"/>
                <a:chExt cx="371759" cy="1536639"/>
              </a:xfrm>
            </p:grpSpPr>
            <p:grpSp>
              <p:nvGrpSpPr>
                <p:cNvPr id="3031" name="Gruppieren 30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33" name="Rechteck 30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34" name="Rechteck 30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5" name="Ellipse 30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6" name="Ellipse 30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37" name="Textfeld 30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38" name="Textfeld 30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39" name="Ellipse 30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0" name="Ellipse 30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1" name="Textfeld 30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2" name="Textfeld 30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3" name="Ellipse 30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4" name="Ellipse 30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5" name="Textfeld 30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6" name="Textfeld 30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3047" name="Ellipse 30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8" name="Ellipse 30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49" name="Textfeld 30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50" name="Textfeld 30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51" name="Rechteck 30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2" name="Rechteck 30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3" name="Rechteck 30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4" name="Rechteck 30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5" name="Rechteck 30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6" name="Rechteck 30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7" name="Rechteck 30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58" name="Rechteck 30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32" name="Textfeld 3031"/>
                <p:cNvSpPr txBox="1"/>
                <p:nvPr/>
              </p:nvSpPr>
              <p:spPr>
                <a:xfrm>
                  <a:off x="1701466" y="1141150"/>
                  <a:ext cx="362486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11</a:t>
                  </a:r>
                </a:p>
              </p:txBody>
            </p:sp>
          </p:grpSp>
          <p:sp>
            <p:nvSpPr>
              <p:cNvPr id="3030" name="Textfeld 30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  <p:grpSp>
          <p:nvGrpSpPr>
            <p:cNvPr id="2888" name="Gruppieren 2887"/>
            <p:cNvGrpSpPr/>
            <p:nvPr/>
          </p:nvGrpSpPr>
          <p:grpSpPr>
            <a:xfrm>
              <a:off x="4216760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99" name="Gruppieren 299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3001" name="Gruppieren 300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3003" name="Rechteck 300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004" name="Rechteck 300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5" name="Ellipse 300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6" name="Ellipse 300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07" name="Textfeld 300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3008" name="Textfeld 300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3009" name="Ellipse 300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0" name="Ellipse 300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1" name="Textfeld 301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2" name="Textfeld 301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3" name="Ellipse 301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4" name="Ellipse 301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5" name="Textfeld 301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6" name="Textfeld 301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3017" name="Ellipse 301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8" name="Ellipse 301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19" name="Textfeld 301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3020" name="Textfeld 301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3021" name="Rechteck 302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2" name="Rechteck 302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3" name="Rechteck 302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4" name="Rechteck 302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5" name="Rechteck 302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6" name="Rechteck 302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7" name="Rechteck 302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3028" name="Rechteck 302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3002" name="Textfeld 300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12</a:t>
                  </a:r>
                </a:p>
              </p:txBody>
            </p:sp>
          </p:grpSp>
          <p:sp>
            <p:nvSpPr>
              <p:cNvPr id="3000" name="Textfeld 299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BK1004</a:t>
                </a:r>
              </a:p>
            </p:txBody>
          </p:sp>
        </p:grpSp>
        <p:sp>
          <p:nvSpPr>
            <p:cNvPr id="2889" name="Rechteck 2888"/>
            <p:cNvSpPr/>
            <p:nvPr/>
          </p:nvSpPr>
          <p:spPr>
            <a:xfrm>
              <a:off x="2629758" y="1021865"/>
              <a:ext cx="262210" cy="137987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de-DE" sz="1100" dirty="0" err="1">
                  <a:latin typeface="Arial" panose="020B0604020202020204" pitchFamily="34" charset="0"/>
                  <a:cs typeface="Arial" panose="020B0604020202020204" pitchFamily="34" charset="0"/>
                </a:rPr>
                <a:t>Disconnect</a:t>
              </a:r>
              <a:r>
                <a:rPr lang="de-DE" sz="1100" dirty="0">
                  <a:latin typeface="Arial" panose="020B0604020202020204" pitchFamily="34" charset="0"/>
                  <a:cs typeface="Arial" panose="020B0604020202020204" pitchFamily="34" charset="0"/>
                </a:rPr>
                <a:t> Terminal</a:t>
              </a:r>
            </a:p>
          </p:txBody>
        </p:sp>
        <p:sp>
          <p:nvSpPr>
            <p:cNvPr id="2890" name="Rechteck 2889"/>
            <p:cNvSpPr/>
            <p:nvPr/>
          </p:nvSpPr>
          <p:spPr>
            <a:xfrm>
              <a:off x="2600190" y="992866"/>
              <a:ext cx="316980" cy="143787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  <p:sp>
          <p:nvSpPr>
            <p:cNvPr id="2891" name="Textfeld 2890"/>
            <p:cNvSpPr txBox="1"/>
            <p:nvPr/>
          </p:nvSpPr>
          <p:spPr>
            <a:xfrm>
              <a:off x="2595066" y="2429830"/>
              <a:ext cx="324950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EL9080</a:t>
              </a:r>
            </a:p>
          </p:txBody>
        </p:sp>
        <p:grpSp>
          <p:nvGrpSpPr>
            <p:cNvPr id="2892" name="Gruppieren 2891"/>
            <p:cNvGrpSpPr/>
            <p:nvPr/>
          </p:nvGrpSpPr>
          <p:grpSpPr>
            <a:xfrm>
              <a:off x="4539431" y="949349"/>
              <a:ext cx="358092" cy="1646254"/>
              <a:chOff x="1692193" y="1147824"/>
              <a:chExt cx="358092" cy="1646254"/>
            </a:xfrm>
          </p:grpSpPr>
          <p:grpSp>
            <p:nvGrpSpPr>
              <p:cNvPr id="2969" name="Gruppieren 2968"/>
              <p:cNvGrpSpPr/>
              <p:nvPr/>
            </p:nvGrpSpPr>
            <p:grpSpPr>
              <a:xfrm>
                <a:off x="1692193" y="1147824"/>
                <a:ext cx="358092" cy="1529965"/>
                <a:chOff x="1692193" y="1147824"/>
                <a:chExt cx="358092" cy="1529965"/>
              </a:xfrm>
            </p:grpSpPr>
            <p:grpSp>
              <p:nvGrpSpPr>
                <p:cNvPr id="2971" name="Gruppieren 297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973" name="Rechteck 297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74" name="Rechteck 297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5" name="Ellipse 297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6" name="Ellipse 297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77" name="Textfeld 297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978" name="Textfeld 297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979" name="Ellipse 297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0" name="Ellipse 297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1" name="Textfeld 298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2" name="Textfeld 298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+</a:t>
                    </a:r>
                    <a:endParaRPr lang="de-DE" dirty="0"/>
                  </a:p>
                </p:txBody>
              </p:sp>
              <p:sp>
                <p:nvSpPr>
                  <p:cNvPr id="2983" name="Ellipse 298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solidFill>
                    <a:srgbClr val="C00000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4" name="Ellipse 298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5" name="Textfeld 298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6" name="Textfeld 298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987" name="Ellipse 298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8" name="Ellipse 298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89" name="Textfeld 298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0" name="Textfeld 298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S</a:t>
                    </a:r>
                    <a:endParaRPr lang="de-DE" dirty="0"/>
                  </a:p>
                </p:txBody>
              </p:sp>
              <p:sp>
                <p:nvSpPr>
                  <p:cNvPr id="2991" name="Rechteck 299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2" name="Rechteck 299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3" name="Rechteck 299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4" name="Rechteck 299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5" name="Rechteck 299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6" name="Rechteck 299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7" name="Rechteck 299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998" name="Rechteck 299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972" name="Textfeld 2971"/>
                <p:cNvSpPr txBox="1"/>
                <p:nvPr/>
              </p:nvSpPr>
              <p:spPr>
                <a:xfrm>
                  <a:off x="1695161" y="1147824"/>
                  <a:ext cx="355124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13</a:t>
                  </a:r>
                </a:p>
              </p:txBody>
            </p:sp>
          </p:grpSp>
          <p:sp>
            <p:nvSpPr>
              <p:cNvPr id="2970" name="Textfeld 296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EL3162</a:t>
                </a:r>
              </a:p>
            </p:txBody>
          </p:sp>
        </p:grpSp>
        <p:grpSp>
          <p:nvGrpSpPr>
            <p:cNvPr id="2893" name="Gruppieren 2892"/>
            <p:cNvGrpSpPr/>
            <p:nvPr/>
          </p:nvGrpSpPr>
          <p:grpSpPr>
            <a:xfrm>
              <a:off x="4856443" y="957038"/>
              <a:ext cx="346437" cy="1638565"/>
              <a:chOff x="1686699" y="1155513"/>
              <a:chExt cx="346437" cy="1638565"/>
            </a:xfrm>
          </p:grpSpPr>
          <p:grpSp>
            <p:nvGrpSpPr>
              <p:cNvPr id="2965" name="Gruppieren 2964"/>
              <p:cNvGrpSpPr/>
              <p:nvPr/>
            </p:nvGrpSpPr>
            <p:grpSpPr>
              <a:xfrm>
                <a:off x="1686699" y="1155513"/>
                <a:ext cx="346437" cy="1473700"/>
                <a:chOff x="1686699" y="1155513"/>
                <a:chExt cx="346437" cy="1473700"/>
              </a:xfrm>
            </p:grpSpPr>
            <p:sp>
              <p:nvSpPr>
                <p:cNvPr id="2967" name="Rechteck 2966"/>
                <p:cNvSpPr/>
                <p:nvPr/>
              </p:nvSpPr>
              <p:spPr>
                <a:xfrm>
                  <a:off x="1702261" y="1191341"/>
                  <a:ext cx="312023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2968" name="Textfeld 2967"/>
                <p:cNvSpPr txBox="1"/>
                <p:nvPr/>
              </p:nvSpPr>
              <p:spPr>
                <a:xfrm>
                  <a:off x="1686699" y="1155513"/>
                  <a:ext cx="346437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14</a:t>
                  </a:r>
                </a:p>
              </p:txBody>
            </p:sp>
          </p:grpSp>
          <p:sp>
            <p:nvSpPr>
              <p:cNvPr id="2966" name="Textfeld 2965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EL9011</a:t>
                </a:r>
              </a:p>
            </p:txBody>
          </p:sp>
        </p:grpSp>
        <p:sp>
          <p:nvSpPr>
            <p:cNvPr id="2894" name="Textfeld 2893"/>
            <p:cNvSpPr txBox="1"/>
            <p:nvPr/>
          </p:nvSpPr>
          <p:spPr>
            <a:xfrm>
              <a:off x="396407" y="2426598"/>
              <a:ext cx="243381" cy="165773"/>
            </a:xfrm>
            <a:prstGeom prst="rect">
              <a:avLst/>
            </a:prstGeom>
            <a:noFill/>
            <a:ln w="0">
              <a:solidFill>
                <a:schemeClr val="tx1"/>
              </a:solidFill>
            </a:ln>
          </p:spPr>
          <p:txBody>
            <a:bodyPr wrap="none" lIns="0" rtlCol="0">
              <a:noAutofit/>
            </a:bodyPr>
            <a:lstStyle/>
            <a:p>
              <a:r>
                <a:rPr lang="de-DE" sz="700" dirty="0">
                  <a:latin typeface="Arial" panose="020B0604020202020204" pitchFamily="34" charset="0"/>
                  <a:cs typeface="Arial" panose="020B0604020202020204" pitchFamily="34" charset="0"/>
                </a:rPr>
                <a:t>BC1</a:t>
              </a:r>
            </a:p>
          </p:txBody>
        </p:sp>
        <p:grpSp>
          <p:nvGrpSpPr>
            <p:cNvPr id="2895" name="Gruppieren 2894"/>
            <p:cNvGrpSpPr/>
            <p:nvPr/>
          </p:nvGrpSpPr>
          <p:grpSpPr>
            <a:xfrm>
              <a:off x="964688" y="942675"/>
              <a:ext cx="327049" cy="1652928"/>
              <a:chOff x="3131212" y="1103872"/>
              <a:chExt cx="327049" cy="1652928"/>
            </a:xfrm>
          </p:grpSpPr>
          <p:grpSp>
            <p:nvGrpSpPr>
              <p:cNvPr id="2934" name="Gruppieren 2933"/>
              <p:cNvGrpSpPr/>
              <p:nvPr/>
            </p:nvGrpSpPr>
            <p:grpSpPr>
              <a:xfrm>
                <a:off x="3131212" y="1103872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936" name="Gruppieren 2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938" name="Gruppieren 2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40" name="Rechteck 2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1" name="Rechteck 2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2" name="Ellipse 2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43" name="Ellipse 2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4" name="Textfeld 2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45" name="Ellipse 294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6" name="Ellipse 294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47" name="Textfeld 294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8" name="Textfeld 294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49" name="Ellipse 294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0" name="Ellipse 294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1" name="Textfeld 295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2" name="Textfeld 295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53" name="Ellipse 29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4" name="Ellipse 29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5" name="Textfeld 295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956" name="Textfeld 295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957" name="Rechteck 295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8" name="Rechteck 295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59" name="Rechteck 295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0" name="Rechteck 295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1" name="Rechteck 296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2" name="Rechteck 296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3" name="Rechteck 296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64" name="Rechteck 296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39" name="Textfeld 2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937" name="Textfeld 2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935" name="Textfeld 2934"/>
              <p:cNvSpPr txBox="1"/>
              <p:nvPr/>
            </p:nvSpPr>
            <p:spPr>
              <a:xfrm>
                <a:off x="3259611" y="1698586"/>
                <a:ext cx="146400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1050" dirty="0"/>
                  <a:t>2</a:t>
                </a:r>
                <a:endParaRPr lang="de-DE" dirty="0"/>
              </a:p>
            </p:txBody>
          </p:sp>
        </p:grpSp>
        <p:grpSp>
          <p:nvGrpSpPr>
            <p:cNvPr id="2628" name="Gruppieren 2627"/>
            <p:cNvGrpSpPr/>
            <p:nvPr/>
          </p:nvGrpSpPr>
          <p:grpSpPr>
            <a:xfrm>
              <a:off x="2262428" y="940698"/>
              <a:ext cx="327049" cy="1651404"/>
              <a:chOff x="1692193" y="1141150"/>
              <a:chExt cx="327049" cy="1652928"/>
            </a:xfrm>
          </p:grpSpPr>
          <p:grpSp>
            <p:nvGrpSpPr>
              <p:cNvPr id="2629" name="Gruppieren 2628"/>
              <p:cNvGrpSpPr/>
              <p:nvPr/>
            </p:nvGrpSpPr>
            <p:grpSpPr>
              <a:xfrm>
                <a:off x="1692193" y="1141150"/>
                <a:ext cx="327049" cy="1536639"/>
                <a:chOff x="1692193" y="1141150"/>
                <a:chExt cx="327049" cy="1536639"/>
              </a:xfrm>
            </p:grpSpPr>
            <p:grpSp>
              <p:nvGrpSpPr>
                <p:cNvPr id="2631" name="Gruppieren 2630"/>
                <p:cNvGrpSpPr/>
                <p:nvPr/>
              </p:nvGrpSpPr>
              <p:grpSpPr>
                <a:xfrm>
                  <a:off x="1692193" y="1191341"/>
                  <a:ext cx="327049" cy="1486448"/>
                  <a:chOff x="1692193" y="1191341"/>
                  <a:chExt cx="327049" cy="1486448"/>
                </a:xfrm>
              </p:grpSpPr>
              <p:sp>
                <p:nvSpPr>
                  <p:cNvPr id="2633" name="Rechteck 263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634" name="Rechteck 2633"/>
                  <p:cNvSpPr/>
                  <p:nvPr/>
                </p:nvSpPr>
                <p:spPr>
                  <a:xfrm>
                    <a:off x="1767423" y="1364505"/>
                    <a:ext cx="196168" cy="27831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5" name="Ellipse 2634"/>
                  <p:cNvSpPr/>
                  <p:nvPr/>
                </p:nvSpPr>
                <p:spPr>
                  <a:xfrm>
                    <a:off x="1758056" y="1706520"/>
                    <a:ext cx="80420" cy="79775"/>
                  </a:xfrm>
                  <a:prstGeom prst="ellipse">
                    <a:avLst/>
                  </a:prstGeom>
                  <a:solidFill>
                    <a:schemeClr val="tx2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6" name="Ellipse 2635"/>
                  <p:cNvSpPr/>
                  <p:nvPr/>
                </p:nvSpPr>
                <p:spPr>
                  <a:xfrm>
                    <a:off x="1883702" y="1706520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37" name="Textfeld 2636"/>
                  <p:cNvSpPr txBox="1"/>
                  <p:nvPr/>
                </p:nvSpPr>
                <p:spPr>
                  <a:xfrm>
                    <a:off x="1692724" y="173523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1</a:t>
                    </a:r>
                    <a:endParaRPr lang="de-DE" dirty="0"/>
                  </a:p>
                </p:txBody>
              </p:sp>
              <p:sp>
                <p:nvSpPr>
                  <p:cNvPr id="2638" name="Textfeld 2637"/>
                  <p:cNvSpPr txBox="1"/>
                  <p:nvPr/>
                </p:nvSpPr>
                <p:spPr>
                  <a:xfrm>
                    <a:off x="1819252" y="1731138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2</a:t>
                    </a:r>
                    <a:endParaRPr lang="de-DE" dirty="0"/>
                  </a:p>
                </p:txBody>
              </p:sp>
              <p:sp>
                <p:nvSpPr>
                  <p:cNvPr id="2639" name="Ellipse 2638"/>
                  <p:cNvSpPr/>
                  <p:nvPr/>
                </p:nvSpPr>
                <p:spPr>
                  <a:xfrm>
                    <a:off x="1757525" y="193855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0" name="Ellipse 2639"/>
                  <p:cNvSpPr/>
                  <p:nvPr/>
                </p:nvSpPr>
                <p:spPr>
                  <a:xfrm>
                    <a:off x="1883171" y="193855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1" name="Textfeld 2640"/>
                  <p:cNvSpPr txBox="1"/>
                  <p:nvPr/>
                </p:nvSpPr>
                <p:spPr>
                  <a:xfrm>
                    <a:off x="1692193" y="196727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2" name="Textfeld 2641"/>
                  <p:cNvSpPr txBox="1"/>
                  <p:nvPr/>
                </p:nvSpPr>
                <p:spPr>
                  <a:xfrm>
                    <a:off x="1818721" y="196316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3" name="Ellipse 2642"/>
                  <p:cNvSpPr/>
                  <p:nvPr/>
                </p:nvSpPr>
                <p:spPr>
                  <a:xfrm>
                    <a:off x="1758056" y="2167411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4" name="Ellipse 2643"/>
                  <p:cNvSpPr/>
                  <p:nvPr/>
                </p:nvSpPr>
                <p:spPr>
                  <a:xfrm>
                    <a:off x="1883702" y="2167411"/>
                    <a:ext cx="80420" cy="797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5" name="Textfeld 2644"/>
                  <p:cNvSpPr txBox="1"/>
                  <p:nvPr/>
                </p:nvSpPr>
                <p:spPr>
                  <a:xfrm>
                    <a:off x="1692724" y="2196130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6" name="Textfeld 2645"/>
                  <p:cNvSpPr txBox="1"/>
                  <p:nvPr/>
                </p:nvSpPr>
                <p:spPr>
                  <a:xfrm>
                    <a:off x="1819252" y="2192029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-</a:t>
                    </a:r>
                    <a:endParaRPr lang="de-DE" dirty="0"/>
                  </a:p>
                </p:txBody>
              </p:sp>
              <p:sp>
                <p:nvSpPr>
                  <p:cNvPr id="2647" name="Ellipse 2646"/>
                  <p:cNvSpPr/>
                  <p:nvPr/>
                </p:nvSpPr>
                <p:spPr>
                  <a:xfrm>
                    <a:off x="1761392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8" name="Ellipse 2647"/>
                  <p:cNvSpPr/>
                  <p:nvPr/>
                </p:nvSpPr>
                <p:spPr>
                  <a:xfrm>
                    <a:off x="1887038" y="2395154"/>
                    <a:ext cx="80420" cy="79775"/>
                  </a:xfrm>
                  <a:prstGeom prst="ellipse">
                    <a:avLst/>
                  </a:prstGeom>
                  <a:noFill/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49" name="Textfeld 2648"/>
                  <p:cNvSpPr txBox="1"/>
                  <p:nvPr/>
                </p:nvSpPr>
                <p:spPr>
                  <a:xfrm>
                    <a:off x="1696060" y="2423873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3</a:t>
                    </a:r>
                    <a:endParaRPr lang="de-DE" dirty="0"/>
                  </a:p>
                </p:txBody>
              </p:sp>
              <p:sp>
                <p:nvSpPr>
                  <p:cNvPr id="2650" name="Textfeld 2649"/>
                  <p:cNvSpPr txBox="1"/>
                  <p:nvPr/>
                </p:nvSpPr>
                <p:spPr>
                  <a:xfrm>
                    <a:off x="1822588" y="2419772"/>
                    <a:ext cx="146400" cy="2539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50" dirty="0"/>
                      <a:t>4</a:t>
                    </a:r>
                    <a:endParaRPr lang="de-DE" dirty="0"/>
                  </a:p>
                </p:txBody>
              </p:sp>
              <p:sp>
                <p:nvSpPr>
                  <p:cNvPr id="2651" name="Rechteck 2650"/>
                  <p:cNvSpPr/>
                  <p:nvPr/>
                </p:nvSpPr>
                <p:spPr>
                  <a:xfrm>
                    <a:off x="1790642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2" name="Rechteck 2651"/>
                  <p:cNvSpPr/>
                  <p:nvPr/>
                </p:nvSpPr>
                <p:spPr>
                  <a:xfrm>
                    <a:off x="1790642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3" name="Rechteck 2652"/>
                  <p:cNvSpPr/>
                  <p:nvPr/>
                </p:nvSpPr>
                <p:spPr>
                  <a:xfrm>
                    <a:off x="1790642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4" name="Rechteck 2653"/>
                  <p:cNvSpPr/>
                  <p:nvPr/>
                </p:nvSpPr>
                <p:spPr>
                  <a:xfrm>
                    <a:off x="1790642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5" name="Rechteck 2654"/>
                  <p:cNvSpPr/>
                  <p:nvPr/>
                </p:nvSpPr>
                <p:spPr>
                  <a:xfrm>
                    <a:off x="1877274" y="1385143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6" name="Rechteck 2655"/>
                  <p:cNvSpPr/>
                  <p:nvPr/>
                </p:nvSpPr>
                <p:spPr>
                  <a:xfrm>
                    <a:off x="1877274" y="1447529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7" name="Rechteck 2656"/>
                  <p:cNvSpPr/>
                  <p:nvPr/>
                </p:nvSpPr>
                <p:spPr>
                  <a:xfrm>
                    <a:off x="1877274" y="1509915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2658" name="Rechteck 2657"/>
                  <p:cNvSpPr/>
                  <p:nvPr/>
                </p:nvSpPr>
                <p:spPr>
                  <a:xfrm>
                    <a:off x="1877274" y="1576066"/>
                    <a:ext cx="60325" cy="45719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</p:grpSp>
            <p:sp>
              <p:nvSpPr>
                <p:cNvPr id="2632" name="Textfeld 2631"/>
                <p:cNvSpPr txBox="1"/>
                <p:nvPr/>
              </p:nvSpPr>
              <p:spPr>
                <a:xfrm>
                  <a:off x="1733216" y="1141150"/>
                  <a:ext cx="262125" cy="24622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630" name="Textfeld 2629"/>
              <p:cNvSpPr txBox="1"/>
              <p:nvPr/>
            </p:nvSpPr>
            <p:spPr>
              <a:xfrm>
                <a:off x="1694292" y="2628305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EL2004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2684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3" name="Textfeld 6362"/>
          <p:cNvSpPr txBox="1"/>
          <p:nvPr/>
        </p:nvSpPr>
        <p:spPr>
          <a:xfrm>
            <a:off x="580656" y="392860"/>
            <a:ext cx="23171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 err="1"/>
              <a:t>Clamps</a:t>
            </a:r>
            <a:r>
              <a:rPr lang="de-DE" dirty="0"/>
              <a:t> Scenario 22-24</a:t>
            </a:r>
          </a:p>
        </p:txBody>
      </p:sp>
      <p:grpSp>
        <p:nvGrpSpPr>
          <p:cNvPr id="8841" name="Gruppieren 8840"/>
          <p:cNvGrpSpPr/>
          <p:nvPr/>
        </p:nvGrpSpPr>
        <p:grpSpPr>
          <a:xfrm>
            <a:off x="13047792" y="175435"/>
            <a:ext cx="762393" cy="246221"/>
            <a:chOff x="3200748" y="3328591"/>
            <a:chExt cx="762393" cy="246221"/>
          </a:xfrm>
        </p:grpSpPr>
        <p:sp>
          <p:nvSpPr>
            <p:cNvPr id="8859" name="Textfeld 8858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 err="1">
                  <a:latin typeface="Arial" panose="020B0604020202020204" pitchFamily="34" charset="0"/>
                  <a:cs typeface="Arial" panose="020B0604020202020204" pitchFamily="34" charset="0"/>
                </a:rPr>
                <a:t>free</a:t>
              </a:r>
              <a:endParaRPr lang="de-DE" sz="10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0" name="Ellipse 8859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2" name="Gruppieren 8841"/>
          <p:cNvGrpSpPr/>
          <p:nvPr/>
        </p:nvGrpSpPr>
        <p:grpSpPr>
          <a:xfrm>
            <a:off x="13054592" y="398559"/>
            <a:ext cx="762393" cy="246221"/>
            <a:chOff x="3200748" y="3328591"/>
            <a:chExt cx="762393" cy="246221"/>
          </a:xfrm>
        </p:grpSpPr>
        <p:sp>
          <p:nvSpPr>
            <p:cNvPr id="8857" name="Textfeld 8856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IN</a:t>
              </a:r>
            </a:p>
          </p:txBody>
        </p:sp>
        <p:sp>
          <p:nvSpPr>
            <p:cNvPr id="8858" name="Ellipse 8857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3" name="Gruppieren 8842"/>
          <p:cNvGrpSpPr/>
          <p:nvPr/>
        </p:nvGrpSpPr>
        <p:grpSpPr>
          <a:xfrm>
            <a:off x="13054592" y="599006"/>
            <a:ext cx="762393" cy="246221"/>
            <a:chOff x="3200748" y="3328591"/>
            <a:chExt cx="762393" cy="246221"/>
          </a:xfrm>
        </p:grpSpPr>
        <p:sp>
          <p:nvSpPr>
            <p:cNvPr id="8855" name="Textfeld 8854"/>
            <p:cNvSpPr txBox="1"/>
            <p:nvPr/>
          </p:nvSpPr>
          <p:spPr>
            <a:xfrm>
              <a:off x="3258308" y="3328591"/>
              <a:ext cx="70483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BIT OUT</a:t>
              </a:r>
            </a:p>
          </p:txBody>
        </p:sp>
        <p:sp>
          <p:nvSpPr>
            <p:cNvPr id="8856" name="Ellipse 8855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4" name="Gruppieren 8843"/>
          <p:cNvGrpSpPr/>
          <p:nvPr/>
        </p:nvGrpSpPr>
        <p:grpSpPr>
          <a:xfrm>
            <a:off x="13054592" y="827762"/>
            <a:ext cx="832344" cy="246221"/>
            <a:chOff x="3200748" y="3328591"/>
            <a:chExt cx="832344" cy="246221"/>
          </a:xfrm>
        </p:grpSpPr>
        <p:sp>
          <p:nvSpPr>
            <p:cNvPr id="8853" name="Textfeld 8852"/>
            <p:cNvSpPr txBox="1"/>
            <p:nvPr/>
          </p:nvSpPr>
          <p:spPr>
            <a:xfrm>
              <a:off x="3258308" y="3328591"/>
              <a:ext cx="77478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IN</a:t>
              </a:r>
            </a:p>
          </p:txBody>
        </p:sp>
        <p:sp>
          <p:nvSpPr>
            <p:cNvPr id="8854" name="Ellipse 8853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chemeClr val="accent2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</p:grpSp>
      <p:grpSp>
        <p:nvGrpSpPr>
          <p:cNvPr id="8845" name="Gruppieren 8844"/>
          <p:cNvGrpSpPr/>
          <p:nvPr/>
        </p:nvGrpSpPr>
        <p:grpSpPr>
          <a:xfrm>
            <a:off x="13060100" y="1045674"/>
            <a:ext cx="1031120" cy="246221"/>
            <a:chOff x="3200748" y="3328591"/>
            <a:chExt cx="1031120" cy="246221"/>
          </a:xfrm>
        </p:grpSpPr>
        <p:sp>
          <p:nvSpPr>
            <p:cNvPr id="8851" name="Textfeld 8850"/>
            <p:cNvSpPr txBox="1"/>
            <p:nvPr/>
          </p:nvSpPr>
          <p:spPr>
            <a:xfrm>
              <a:off x="3258308" y="3328591"/>
              <a:ext cx="9735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1000" dirty="0">
                  <a:latin typeface="Arial" panose="020B0604020202020204" pitchFamily="34" charset="0"/>
                  <a:cs typeface="Arial" panose="020B0604020202020204" pitchFamily="34" charset="0"/>
                </a:rPr>
                <a:t>Analog OUT</a:t>
              </a:r>
            </a:p>
          </p:txBody>
        </p:sp>
        <p:sp>
          <p:nvSpPr>
            <p:cNvPr id="8852" name="Ellipse 8851"/>
            <p:cNvSpPr/>
            <p:nvPr/>
          </p:nvSpPr>
          <p:spPr>
            <a:xfrm>
              <a:off x="3200748" y="3417027"/>
              <a:ext cx="80420" cy="79775"/>
            </a:xfrm>
            <a:prstGeom prst="ellipse">
              <a:avLst/>
            </a:prstGeom>
            <a:solidFill>
              <a:srgbClr val="C00000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dirty="0"/>
            </a:p>
          </p:txBody>
        </p:sp>
      </p:grpSp>
      <p:sp>
        <p:nvSpPr>
          <p:cNvPr id="8846" name="Textfeld 8845"/>
          <p:cNvSpPr txBox="1"/>
          <p:nvPr/>
        </p:nvSpPr>
        <p:spPr>
          <a:xfrm>
            <a:off x="13135012" y="1649670"/>
            <a:ext cx="7048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Power</a:t>
            </a:r>
          </a:p>
        </p:txBody>
      </p:sp>
      <p:sp>
        <p:nvSpPr>
          <p:cNvPr id="8847" name="Rechteck 8846"/>
          <p:cNvSpPr/>
          <p:nvPr/>
        </p:nvSpPr>
        <p:spPr>
          <a:xfrm>
            <a:off x="12719919" y="175434"/>
            <a:ext cx="1426015" cy="185922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48" name="Ellipse 8847"/>
          <p:cNvSpPr/>
          <p:nvPr/>
        </p:nvSpPr>
        <p:spPr>
          <a:xfrm>
            <a:off x="13077774" y="1742847"/>
            <a:ext cx="80420" cy="79775"/>
          </a:xfrm>
          <a:prstGeom prst="ellipse">
            <a:avLst/>
          </a:prstGeom>
          <a:solidFill>
            <a:schemeClr val="bg1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849" name="Textfeld 8848"/>
          <p:cNvSpPr txBox="1"/>
          <p:nvPr/>
        </p:nvSpPr>
        <p:spPr>
          <a:xfrm>
            <a:off x="13117660" y="1267878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Integer OUT</a:t>
            </a:r>
          </a:p>
        </p:txBody>
      </p:sp>
      <p:sp>
        <p:nvSpPr>
          <p:cNvPr id="8850" name="Ellipse 8849"/>
          <p:cNvSpPr/>
          <p:nvPr/>
        </p:nvSpPr>
        <p:spPr>
          <a:xfrm>
            <a:off x="13060100" y="1356314"/>
            <a:ext cx="80420" cy="797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sp>
        <p:nvSpPr>
          <p:cNvPr id="8861" name="Textfeld 8860"/>
          <p:cNvSpPr txBox="1"/>
          <p:nvPr/>
        </p:nvSpPr>
        <p:spPr>
          <a:xfrm>
            <a:off x="13130215" y="1467390"/>
            <a:ext cx="973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000" dirty="0">
                <a:latin typeface="Arial" panose="020B0604020202020204" pitchFamily="34" charset="0"/>
                <a:cs typeface="Arial" panose="020B0604020202020204" pitchFamily="34" charset="0"/>
              </a:rPr>
              <a:t>Data</a:t>
            </a:r>
          </a:p>
        </p:txBody>
      </p:sp>
      <p:sp>
        <p:nvSpPr>
          <p:cNvPr id="8862" name="Ellipse 8861"/>
          <p:cNvSpPr/>
          <p:nvPr/>
        </p:nvSpPr>
        <p:spPr>
          <a:xfrm>
            <a:off x="13072655" y="1555826"/>
            <a:ext cx="80420" cy="79775"/>
          </a:xfrm>
          <a:prstGeom prst="ellipse">
            <a:avLst/>
          </a:prstGeom>
          <a:solidFill>
            <a:schemeClr val="accent4">
              <a:lumMod val="50000"/>
            </a:schemeClr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73C9CC05-3F04-4807-B2A2-EAEFEAD87638}"/>
              </a:ext>
            </a:extLst>
          </p:cNvPr>
          <p:cNvGrpSpPr/>
          <p:nvPr/>
        </p:nvGrpSpPr>
        <p:grpSpPr>
          <a:xfrm>
            <a:off x="385920" y="920650"/>
            <a:ext cx="12376076" cy="5609098"/>
            <a:chOff x="385920" y="920650"/>
            <a:chExt cx="12376076" cy="5609098"/>
          </a:xfrm>
        </p:grpSpPr>
        <p:grpSp>
          <p:nvGrpSpPr>
            <p:cNvPr id="7033" name="Gruppieren 7032"/>
            <p:cNvGrpSpPr/>
            <p:nvPr/>
          </p:nvGrpSpPr>
          <p:grpSpPr>
            <a:xfrm>
              <a:off x="395599" y="2872756"/>
              <a:ext cx="5142591" cy="1652928"/>
              <a:chOff x="1956535" y="219231"/>
              <a:chExt cx="5142591" cy="1652928"/>
            </a:xfrm>
          </p:grpSpPr>
          <p:grpSp>
            <p:nvGrpSpPr>
              <p:cNvPr id="7034" name="Gruppieren 7033"/>
              <p:cNvGrpSpPr/>
              <p:nvPr/>
            </p:nvGrpSpPr>
            <p:grpSpPr>
              <a:xfrm>
                <a:off x="2200431" y="219231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456" name="Gruppieren 74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458" name="Gruppieren 74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460" name="Rechteck 74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1" name="Rechteck 74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2" name="Ellipse 74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63" name="Ellipse 74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4" name="Ellipse 74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5" name="Ellipse 74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6" name="Ellipse 74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7" name="Ellipse 74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8" name="Ellipse 74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69" name="Ellipse 74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0" name="Rechteck 7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1" name="Rechteck 7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2" name="Rechteck 7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3" name="Rechteck 7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4" name="Rechteck 7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5" name="Rechteck 7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6" name="Rechteck 7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77" name="Rechteck 7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59" name="Textfeld 74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457" name="Textfeld 74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035" name="Rechteck 7034"/>
              <p:cNvSpPr/>
              <p:nvPr/>
            </p:nvSpPr>
            <p:spPr>
              <a:xfrm>
                <a:off x="1961047" y="381932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6" name="Rechteck 7035"/>
              <p:cNvSpPr/>
              <p:nvPr/>
            </p:nvSpPr>
            <p:spPr>
              <a:xfrm>
                <a:off x="2037823" y="563332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7" name="Rechteck 7036"/>
              <p:cNvSpPr/>
              <p:nvPr/>
            </p:nvSpPr>
            <p:spPr>
              <a:xfrm>
                <a:off x="1994349" y="606008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8" name="Rechteck 7037"/>
              <p:cNvSpPr/>
              <p:nvPr/>
            </p:nvSpPr>
            <p:spPr>
              <a:xfrm>
                <a:off x="2038493" y="1171823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039" name="Rechteck 7038"/>
              <p:cNvSpPr/>
              <p:nvPr/>
            </p:nvSpPr>
            <p:spPr>
              <a:xfrm>
                <a:off x="1995019" y="1214499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040" name="Gruppieren 7039"/>
              <p:cNvGrpSpPr/>
              <p:nvPr/>
            </p:nvGrpSpPr>
            <p:grpSpPr>
              <a:xfrm>
                <a:off x="2850846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426" name="Gruppieren 74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428" name="Gruppieren 74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30" name="Rechteck 74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31" name="Rechteck 74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2" name="Ellipse 74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3" name="Ellipse 74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4" name="Textfeld 74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35" name="Textfeld 74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36" name="Ellipse 74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7" name="Ellipse 74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38" name="Textfeld 74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39" name="Textfeld 74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0" name="Ellipse 74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1" name="Ellipse 74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2" name="Textfeld 74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3" name="Textfeld 74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44" name="Ellipse 74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45" name="Ellipse 74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6" name="Textfeld 74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47" name="Textfeld 74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48" name="Rechteck 74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49" name="Rechteck 74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0" name="Rechteck 74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1" name="Rechteck 74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2" name="Rechteck 74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3" name="Rechteck 74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4" name="Rechteck 74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55" name="Rechteck 74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429" name="Textfeld 74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427" name="Textfeld 74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1" name="Gruppieren 7040"/>
              <p:cNvGrpSpPr/>
              <p:nvPr/>
            </p:nvGrpSpPr>
            <p:grpSpPr>
              <a:xfrm>
                <a:off x="3174825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96" name="Gruppieren 73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98" name="Gruppieren 73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400" name="Rechteck 73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401" name="Rechteck 74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2" name="Ellipse 74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3" name="Ellipse 74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4" name="Textfeld 74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405" name="Textfeld 74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406" name="Ellipse 74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7" name="Ellipse 74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08" name="Textfeld 74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09" name="Textfeld 74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0" name="Ellipse 74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1" name="Ellipse 74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2" name="Textfeld 74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3" name="Textfeld 74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414" name="Ellipse 74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5" name="Ellipse 74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6" name="Textfeld 74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417" name="Textfeld 74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418" name="Rechteck 74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19" name="Rechteck 74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0" name="Rechteck 74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1" name="Rechteck 74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2" name="Rechteck 74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3" name="Rechteck 74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4" name="Rechteck 74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425" name="Rechteck 74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99" name="Textfeld 739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397" name="Textfeld 73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2" name="Gruppieren 7041"/>
              <p:cNvGrpSpPr/>
              <p:nvPr/>
            </p:nvGrpSpPr>
            <p:grpSpPr>
              <a:xfrm>
                <a:off x="3498804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66" name="Gruppieren 736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68" name="Gruppieren 736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70" name="Rechteck 73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71" name="Rechteck 73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2" name="Ellipse 73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3" name="Ellipse 73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4" name="Textfeld 737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75" name="Textfeld 737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76" name="Ellipse 737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7" name="Ellipse 737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78" name="Textfeld 737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79" name="Textfeld 737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0" name="Ellipse 73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1" name="Ellipse 73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2" name="Textfeld 738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3" name="Textfeld 738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84" name="Ellipse 738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5" name="Ellipse 738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6" name="Textfeld 738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87" name="Textfeld 738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88" name="Rechteck 738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89" name="Rechteck 738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0" name="Rechteck 738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1" name="Rechteck 739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2" name="Rechteck 739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3" name="Rechteck 739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4" name="Rechteck 739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95" name="Rechteck 739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69" name="Textfeld 73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367" name="Textfeld 73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3" name="Gruppieren 7042"/>
              <p:cNvGrpSpPr/>
              <p:nvPr/>
            </p:nvGrpSpPr>
            <p:grpSpPr>
              <a:xfrm>
                <a:off x="3822797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36" name="Gruppieren 73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38" name="Gruppieren 73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40" name="Rechteck 73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1" name="Rechteck 73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2" name="Ellipse 73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3" name="Ellipse 73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44" name="Textfeld 73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45" name="Textfeld 73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46" name="Ellipse 73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7" name="Ellipse 73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48" name="Textfeld 73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49" name="Textfeld 73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0" name="Ellipse 73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1" name="Ellipse 73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52" name="Textfeld 7351"/>
                    <p:cNvSpPr txBox="1"/>
                    <p:nvPr/>
                  </p:nvSpPr>
                  <p:spPr>
                    <a:xfrm>
                      <a:off x="1692643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3" name="Textfeld 73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54" name="Ellipse 73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5" name="Ellipse 73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6" name="Textfeld 73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57" name="Textfeld 73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58" name="Rechteck 73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59" name="Rechteck 73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0" name="Rechteck 73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1" name="Rechteck 73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2" name="Rechteck 73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3" name="Rechteck 73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4" name="Rechteck 73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65" name="Rechteck 73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39" name="Textfeld 73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7337" name="Textfeld 73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4" name="Gruppieren 7043"/>
              <p:cNvGrpSpPr/>
              <p:nvPr/>
            </p:nvGrpSpPr>
            <p:grpSpPr>
              <a:xfrm>
                <a:off x="4149722" y="219231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306" name="Gruppieren 73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308" name="Gruppieren 73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310" name="Rechteck 73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11" name="Rechteck 73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2" name="Ellipse 73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3" name="Ellipse 73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4" name="Textfeld 73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315" name="Textfeld 73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316" name="Ellipse 73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7" name="Ellipse 73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18" name="Textfeld 73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19" name="Textfeld 73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0" name="Ellipse 73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1" name="Ellipse 73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2" name="Textfeld 73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3" name="Textfeld 73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324" name="Ellipse 73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325" name="Ellipse 73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6" name="Textfeld 73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327" name="Textfeld 73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328" name="Rechteck 73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29" name="Rechteck 73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0" name="Rechteck 73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1" name="Rechteck 73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2" name="Rechteck 73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3" name="Rechteck 73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4" name="Rechteck 73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35" name="Rechteck 73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309" name="Textfeld 73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307" name="Textfeld 73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045" name="Gruppieren 7044"/>
              <p:cNvGrpSpPr/>
              <p:nvPr/>
            </p:nvGrpSpPr>
            <p:grpSpPr>
              <a:xfrm>
                <a:off x="5116123" y="219231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7276" name="Gruppieren 7275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7278" name="Gruppieren 727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80" name="Rechteck 727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81" name="Rechteck 728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2" name="Ellipse 728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3" name="Ellipse 728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4" name="Textfeld 728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85" name="Textfeld 728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86" name="Ellipse 728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7" name="Ellipse 728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88" name="Textfeld 728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89" name="Textfeld 728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0" name="Ellipse 728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1" name="Ellipse 729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2" name="Textfeld 729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93" name="Textfeld 729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94" name="Ellipse 729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5" name="Ellipse 729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6" name="Textfeld 729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7" name="Textfeld 729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98" name="Rechteck 72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99" name="Rechteck 72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0" name="Rechteck 72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1" name="Rechteck 73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2" name="Rechteck 73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3" name="Rechteck 73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4" name="Rechteck 73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305" name="Rechteck 73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79" name="Textfeld 7278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7277" name="Textfeld 727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EL3164</a:t>
                  </a:r>
                </a:p>
              </p:txBody>
            </p:sp>
          </p:grpSp>
          <p:grpSp>
            <p:nvGrpSpPr>
              <p:cNvPr id="7046" name="Gruppieren 7045"/>
              <p:cNvGrpSpPr/>
              <p:nvPr/>
            </p:nvGrpSpPr>
            <p:grpSpPr>
              <a:xfrm>
                <a:off x="4796588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246" name="Gruppieren 7245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248" name="Gruppieren 724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50" name="Rechteck 724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51" name="Rechteck 725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2" name="Ellipse 725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3" name="Ellipse 725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4" name="Textfeld 725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55" name="Textfeld 725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56" name="Ellipse 72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7" name="Ellipse 72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58" name="Textfeld 72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59" name="Textfeld 7258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0" name="Ellipse 72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1" name="Ellipse 72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2" name="Textfeld 726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63" name="Textfeld 72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64" name="Ellipse 72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5" name="Ellipse 72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6" name="Textfeld 726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7" name="Textfeld 726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268" name="Rechteck 726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69" name="Rechteck 726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0" name="Rechteck 726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1" name="Rechteck 727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2" name="Rechteck 727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3" name="Rechteck 727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4" name="Rechteck 727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75" name="Rechteck 727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49" name="Textfeld 7248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7247" name="Textfeld 724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grpSp>
            <p:nvGrpSpPr>
              <p:cNvPr id="7047" name="Gruppieren 7046"/>
              <p:cNvGrpSpPr/>
              <p:nvPr/>
            </p:nvGrpSpPr>
            <p:grpSpPr>
              <a:xfrm>
                <a:off x="5448176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216" name="Gruppieren 721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218" name="Gruppieren 721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220" name="Rechteck 721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1" name="Rechteck 722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2" name="Ellipse 722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223" name="Ellipse 722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4" name="Textfeld 722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225" name="Textfeld 722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226" name="Ellipse 72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7" name="Ellipse 72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28" name="Textfeld 722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29" name="Textfeld 722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0" name="Ellipse 722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1" name="Ellipse 723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2" name="Textfeld 723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233" name="Textfeld 723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34" name="Ellipse 723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5" name="Ellipse 723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6" name="Textfeld 723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7" name="Textfeld 723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238" name="Rechteck 723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39" name="Rechteck 723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0" name="Rechteck 723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1" name="Rechteck 724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2" name="Rechteck 724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3" name="Rechteck 724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4" name="Rechteck 724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45" name="Rechteck 724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219" name="Textfeld 721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7217" name="Textfeld 721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EL3054</a:t>
                  </a:r>
                </a:p>
              </p:txBody>
            </p:sp>
          </p:grpSp>
          <p:grpSp>
            <p:nvGrpSpPr>
              <p:cNvPr id="7048" name="Gruppieren 7047"/>
              <p:cNvGrpSpPr/>
              <p:nvPr/>
            </p:nvGrpSpPr>
            <p:grpSpPr>
              <a:xfrm>
                <a:off x="5770847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86" name="Gruppieren 718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88" name="Gruppieren 718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90" name="Rechteck 718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1" name="Rechteck 719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2" name="Ellipse 719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93" name="Ellipse 719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4" name="Textfeld 719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95" name="Textfeld 719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96" name="Ellipse 719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7" name="Ellipse 719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98" name="Textfeld 719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99" name="Textfeld 719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200" name="Ellipse 719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1" name="Ellipse 720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2" name="Textfeld 720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203" name="Textfeld 720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204" name="Ellipse 720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5" name="Ellipse 720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6" name="Textfeld 720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207" name="Textfeld 720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208" name="Rechteck 720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09" name="Rechteck 720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0" name="Rechteck 720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1" name="Rechteck 721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2" name="Rechteck 721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3" name="Rechteck 721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4" name="Rechteck 721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215" name="Rechteck 721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89" name="Textfeld 718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7187" name="Textfeld 718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EL3058</a:t>
                  </a:r>
                </a:p>
              </p:txBody>
            </p:sp>
          </p:grpSp>
          <p:grpSp>
            <p:nvGrpSpPr>
              <p:cNvPr id="7049" name="Gruppieren 7048"/>
              <p:cNvGrpSpPr/>
              <p:nvPr/>
            </p:nvGrpSpPr>
            <p:grpSpPr>
              <a:xfrm>
                <a:off x="6093884" y="225905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7156" name="Gruppieren 7155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7158" name="Gruppieren 7157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7160" name="Rechteck 71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61" name="Rechteck 71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2" name="Ellipse 71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3" name="Ellipse 71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4" name="Textfeld 716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65" name="Textfeld 716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66" name="Ellipse 716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7" name="Ellipse 716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68" name="Textfeld 7167"/>
                    <p:cNvSpPr txBox="1"/>
                    <p:nvPr/>
                  </p:nvSpPr>
                  <p:spPr>
                    <a:xfrm>
                      <a:off x="1704893" y="196092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69" name="Textfeld 7168"/>
                    <p:cNvSpPr txBox="1"/>
                    <p:nvPr/>
                  </p:nvSpPr>
                  <p:spPr>
                    <a:xfrm>
                      <a:off x="1828246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0" name="Ellipse 716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1" name="Ellipse 717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2" name="Textfeld 717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3" name="Textfeld 717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74" name="Ellipse 717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5" name="Ellipse 717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6" name="Textfeld 717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77" name="Textfeld 717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78" name="Rechteck 717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79" name="Rechteck 717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0" name="Rechteck 717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1" name="Rechteck 718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2" name="Rechteck 718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3" name="Rechteck 718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4" name="Rechteck 718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85" name="Rechteck 718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59" name="Textfeld 715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7157" name="Textfeld 71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0" name="Gruppieren 7049"/>
              <p:cNvGrpSpPr/>
              <p:nvPr/>
            </p:nvGrpSpPr>
            <p:grpSpPr>
              <a:xfrm>
                <a:off x="6415859" y="225905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7126" name="Gruppieren 7125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7128" name="Gruppieren 71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130" name="Rechteck 71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131" name="Rechteck 71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2" name="Ellipse 71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3" name="Ellipse 71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4" name="Textfeld 71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35" name="Textfeld 71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36" name="Ellipse 71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7" name="Ellipse 71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38" name="Textfeld 71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39" name="Textfeld 71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0" name="Ellipse 71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1" name="Ellipse 71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2" name="Textfeld 71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3" name="Textfeld 71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144" name="Ellipse 71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5" name="Ellipse 71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6" name="Textfeld 71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47" name="Textfeld 71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48" name="Rechteck 71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49" name="Rechteck 71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0" name="Rechteck 71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1" name="Rechteck 71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2" name="Rechteck 71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3" name="Rechteck 71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4" name="Rechteck 71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55" name="Rechteck 71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129" name="Textfeld 7128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7127" name="Textfeld 71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7051" name="Gruppieren 7050"/>
              <p:cNvGrpSpPr/>
              <p:nvPr/>
            </p:nvGrpSpPr>
            <p:grpSpPr>
              <a:xfrm>
                <a:off x="6743133" y="225905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7122" name="Gruppieren 7121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7124" name="Rechteck 712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125" name="Textfeld 712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7123" name="Textfeld 71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grpSp>
            <p:nvGrpSpPr>
              <p:cNvPr id="7052" name="Gruppieren 7051"/>
              <p:cNvGrpSpPr/>
              <p:nvPr/>
            </p:nvGrpSpPr>
            <p:grpSpPr>
              <a:xfrm>
                <a:off x="4473934" y="219231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7092" name="Gruppieren 7091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7094" name="Gruppieren 70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096" name="Rechteck 70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097" name="Rechteck 70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8" name="Ellipse 70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099" name="Ellipse 70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0" name="Textfeld 70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101" name="Textfeld 71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102" name="Ellipse 71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3" name="Ellipse 71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4" name="Textfeld 71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5" name="Textfeld 7104"/>
                    <p:cNvSpPr txBox="1"/>
                    <p:nvPr/>
                  </p:nvSpPr>
                  <p:spPr>
                    <a:xfrm>
                      <a:off x="1812371" y="19695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06" name="Ellipse 71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7" name="Ellipse 71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08" name="Textfeld 71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109" name="Textfeld 7108"/>
                    <p:cNvSpPr txBox="1"/>
                    <p:nvPr/>
                  </p:nvSpPr>
                  <p:spPr>
                    <a:xfrm>
                      <a:off x="1819252" y="21952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110" name="Ellipse 71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1" name="Ellipse 71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2" name="Textfeld 71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3" name="Textfeld 71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114" name="Rechteck 71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5" name="Rechteck 71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6" name="Rechteck 71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7" name="Rechteck 71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8" name="Rechteck 71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19" name="Rechteck 71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0" name="Rechteck 71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121" name="Rechteck 71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095" name="Textfeld 7094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7093" name="Textfeld 70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7053" name="Textfeld 7052"/>
              <p:cNvSpPr txBox="1"/>
              <p:nvPr/>
            </p:nvSpPr>
            <p:spPr>
              <a:xfrm>
                <a:off x="1956535" y="1702276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BC4</a:t>
                </a:r>
              </a:p>
            </p:txBody>
          </p:sp>
          <p:grpSp>
            <p:nvGrpSpPr>
              <p:cNvPr id="7054" name="Gruppieren 7053"/>
              <p:cNvGrpSpPr/>
              <p:nvPr/>
            </p:nvGrpSpPr>
            <p:grpSpPr>
              <a:xfrm>
                <a:off x="2526020" y="26942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055" name="Rechteck 7054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6" name="Ellipse 7055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57" name="Ellipse 7056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8" name="Ellipse 7057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59" name="Ellipse 7058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0" name="Textfeld 7059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2</a:t>
                  </a:r>
                </a:p>
              </p:txBody>
            </p:sp>
            <p:sp>
              <p:nvSpPr>
                <p:cNvPr id="7061" name="Textfeld 7060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EL1808</a:t>
                  </a:r>
                </a:p>
              </p:txBody>
            </p:sp>
            <p:sp>
              <p:nvSpPr>
                <p:cNvPr id="7062" name="Ellipse 7061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3" name="Ellipse 7062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4" name="Ellipse 7063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5" name="Ellipse 7064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6" name="Ellipse 7065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67" name="Ellipse 7066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8" name="Ellipse 7067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69" name="Ellipse 7068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0" name="Ellipse 7069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071" name="Ellipse 7070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2" name="Ellipse 7071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accent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073" name="Ellipse 7072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074" name="Gruppieren 7073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075" name="Rechteck 7074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6" name="Rechteck 7075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7" name="Rechteck 7076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78" name="Rechteck 7077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079" name="Rechteck 7078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0" name="Rechteck 7079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1" name="Rechteck 7080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2" name="Rechteck 7081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3" name="Rechteck 7082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4" name="Rechteck 7083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5" name="Rechteck 7084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6" name="Rechteck 7085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7" name="Rechteck 7086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8" name="Rechteck 7087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89" name="Rechteck 7088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0" name="Rechteck 7089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091" name="Rechteck 7090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7687" name="Gruppieren 7686"/>
            <p:cNvGrpSpPr/>
            <p:nvPr/>
          </p:nvGrpSpPr>
          <p:grpSpPr>
            <a:xfrm>
              <a:off x="8553878" y="2850732"/>
              <a:ext cx="1551780" cy="1652928"/>
              <a:chOff x="2584649" y="1278375"/>
              <a:chExt cx="1551780" cy="1652928"/>
            </a:xfrm>
          </p:grpSpPr>
          <p:grpSp>
            <p:nvGrpSpPr>
              <p:cNvPr id="7688" name="Gruppieren 7687"/>
              <p:cNvGrpSpPr/>
              <p:nvPr/>
            </p:nvGrpSpPr>
            <p:grpSpPr>
              <a:xfrm>
                <a:off x="2826716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68" name="Gruppieren 776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70" name="Gruppieren 776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72" name="Rechteck 777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3" name="Rechteck 777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4" name="Ellipse 777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75" name="Ellipse 777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6" name="Textfeld 777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77" name="Textfeld 777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778" name="Ellipse 7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79" name="Ellipse 7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0" name="Textfeld 7779"/>
                    <p:cNvSpPr txBox="1"/>
                    <p:nvPr/>
                  </p:nvSpPr>
                  <p:spPr>
                    <a:xfrm>
                      <a:off x="1692193" y="1967270"/>
                      <a:ext cx="158774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81" name="Textfeld 778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782" name="Ellipse 778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3" name="Ellipse 778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4" name="Textfeld 778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785" name="Textfeld 778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786" name="Ellipse 778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7" name="Ellipse 778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88" name="Textfeld 778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789" name="Textfeld 778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790" name="Rechteck 778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1" name="Rechteck 779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2" name="Rechteck 779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3" name="Rechteck 779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4" name="Rechteck 779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5" name="Rechteck 779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6" name="Rechteck 779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97" name="Rechteck 779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71" name="Textfeld 777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769" name="Textfeld 776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689" name="Rechteck 7688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0" name="Rechteck 7689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1" name="Rechteck 7690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2" name="Rechteck 7691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693" name="Rechteck 7692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694" name="Gruppieren 7693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738" name="Gruppieren 773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740" name="Gruppieren 773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742" name="Rechteck 77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3" name="Rechteck 77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4" name="Ellipse 77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45" name="Ellipse 77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6" name="Textfeld 774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747" name="Textfeld 774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748" name="Ellipse 774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49" name="Ellipse 774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0" name="Textfeld 774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1" name="Textfeld 775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752" name="Ellipse 775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3" name="Ellipse 775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754" name="Textfeld 775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5" name="Textfeld 7754"/>
                    <p:cNvSpPr txBox="1"/>
                    <p:nvPr/>
                  </p:nvSpPr>
                  <p:spPr>
                    <a:xfrm>
                      <a:off x="1814489" y="219679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7756" name="Ellipse 775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7" name="Ellipse 775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58" name="Textfeld 775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59" name="Textfeld 775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7760" name="Rechteck 775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1" name="Rechteck 776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2" name="Rechteck 776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3" name="Rechteck 776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4" name="Rechteck 776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5" name="Rechteck 776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6" name="Rechteck 776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767" name="Rechteck 776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741" name="Textfeld 77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739" name="Textfeld 77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7695" name="Gruppieren 7694"/>
              <p:cNvGrpSpPr/>
              <p:nvPr/>
            </p:nvGrpSpPr>
            <p:grpSpPr>
              <a:xfrm>
                <a:off x="3811479" y="1330994"/>
                <a:ext cx="324950" cy="1597974"/>
                <a:chOff x="1694292" y="1196104"/>
                <a:chExt cx="324950" cy="1597974"/>
              </a:xfrm>
            </p:grpSpPr>
            <p:sp>
              <p:nvSpPr>
                <p:cNvPr id="7736" name="Rechteck 7735"/>
                <p:cNvSpPr/>
                <p:nvPr/>
              </p:nvSpPr>
              <p:spPr>
                <a:xfrm>
                  <a:off x="1702262" y="1196104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37" name="Textfeld 7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7696" name="Textfeld 7695"/>
              <p:cNvSpPr txBox="1"/>
              <p:nvPr/>
            </p:nvSpPr>
            <p:spPr>
              <a:xfrm>
                <a:off x="2584649" y="2761420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BC6</a:t>
                </a:r>
              </a:p>
            </p:txBody>
          </p:sp>
          <p:grpSp>
            <p:nvGrpSpPr>
              <p:cNvPr id="7697" name="Gruppieren 7696"/>
              <p:cNvGrpSpPr/>
              <p:nvPr/>
            </p:nvGrpSpPr>
            <p:grpSpPr>
              <a:xfrm>
                <a:off x="3483820" y="1327775"/>
                <a:ext cx="324950" cy="1602737"/>
                <a:chOff x="2526020" y="269422"/>
                <a:chExt cx="324950" cy="1602737"/>
              </a:xfrm>
            </p:grpSpPr>
            <p:sp>
              <p:nvSpPr>
                <p:cNvPr id="7699" name="Rechteck 7698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0" name="Ellipse 7699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1" name="Ellipse 7700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2" name="Ellipse 7701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3" name="Ellipse 7702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4" name="Textfeld 7703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7705" name="Textfeld 7704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706" name="Ellipse 7705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07" name="Ellipse 7706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8" name="Ellipse 7707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09" name="Ellipse 7708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0" name="Ellipse 7709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1" name="Ellipse 7710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2" name="Ellipse 7711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3" name="Ellipse 7712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4" name="Ellipse 7713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715" name="Ellipse 7714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6" name="Ellipse 7715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717" name="Ellipse 7716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718" name="Gruppieren 7717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719" name="Rechteck 7718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0" name="Rechteck 7719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1" name="Rechteck 7720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2" name="Rechteck 7721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723" name="Rechteck 7722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4" name="Rechteck 7723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5" name="Rechteck 7724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6" name="Rechteck 7725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7" name="Rechteck 7726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8" name="Rechteck 7727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29" name="Rechteck 7728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0" name="Rechteck 7729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1" name="Rechteck 7730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2" name="Rechteck 7731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3" name="Rechteck 7732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4" name="Rechteck 7733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735" name="Rechteck 7734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  <p:sp>
            <p:nvSpPr>
              <p:cNvPr id="7698" name="Textfeld 7697"/>
              <p:cNvSpPr txBox="1"/>
              <p:nvPr/>
            </p:nvSpPr>
            <p:spPr>
              <a:xfrm>
                <a:off x="3861526" y="1345457"/>
                <a:ext cx="211966" cy="95619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Autofit/>
              </a:bodyPr>
              <a:lstStyle/>
              <a:p>
                <a:r>
                  <a:rPr lang="de-DE" sz="1000" dirty="0"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7798" name="Gruppieren 7797"/>
            <p:cNvGrpSpPr/>
            <p:nvPr/>
          </p:nvGrpSpPr>
          <p:grpSpPr>
            <a:xfrm>
              <a:off x="10244840" y="2835616"/>
              <a:ext cx="2517156" cy="1652928"/>
              <a:chOff x="2586406" y="1278376"/>
              <a:chExt cx="2517156" cy="1652928"/>
            </a:xfrm>
          </p:grpSpPr>
          <p:grpSp>
            <p:nvGrpSpPr>
              <p:cNvPr id="7799" name="Gruppieren 7798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966" name="Gruppieren 796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968" name="Gruppieren 796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970" name="Rechteck 796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1" name="Rechteck 797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2" name="Ellipse 797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73" name="Ellipse 797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4" name="Ellipse 797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5" name="Ellipse 797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6" name="Ellipse 79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7" name="Ellipse 79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8" name="Ellipse 797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79" name="Ellipse 797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0" name="Rechteck 79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1" name="Rechteck 79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2" name="Rechteck 79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3" name="Rechteck 79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4" name="Rechteck 79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5" name="Rechteck 79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6" name="Rechteck 79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87" name="Rechteck 79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69" name="Textfeld 796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7967" name="Textfeld 796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7800" name="Rechteck 7799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1" name="Rechteck 7800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2" name="Rechteck 7801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3" name="Rechteck 7802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7804" name="Rechteck 7803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7805" name="Gruppieren 7804"/>
              <p:cNvGrpSpPr/>
              <p:nvPr/>
            </p:nvGrpSpPr>
            <p:grpSpPr>
              <a:xfrm>
                <a:off x="31523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36" name="Gruppieren 793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38" name="Gruppieren 793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40" name="Rechteck 79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1" name="Rechteck 79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2" name="Ellipse 79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43" name="Ellipse 79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4" name="Textfeld 794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45" name="Textfeld 794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46" name="Ellipse 79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7" name="Ellipse 79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48" name="Textfeld 794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49" name="Textfeld 794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0" name="Ellipse 794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1" name="Ellipse 795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2" name="Textfeld 795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3" name="Textfeld 795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7954" name="Ellipse 795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5" name="Ellipse 795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6" name="Textfeld 795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57" name="Textfeld 795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58" name="Rechteck 795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59" name="Rechteck 795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0" name="Rechteck 795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1" name="Rechteck 796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2" name="Rechteck 796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3" name="Rechteck 796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4" name="Rechteck 796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65" name="Rechteck 796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39" name="Textfeld 79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7937" name="Textfeld 79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7806" name="Gruppieren 7805"/>
              <p:cNvGrpSpPr/>
              <p:nvPr/>
            </p:nvGrpSpPr>
            <p:grpSpPr>
              <a:xfrm>
                <a:off x="347923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906" name="Gruppieren 79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908" name="Gruppieren 79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910" name="Rechteck 79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11" name="Rechteck 79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2" name="Ellipse 79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3" name="Ellipse 79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pattFill prst="pct30">
                      <a:fgClr>
                        <a:schemeClr val="accent2"/>
                      </a:fgClr>
                      <a:bgClr>
                        <a:schemeClr val="bg1"/>
                      </a:bgClr>
                    </a:patt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4" name="Textfeld 79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915" name="Textfeld 79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7916" name="Ellipse 79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7" name="Ellipse 79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18" name="Textfeld 79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919" name="Textfeld 791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7920" name="Ellipse 79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1" name="Ellipse 79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2" name="Textfeld 792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923" name="Textfeld 792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7924" name="Ellipse 79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925" name="Ellipse 79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6" name="Textfeld 79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927" name="Textfeld 79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7928" name="Rechteck 79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29" name="Rechteck 79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0" name="Rechteck 79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1" name="Rechteck 79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2" name="Rechteck 79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3" name="Rechteck 79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4" name="Rechteck 79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35" name="Rechteck 79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909" name="Textfeld 79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7907" name="Textfeld 79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7807" name="Gruppieren 7806"/>
              <p:cNvGrpSpPr/>
              <p:nvPr/>
            </p:nvGrpSpPr>
            <p:grpSpPr>
              <a:xfrm>
                <a:off x="3805309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84" name="Gruppieren 7883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7886" name="Gruppieren 7885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7888" name="Rechteck 788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89" name="Rechteck 788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0" name="Ellipse 788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1" name="Ellipse 789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2" name="Ellipse 789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3" name="Ellipse 789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4" name="Ellipse 789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5" name="Ellipse 789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96" name="Ellipse 78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7" name="Ellipse 78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8" name="Rechteck 789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99" name="Rechteck 789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0" name="Rechteck 789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1" name="Rechteck 790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2" name="Rechteck 790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3" name="Rechteck 790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4" name="Rechteck 790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905" name="Rechteck 790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87" name="Textfeld 788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7885" name="Textfeld 788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7808" name="Gruppieren 7807"/>
              <p:cNvGrpSpPr/>
              <p:nvPr/>
            </p:nvGrpSpPr>
            <p:grpSpPr>
              <a:xfrm>
                <a:off x="412718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7854" name="Gruppieren 785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7856" name="Gruppieren 785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7858" name="Rechteck 785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59" name="Rechteck 785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0" name="Ellipse 785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1" name="Ellipse 786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2" name="Textfeld 786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7863" name="Textfeld 786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7864" name="Ellipse 78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5" name="Ellipse 78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6" name="Textfeld 786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7" name="Textfeld 786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68" name="Ellipse 786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69" name="Ellipse 786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7870" name="Textfeld 786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1" name="Textfeld 787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7872" name="Ellipse 787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3" name="Ellipse 787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4" name="Textfeld 787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7875" name="Textfeld 787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7876" name="Rechteck 787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7" name="Rechteck 787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8" name="Rechteck 787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79" name="Rechteck 787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0" name="Rechteck 787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1" name="Rechteck 788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2" name="Rechteck 788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7883" name="Rechteck 788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7857" name="Textfeld 7856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7855" name="Textfeld 785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7809" name="Rechteck 7808"/>
              <p:cNvSpPr/>
              <p:nvPr/>
            </p:nvSpPr>
            <p:spPr>
              <a:xfrm>
                <a:off x="3518976" y="1339110"/>
                <a:ext cx="262210" cy="140058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7810" name="Gruppieren 7809"/>
              <p:cNvGrpSpPr/>
              <p:nvPr/>
            </p:nvGrpSpPr>
            <p:grpSpPr>
              <a:xfrm>
                <a:off x="4778612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7850" name="Gruppieren 784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7852" name="Rechteck 7851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53" name="Textfeld 785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7851" name="Textfeld 785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EK9011</a:t>
                  </a:r>
                </a:p>
              </p:txBody>
            </p:sp>
          </p:grpSp>
          <p:sp>
            <p:nvSpPr>
              <p:cNvPr id="7811" name="Textfeld 7810"/>
              <p:cNvSpPr txBox="1"/>
              <p:nvPr/>
            </p:nvSpPr>
            <p:spPr>
              <a:xfrm>
                <a:off x="2586406" y="276305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BC7</a:t>
                </a:r>
              </a:p>
            </p:txBody>
          </p:sp>
          <p:grpSp>
            <p:nvGrpSpPr>
              <p:cNvPr id="7812" name="Gruppieren 7811"/>
              <p:cNvGrpSpPr/>
              <p:nvPr/>
            </p:nvGrpSpPr>
            <p:grpSpPr>
              <a:xfrm>
                <a:off x="4454058" y="1327262"/>
                <a:ext cx="324950" cy="1602737"/>
                <a:chOff x="2526020" y="269422"/>
                <a:chExt cx="324950" cy="1602737"/>
              </a:xfrm>
            </p:grpSpPr>
            <p:sp>
              <p:nvSpPr>
                <p:cNvPr id="7813" name="Rechteck 7812"/>
                <p:cNvSpPr/>
                <p:nvPr/>
              </p:nvSpPr>
              <p:spPr>
                <a:xfrm>
                  <a:off x="2533990" y="269422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4" name="Ellipse 7813"/>
                <p:cNvSpPr/>
                <p:nvPr/>
              </p:nvSpPr>
              <p:spPr>
                <a:xfrm>
                  <a:off x="2589784" y="78460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15" name="Ellipse 7814"/>
                <p:cNvSpPr/>
                <p:nvPr/>
              </p:nvSpPr>
              <p:spPr>
                <a:xfrm>
                  <a:off x="2715430" y="78460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6" name="Ellipse 7815"/>
                <p:cNvSpPr/>
                <p:nvPr/>
              </p:nvSpPr>
              <p:spPr>
                <a:xfrm>
                  <a:off x="2591917" y="90033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7" name="Ellipse 7816"/>
                <p:cNvSpPr/>
                <p:nvPr/>
              </p:nvSpPr>
              <p:spPr>
                <a:xfrm>
                  <a:off x="2718638" y="900334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18" name="Textfeld 7817"/>
                <p:cNvSpPr txBox="1"/>
                <p:nvPr/>
              </p:nvSpPr>
              <p:spPr>
                <a:xfrm>
                  <a:off x="2582744" y="280578"/>
                  <a:ext cx="211966" cy="95619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noAutofit/>
                </a:bodyPr>
                <a:lstStyle/>
                <a:p>
                  <a:r>
                    <a:rPr lang="de-DE" sz="10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6</a:t>
                  </a:r>
                </a:p>
              </p:txBody>
            </p:sp>
            <p:sp>
              <p:nvSpPr>
                <p:cNvPr id="7819" name="Textfeld 7818"/>
                <p:cNvSpPr txBox="1"/>
                <p:nvPr/>
              </p:nvSpPr>
              <p:spPr>
                <a:xfrm>
                  <a:off x="2526020" y="1706386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EL6224</a:t>
                  </a:r>
                </a:p>
              </p:txBody>
            </p:sp>
            <p:sp>
              <p:nvSpPr>
                <p:cNvPr id="7820" name="Ellipse 7819"/>
                <p:cNvSpPr/>
                <p:nvPr/>
              </p:nvSpPr>
              <p:spPr>
                <a:xfrm>
                  <a:off x="2590158" y="1017421"/>
                  <a:ext cx="80420" cy="79775"/>
                </a:xfrm>
                <a:prstGeom prst="ellipse">
                  <a:avLst/>
                </a:prstGeom>
                <a:solidFill>
                  <a:schemeClr val="accent4">
                    <a:lumMod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1" name="Ellipse 7820"/>
                <p:cNvSpPr/>
                <p:nvPr/>
              </p:nvSpPr>
              <p:spPr>
                <a:xfrm>
                  <a:off x="2715804" y="1017421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2" name="Ellipse 7821"/>
                <p:cNvSpPr/>
                <p:nvPr/>
              </p:nvSpPr>
              <p:spPr>
                <a:xfrm>
                  <a:off x="2592291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3" name="Ellipse 7822"/>
                <p:cNvSpPr/>
                <p:nvPr/>
              </p:nvSpPr>
              <p:spPr>
                <a:xfrm>
                  <a:off x="2719012" y="1133154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4" name="Ellipse 7823"/>
                <p:cNvSpPr/>
                <p:nvPr/>
              </p:nvSpPr>
              <p:spPr>
                <a:xfrm>
                  <a:off x="2595289" y="125068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5" name="Ellipse 7824"/>
                <p:cNvSpPr/>
                <p:nvPr/>
              </p:nvSpPr>
              <p:spPr>
                <a:xfrm>
                  <a:off x="2720935" y="125068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6" name="Ellipse 7825"/>
                <p:cNvSpPr/>
                <p:nvPr/>
              </p:nvSpPr>
              <p:spPr>
                <a:xfrm>
                  <a:off x="2597422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7" name="Ellipse 7826"/>
                <p:cNvSpPr/>
                <p:nvPr/>
              </p:nvSpPr>
              <p:spPr>
                <a:xfrm>
                  <a:off x="2724143" y="136641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28" name="Ellipse 7827"/>
                <p:cNvSpPr/>
                <p:nvPr/>
              </p:nvSpPr>
              <p:spPr>
                <a:xfrm>
                  <a:off x="2595663" y="1483500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7829" name="Ellipse 7828"/>
                <p:cNvSpPr/>
                <p:nvPr/>
              </p:nvSpPr>
              <p:spPr>
                <a:xfrm>
                  <a:off x="2721309" y="1483500"/>
                  <a:ext cx="80420" cy="79775"/>
                </a:xfrm>
                <a:prstGeom prst="ellipse">
                  <a:avLst/>
                </a:prstGeom>
                <a:solidFill>
                  <a:schemeClr val="bg1"/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0" name="Ellipse 7829"/>
                <p:cNvSpPr/>
                <p:nvPr/>
              </p:nvSpPr>
              <p:spPr>
                <a:xfrm>
                  <a:off x="2597796" y="1599233"/>
                  <a:ext cx="80420" cy="79775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sp>
              <p:nvSpPr>
                <p:cNvPr id="7831" name="Ellipse 7830"/>
                <p:cNvSpPr/>
                <p:nvPr/>
              </p:nvSpPr>
              <p:spPr>
                <a:xfrm>
                  <a:off x="2724517" y="1599233"/>
                  <a:ext cx="80420" cy="79775"/>
                </a:xfrm>
                <a:prstGeom prst="ellipse">
                  <a:avLst/>
                </a:pr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/>
                </a:p>
              </p:txBody>
            </p:sp>
            <p:grpSp>
              <p:nvGrpSpPr>
                <p:cNvPr id="7832" name="Gruppieren 7831"/>
                <p:cNvGrpSpPr/>
                <p:nvPr/>
              </p:nvGrpSpPr>
              <p:grpSpPr>
                <a:xfrm>
                  <a:off x="2595663" y="381169"/>
                  <a:ext cx="196168" cy="386670"/>
                  <a:chOff x="2599151" y="387353"/>
                  <a:chExt cx="196168" cy="386670"/>
                </a:xfrm>
              </p:grpSpPr>
              <p:sp>
                <p:nvSpPr>
                  <p:cNvPr id="7833" name="Rechteck 7832"/>
                  <p:cNvSpPr/>
                  <p:nvPr/>
                </p:nvSpPr>
                <p:spPr>
                  <a:xfrm>
                    <a:off x="2599151" y="387353"/>
                    <a:ext cx="196168" cy="38667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4" name="Rechteck 7833"/>
                  <p:cNvSpPr/>
                  <p:nvPr/>
                </p:nvSpPr>
                <p:spPr>
                  <a:xfrm>
                    <a:off x="2616985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5" name="Rechteck 7834"/>
                  <p:cNvSpPr/>
                  <p:nvPr/>
                </p:nvSpPr>
                <p:spPr>
                  <a:xfrm>
                    <a:off x="2615650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6" name="Rechteck 7835"/>
                  <p:cNvSpPr/>
                  <p:nvPr/>
                </p:nvSpPr>
                <p:spPr>
                  <a:xfrm>
                    <a:off x="2617748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7837" name="Rechteck 7836"/>
                  <p:cNvSpPr/>
                  <p:nvPr/>
                </p:nvSpPr>
                <p:spPr>
                  <a:xfrm>
                    <a:off x="2617747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8" name="Rechteck 7837"/>
                  <p:cNvSpPr/>
                  <p:nvPr/>
                </p:nvSpPr>
                <p:spPr>
                  <a:xfrm>
                    <a:off x="2616630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39" name="Rechteck 7838"/>
                  <p:cNvSpPr/>
                  <p:nvPr/>
                </p:nvSpPr>
                <p:spPr>
                  <a:xfrm>
                    <a:off x="2618470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0" name="Rechteck 7839"/>
                  <p:cNvSpPr/>
                  <p:nvPr/>
                </p:nvSpPr>
                <p:spPr>
                  <a:xfrm>
                    <a:off x="2617393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1" name="Rechteck 7840"/>
                  <p:cNvSpPr/>
                  <p:nvPr/>
                </p:nvSpPr>
                <p:spPr>
                  <a:xfrm>
                    <a:off x="2617392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2" name="Rechteck 7841"/>
                  <p:cNvSpPr/>
                  <p:nvPr/>
                </p:nvSpPr>
                <p:spPr>
                  <a:xfrm>
                    <a:off x="2713242" y="40323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3" name="Rechteck 7842"/>
                  <p:cNvSpPr/>
                  <p:nvPr/>
                </p:nvSpPr>
                <p:spPr>
                  <a:xfrm>
                    <a:off x="2715082" y="449841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4" name="Rechteck 7843"/>
                  <p:cNvSpPr/>
                  <p:nvPr/>
                </p:nvSpPr>
                <p:spPr>
                  <a:xfrm>
                    <a:off x="2714005" y="497436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5" name="Rechteck 7844"/>
                  <p:cNvSpPr/>
                  <p:nvPr/>
                </p:nvSpPr>
                <p:spPr>
                  <a:xfrm>
                    <a:off x="2714004" y="542694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6" name="Rechteck 7845"/>
                  <p:cNvSpPr/>
                  <p:nvPr/>
                </p:nvSpPr>
                <p:spPr>
                  <a:xfrm>
                    <a:off x="2716062" y="589303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7" name="Rechteck 7846"/>
                  <p:cNvSpPr/>
                  <p:nvPr/>
                </p:nvSpPr>
                <p:spPr>
                  <a:xfrm>
                    <a:off x="2714727" y="635912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8" name="Rechteck 7847"/>
                  <p:cNvSpPr/>
                  <p:nvPr/>
                </p:nvSpPr>
                <p:spPr>
                  <a:xfrm>
                    <a:off x="2716825" y="683507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  <p:sp>
                <p:nvSpPr>
                  <p:cNvPr id="7849" name="Rechteck 7848"/>
                  <p:cNvSpPr/>
                  <p:nvPr/>
                </p:nvSpPr>
                <p:spPr>
                  <a:xfrm>
                    <a:off x="2716824" y="728765"/>
                    <a:ext cx="55847" cy="2880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/>
                  </a:p>
                </p:txBody>
              </p:sp>
            </p:grpSp>
          </p:grpSp>
        </p:grpSp>
        <p:grpSp>
          <p:nvGrpSpPr>
            <p:cNvPr id="8233" name="Gruppieren 8232"/>
            <p:cNvGrpSpPr/>
            <p:nvPr/>
          </p:nvGrpSpPr>
          <p:grpSpPr>
            <a:xfrm>
              <a:off x="3989662" y="4874917"/>
              <a:ext cx="2876963" cy="1654831"/>
              <a:chOff x="2584415" y="1276473"/>
              <a:chExt cx="2876963" cy="1654831"/>
            </a:xfrm>
          </p:grpSpPr>
          <p:grpSp>
            <p:nvGrpSpPr>
              <p:cNvPr id="8234" name="Gruppieren 8233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423" name="Gruppieren 842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425" name="Gruppieren 842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427" name="Rechteck 84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28" name="Rechteck 84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9" name="Ellipse 84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30" name="Ellipse 84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1" name="Ellipse 843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2" name="Ellipse 843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3" name="Ellipse 84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4" name="Ellipse 84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5" name="Ellipse 843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6" name="Ellipse 843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7" name="Rechteck 843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8" name="Rechteck 843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39" name="Rechteck 843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0" name="Rechteck 843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1" name="Rechteck 844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2" name="Rechteck 844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3" name="Rechteck 844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44" name="Rechteck 844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26" name="Textfeld 84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424" name="Textfeld 84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235" name="Rechteck 8234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6" name="Rechteck 8235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7" name="Rechteck 8236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8" name="Rechteck 8237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239" name="Rechteck 8238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240" name="Gruppieren 8239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93" name="Gruppieren 839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95" name="Gruppieren 839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97" name="Rechteck 839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98" name="Rechteck 839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9" name="Ellipse 839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0" name="Ellipse 839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1" name="Textfeld 840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402" name="Textfeld 840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403" name="Ellipse 840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4" name="Ellipse 840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5" name="Textfeld 840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6" name="Textfeld 840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07" name="Ellipse 84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8" name="Ellipse 84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09" name="Textfeld 84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0" name="Textfeld 84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11" name="Ellipse 84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12" name="Ellipse 84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3" name="Textfeld 84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414" name="Textfeld 84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415" name="Rechteck 84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6" name="Rechteck 84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7" name="Rechteck 84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8" name="Rechteck 84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19" name="Rechteck 84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0" name="Rechteck 84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1" name="Rechteck 84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22" name="Rechteck 84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96" name="Textfeld 839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394" name="Textfeld 839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241" name="Gruppieren 8240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63" name="Gruppieren 836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65" name="Gruppieren 836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67" name="Rechteck 836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68" name="Rechteck 836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9" name="Ellipse 836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0" name="Ellipse 836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1" name="Textfeld 837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72" name="Textfeld 837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373" name="Ellipse 83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4" name="Ellipse 83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5" name="Textfeld 83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76" name="Textfeld 83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377" name="Ellipse 83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8" name="Ellipse 83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79" name="Textfeld 837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80" name="Textfeld 837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381" name="Ellipse 83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2" name="Ellipse 83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3" name="Textfeld 838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84" name="Textfeld 838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385" name="Rechteck 838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6" name="Rechteck 838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7" name="Rechteck 838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8" name="Rechteck 838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89" name="Rechteck 838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0" name="Rechteck 838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1" name="Rechteck 839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92" name="Rechteck 839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66" name="Textfeld 836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364" name="Textfeld 836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242" name="Gruppieren 8241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341" name="Gruppieren 834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343" name="Gruppieren 834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345" name="Rechteck 834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46" name="Rechteck 834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7" name="Ellipse 834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8" name="Ellipse 834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9" name="Ellipse 83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0" name="Ellipse 83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1" name="Ellipse 835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52" name="Ellipse 835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3" name="Ellipse 835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4" name="Ellipse 835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5" name="Rechteck 835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6" name="Rechteck 835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7" name="Rechteck 835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8" name="Rechteck 835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59" name="Rechteck 835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0" name="Rechteck 835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1" name="Rechteck 836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62" name="Rechteck 836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44" name="Textfeld 834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342" name="Textfeld 834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243" name="Gruppieren 8242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311" name="Gruppieren 831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313" name="Gruppieren 831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315" name="Rechteck 831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16" name="Rechteck 831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7" name="Ellipse 831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8" name="Ellipse 831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9" name="Textfeld 831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320" name="Textfeld 831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321" name="Ellipse 832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2" name="Ellipse 832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3" name="Textfeld 832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4" name="Textfeld 8323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5" name="Ellipse 832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6" name="Ellipse 832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27" name="Textfeld 8326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8" name="Textfeld 8327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329" name="Ellipse 832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0" name="Ellipse 832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1" name="Textfeld 833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332" name="Textfeld 833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333" name="Rechteck 833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4" name="Rechteck 833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5" name="Rechteck 833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6" name="Rechteck 833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7" name="Rechteck 833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8" name="Rechteck 833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39" name="Rechteck 833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40" name="Rechteck 833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314" name="Textfeld 831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312" name="Textfeld 831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244" name="Gruppieren 8243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283" name="Gruppieren 8282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285" name="Gruppieren 8284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287" name="Rechteck 828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88" name="Rechteck 828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89" name="Ellipse 828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0" name="Ellipse 828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1" name="Textfeld 829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292" name="Textfeld 829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293" name="Ellipse 829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4" name="Ellipse 829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95" name="Ellipse 829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6" name="Ellipse 829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97" name="Textfeld 829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8" name="Textfeld 829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299" name="Ellipse 829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300" name="Ellipse 829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1" name="Textfeld 830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2" name="Textfeld 830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303" name="Rechteck 830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4" name="Rechteck 830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5" name="Rechteck 830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6" name="Rechteck 830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7" name="Rechteck 830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8" name="Rechteck 830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09" name="Rechteck 830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310" name="Rechteck 830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86" name="Textfeld 828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284" name="Textfeld 828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245" name="Gruppieren 8244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279" name="Gruppieren 8278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281" name="Rechteck 8280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282" name="Textfeld 828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280" name="Textfeld 8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246" name="Rechteck 8245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247" name="Gruppieren 8246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253" name="Gruppieren 8252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255" name="Gruppieren 8254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257" name="Rechteck 82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258" name="Rechteck 82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59" name="Ellipse 82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0" name="Ellipse 82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1" name="Ellipse 82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2" name="Ellipse 82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3" name="Textfeld 826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4" name="Textfeld 826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265" name="Ellipse 826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6" name="Ellipse 826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67" name="Textfeld 8266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8" name="Textfeld 8267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269" name="Ellipse 826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0" name="Ellipse 826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1" name="Rechteck 82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2" name="Rechteck 82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3" name="Rechteck 8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4" name="Rechteck 8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5" name="Rechteck 8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6" name="Rechteck 8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7" name="Rechteck 8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278" name="Rechteck 8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256" name="Textfeld 82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254" name="Textfeld 82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248" name="Textfeld 8247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BC9</a:t>
                </a:r>
              </a:p>
            </p:txBody>
          </p:sp>
          <p:sp>
            <p:nvSpPr>
              <p:cNvPr id="8249" name="Textfeld 8248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250" name="Textfeld 8249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251" name="Textfeld 8250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252" name="Textfeld 8251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445" name="Gruppieren 8444"/>
            <p:cNvGrpSpPr/>
            <p:nvPr/>
          </p:nvGrpSpPr>
          <p:grpSpPr>
            <a:xfrm>
              <a:off x="6987010" y="4867199"/>
              <a:ext cx="2876963" cy="1654831"/>
              <a:chOff x="2584415" y="1276473"/>
              <a:chExt cx="2876963" cy="1654831"/>
            </a:xfrm>
          </p:grpSpPr>
          <p:grpSp>
            <p:nvGrpSpPr>
              <p:cNvPr id="8446" name="Gruppieren 8445"/>
              <p:cNvGrpSpPr/>
              <p:nvPr/>
            </p:nvGrpSpPr>
            <p:grpSpPr>
              <a:xfrm>
                <a:off x="2828816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635" name="Gruppieren 8634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637" name="Gruppieren 8636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639" name="Rechteck 863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0" name="Rechteck 863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1" name="Ellipse 864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42" name="Ellipse 864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3" name="Ellipse 864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4" name="Ellipse 864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5" name="Ellipse 86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6" name="Ellipse 86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7" name="Ellipse 86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8" name="Ellipse 86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49" name="Rechteck 864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0" name="Rechteck 864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1" name="Rechteck 865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2" name="Rechteck 865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3" name="Rechteck 865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4" name="Rechteck 865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5" name="Rechteck 865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56" name="Rechteck 865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38" name="Textfeld 863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636" name="Textfeld 863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447" name="Rechteck 8446"/>
              <p:cNvSpPr/>
              <p:nvPr/>
            </p:nvSpPr>
            <p:spPr>
              <a:xfrm>
                <a:off x="2589432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8" name="Rechteck 8447"/>
              <p:cNvSpPr/>
              <p:nvPr/>
            </p:nvSpPr>
            <p:spPr>
              <a:xfrm>
                <a:off x="2666208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49" name="Rechteck 8448"/>
              <p:cNvSpPr/>
              <p:nvPr/>
            </p:nvSpPr>
            <p:spPr>
              <a:xfrm>
                <a:off x="2622734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0" name="Rechteck 8449"/>
              <p:cNvSpPr/>
              <p:nvPr/>
            </p:nvSpPr>
            <p:spPr>
              <a:xfrm>
                <a:off x="2666878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451" name="Rechteck 8450"/>
              <p:cNvSpPr/>
              <p:nvPr/>
            </p:nvSpPr>
            <p:spPr>
              <a:xfrm>
                <a:off x="2623404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452" name="Gruppieren 8451"/>
              <p:cNvGrpSpPr/>
              <p:nvPr/>
            </p:nvGrpSpPr>
            <p:grpSpPr>
              <a:xfrm>
                <a:off x="31437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605" name="Gruppieren 860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607" name="Gruppieren 860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609" name="Rechteck 860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10" name="Rechteck 860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1" name="Ellipse 861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2" name="Ellipse 861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3" name="Textfeld 861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14" name="Textfeld 861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15" name="Ellipse 861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6" name="Ellipse 861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17" name="Textfeld 861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8" name="Textfeld 861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19" name="Ellipse 861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0" name="Ellipse 861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1" name="Textfeld 862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2" name="Textfeld 862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623" name="Ellipse 862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24" name="Ellipse 862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5" name="Textfeld 862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26" name="Textfeld 862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27" name="Rechteck 862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8" name="Rechteck 862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29" name="Rechteck 862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0" name="Rechteck 862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1" name="Rechteck 863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2" name="Rechteck 863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3" name="Rechteck 863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34" name="Rechteck 863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08" name="Textfeld 860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606" name="Textfeld 860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453" name="Gruppieren 8452"/>
              <p:cNvGrpSpPr/>
              <p:nvPr/>
            </p:nvGrpSpPr>
            <p:grpSpPr>
              <a:xfrm>
                <a:off x="379051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75" name="Gruppieren 8574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77" name="Gruppieren 8576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79" name="Rechteck 857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80" name="Rechteck 857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1" name="Ellipse 858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2" name="Ellipse 858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3" name="Textfeld 858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84" name="Textfeld 858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585" name="Ellipse 858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6" name="Ellipse 858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87" name="Textfeld 8586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88" name="Textfeld 8587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589" name="Ellipse 85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0" name="Ellipse 85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1" name="Textfeld 8590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92" name="Textfeld 8591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593" name="Ellipse 859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4" name="Ellipse 859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5" name="Textfeld 8594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96" name="Textfeld 8595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597" name="Rechteck 859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8" name="Rechteck 859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99" name="Rechteck 859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0" name="Rechteck 859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1" name="Rechteck 860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2" name="Rechteck 860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3" name="Rechteck 860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04" name="Rechteck 860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78" name="Textfeld 857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576" name="Textfeld 857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454" name="Gruppieren 8453"/>
              <p:cNvGrpSpPr/>
              <p:nvPr/>
            </p:nvGrpSpPr>
            <p:grpSpPr>
              <a:xfrm>
                <a:off x="4116588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553" name="Gruppieren 8552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555" name="Gruppieren 8554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557" name="Rechteck 855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58" name="Rechteck 855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9" name="Ellipse 855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0" name="Ellipse 855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1" name="Ellipse 856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2" name="Ellipse 856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3" name="Ellipse 85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64" name="Ellipse 85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5" name="Ellipse 856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6" name="Ellipse 856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7" name="Rechteck 8566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8" name="Rechteck 8567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69" name="Rechteck 8568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0" name="Rechteck 8569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1" name="Rechteck 8570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2" name="Rechteck 8571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3" name="Rechteck 8572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74" name="Rechteck 8573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56" name="Textfeld 855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554" name="Textfeld 855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455" name="Gruppieren 8454"/>
              <p:cNvGrpSpPr/>
              <p:nvPr/>
            </p:nvGrpSpPr>
            <p:grpSpPr>
              <a:xfrm>
                <a:off x="4438482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523" name="Gruppieren 8522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525" name="Gruppieren 8524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527" name="Rechteck 8526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28" name="Rechteck 8527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9" name="Ellipse 8528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0" name="Ellipse 8529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31" name="Textfeld 8530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32" name="Textfeld 8531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33" name="Ellipse 853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4" name="Ellipse 853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5" name="Textfeld 853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6" name="Textfeld 8535"/>
                    <p:cNvSpPr txBox="1"/>
                    <p:nvPr/>
                  </p:nvSpPr>
                  <p:spPr>
                    <a:xfrm>
                      <a:off x="1831603" y="196279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37" name="Ellipse 853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8" name="Ellipse 853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39" name="Textfeld 8538"/>
                    <p:cNvSpPr txBox="1"/>
                    <p:nvPr/>
                  </p:nvSpPr>
                  <p:spPr>
                    <a:xfrm>
                      <a:off x="1702168" y="219371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0" name="Textfeld 8539"/>
                    <p:cNvSpPr txBox="1"/>
                    <p:nvPr/>
                  </p:nvSpPr>
                  <p:spPr>
                    <a:xfrm>
                      <a:off x="1830521" y="219278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541" name="Ellipse 85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2" name="Ellipse 85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3" name="Textfeld 854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544" name="Textfeld 854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545" name="Rechteck 854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6" name="Rechteck 854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7" name="Rechteck 854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8" name="Rechteck 854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49" name="Rechteck 854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0" name="Rechteck 854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1" name="Rechteck 855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52" name="Rechteck 855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526" name="Textfeld 8525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524" name="Textfeld 8523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456" name="Gruppieren 8455"/>
              <p:cNvGrpSpPr/>
              <p:nvPr/>
            </p:nvGrpSpPr>
            <p:grpSpPr>
              <a:xfrm>
                <a:off x="4765938" y="1278376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8495" name="Gruppieren 8494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8497" name="Gruppieren 8496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499" name="Rechteck 849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0" name="Rechteck 849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1" name="Ellipse 850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>
                        <a:lumMod val="75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2" name="Ellipse 850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3" name="Textfeld 8502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504" name="Textfeld 8503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505" name="Ellipse 85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6" name="Ellipse 85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07" name="Ellipse 85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8" name="Ellipse 85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09" name="Textfeld 8508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0" name="Textfeld 8509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511" name="Ellipse 851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512" name="Ellipse 851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3" name="Textfeld 8512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4" name="Textfeld 8513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515" name="Rechteck 851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6" name="Rechteck 851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7" name="Rechteck 851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8" name="Rechteck 851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19" name="Rechteck 851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0" name="Rechteck 851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1" name="Rechteck 852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522" name="Rechteck 852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98" name="Textfeld 849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496" name="Textfeld 849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457" name="Gruppieren 8456"/>
              <p:cNvGrpSpPr/>
              <p:nvPr/>
            </p:nvGrpSpPr>
            <p:grpSpPr>
              <a:xfrm>
                <a:off x="5091718" y="1278376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8491" name="Gruppieren 8490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sp>
                <p:nvSpPr>
                  <p:cNvPr id="8493" name="Rechteck 8492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494" name="Textfeld 8493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8492" name="Textfeld 84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458" name="Rechteck 8457"/>
              <p:cNvSpPr/>
              <p:nvPr/>
            </p:nvSpPr>
            <p:spPr>
              <a:xfrm>
                <a:off x="3837925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459" name="Gruppieren 8458"/>
              <p:cNvGrpSpPr/>
              <p:nvPr/>
            </p:nvGrpSpPr>
            <p:grpSpPr>
              <a:xfrm>
                <a:off x="3468335" y="1276473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465" name="Gruppieren 8464"/>
                <p:cNvGrpSpPr/>
                <p:nvPr/>
              </p:nvGrpSpPr>
              <p:grpSpPr>
                <a:xfrm>
                  <a:off x="1692193" y="1141150"/>
                  <a:ext cx="327049" cy="1488063"/>
                  <a:chOff x="1692193" y="1141150"/>
                  <a:chExt cx="327049" cy="1488063"/>
                </a:xfrm>
              </p:grpSpPr>
              <p:grpSp>
                <p:nvGrpSpPr>
                  <p:cNvPr id="8467" name="Gruppieren 8466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469" name="Rechteck 8468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470" name="Rechteck 8469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1" name="Ellipse 8470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2" name="Ellipse 8471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3" name="Ellipse 8472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4" name="Ellipse 8473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5" name="Textfeld 8474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6" name="Textfeld 8475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477" name="Ellipse 847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8" name="Ellipse 847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79" name="Textfeld 8478"/>
                    <p:cNvSpPr txBox="1"/>
                    <p:nvPr/>
                  </p:nvSpPr>
                  <p:spPr>
                    <a:xfrm>
                      <a:off x="1708599" y="21834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0" name="Textfeld 8479"/>
                    <p:cNvSpPr txBox="1"/>
                    <p:nvPr/>
                  </p:nvSpPr>
                  <p:spPr>
                    <a:xfrm>
                      <a:off x="1835127" y="218250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481" name="Ellipse 848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2" name="Ellipse 848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3" name="Rechteck 84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4" name="Rechteck 84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5" name="Rechteck 84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6" name="Rechteck 84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7" name="Rechteck 84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8" name="Rechteck 84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89" name="Rechteck 84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490" name="Rechteck 84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468" name="Textfeld 8467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466" name="Textfeld 84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EL5152</a:t>
                  </a:r>
                </a:p>
              </p:txBody>
            </p:sp>
          </p:grpSp>
          <p:sp>
            <p:nvSpPr>
              <p:cNvPr id="8460" name="Textfeld 8459"/>
              <p:cNvSpPr txBox="1"/>
              <p:nvPr/>
            </p:nvSpPr>
            <p:spPr>
              <a:xfrm>
                <a:off x="2584415" y="2763149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BC10</a:t>
                </a:r>
              </a:p>
            </p:txBody>
          </p:sp>
          <p:sp>
            <p:nvSpPr>
              <p:cNvPr id="8461" name="Textfeld 8460"/>
              <p:cNvSpPr txBox="1"/>
              <p:nvPr/>
            </p:nvSpPr>
            <p:spPr>
              <a:xfrm>
                <a:off x="3497825" y="1901474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A1</a:t>
                </a:r>
                <a:endParaRPr lang="de-DE" sz="1400" dirty="0"/>
              </a:p>
            </p:txBody>
          </p:sp>
          <p:sp>
            <p:nvSpPr>
              <p:cNvPr id="8462" name="Textfeld 8461"/>
              <p:cNvSpPr txBox="1"/>
              <p:nvPr/>
            </p:nvSpPr>
            <p:spPr>
              <a:xfrm>
                <a:off x="3620945" y="1901852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B1</a:t>
                </a:r>
                <a:endParaRPr lang="de-DE" sz="1400" dirty="0"/>
              </a:p>
            </p:txBody>
          </p:sp>
          <p:sp>
            <p:nvSpPr>
              <p:cNvPr id="8463" name="Textfeld 8462"/>
              <p:cNvSpPr txBox="1"/>
              <p:nvPr/>
            </p:nvSpPr>
            <p:spPr>
              <a:xfrm>
                <a:off x="3501024" y="2589890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A2</a:t>
                </a:r>
                <a:endParaRPr lang="de-DE" sz="1400" dirty="0"/>
              </a:p>
            </p:txBody>
          </p:sp>
          <p:sp>
            <p:nvSpPr>
              <p:cNvPr id="8464" name="Textfeld 8463"/>
              <p:cNvSpPr txBox="1"/>
              <p:nvPr/>
            </p:nvSpPr>
            <p:spPr>
              <a:xfrm>
                <a:off x="3624144" y="2590268"/>
                <a:ext cx="166687" cy="177312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1">
                <a:noAutofit/>
              </a:bodyPr>
              <a:lstStyle/>
              <a:p>
                <a:r>
                  <a:rPr lang="de-DE" sz="900" dirty="0"/>
                  <a:t>B2</a:t>
                </a:r>
                <a:endParaRPr lang="de-DE" sz="1400" dirty="0"/>
              </a:p>
            </p:txBody>
          </p:sp>
        </p:grpSp>
        <p:grpSp>
          <p:nvGrpSpPr>
            <p:cNvPr id="8657" name="Gruppieren 8656"/>
            <p:cNvGrpSpPr/>
            <p:nvPr/>
          </p:nvGrpSpPr>
          <p:grpSpPr>
            <a:xfrm>
              <a:off x="10059305" y="4843030"/>
              <a:ext cx="2520106" cy="1653719"/>
              <a:chOff x="2585049" y="1277585"/>
              <a:chExt cx="2520106" cy="1653719"/>
            </a:xfrm>
          </p:grpSpPr>
          <p:grpSp>
            <p:nvGrpSpPr>
              <p:cNvPr id="8658" name="Gruppieren 8657"/>
              <p:cNvGrpSpPr/>
              <p:nvPr/>
            </p:nvGrpSpPr>
            <p:grpSpPr>
              <a:xfrm>
                <a:off x="282881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818" name="Gruppieren 881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820" name="Gruppieren 881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822" name="Rechteck 88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3" name="Rechteck 88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4" name="Ellipse 88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25" name="Ellipse 88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6" name="Ellipse 882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7" name="Ellipse 882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8" name="Ellipse 88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29" name="Ellipse 88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0" name="Ellipse 882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1" name="Ellipse 883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2" name="Rechteck 88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3" name="Rechteck 88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4" name="Rechteck 88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5" name="Rechteck 88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6" name="Rechteck 88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7" name="Rechteck 88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8" name="Rechteck 88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39" name="Rechteck 88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21" name="Textfeld 88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8819" name="Textfeld 8818"/>
                <p:cNvSpPr txBox="1"/>
                <p:nvPr/>
              </p:nvSpPr>
              <p:spPr>
                <a:xfrm>
                  <a:off x="1694292" y="2628305"/>
                  <a:ext cx="32078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659" name="Rechteck 8658"/>
              <p:cNvSpPr/>
              <p:nvPr/>
            </p:nvSpPr>
            <p:spPr>
              <a:xfrm>
                <a:off x="258943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0" name="Rechteck 8659"/>
              <p:cNvSpPr/>
              <p:nvPr/>
            </p:nvSpPr>
            <p:spPr>
              <a:xfrm>
                <a:off x="266620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1" name="Rechteck 8660"/>
              <p:cNvSpPr/>
              <p:nvPr/>
            </p:nvSpPr>
            <p:spPr>
              <a:xfrm>
                <a:off x="262273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2" name="Rechteck 8661"/>
              <p:cNvSpPr/>
              <p:nvPr/>
            </p:nvSpPr>
            <p:spPr>
              <a:xfrm>
                <a:off x="266687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663" name="Rechteck 8662"/>
              <p:cNvSpPr/>
              <p:nvPr/>
            </p:nvSpPr>
            <p:spPr>
              <a:xfrm>
                <a:off x="262340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664" name="Gruppieren 8663"/>
              <p:cNvGrpSpPr/>
              <p:nvPr/>
            </p:nvGrpSpPr>
            <p:grpSpPr>
              <a:xfrm>
                <a:off x="3143754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88" name="Gruppieren 878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90" name="Gruppieren 878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92" name="Rechteck 879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93" name="Rechteck 879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4" name="Ellipse 879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5" name="Ellipse 879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6" name="Textfeld 879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97" name="Textfeld 879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98" name="Ellipse 879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99" name="Ellipse 879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0" name="Textfeld 879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1" name="Textfeld 880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2" name="Ellipse 880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3" name="Ellipse 880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4" name="Textfeld 880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5" name="Textfeld 880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806" name="Ellipse 880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07" name="Ellipse 880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08" name="Textfeld 880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809" name="Textfeld 880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810" name="Rechteck 880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1" name="Rechteck 881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2" name="Rechteck 881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3" name="Rechteck 88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4" name="Rechteck 88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5" name="Rechteck 88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6" name="Rechteck 88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17" name="Rechteck 88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91" name="Textfeld 879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8789" name="Textfeld 87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665" name="Gruppieren 8664"/>
              <p:cNvGrpSpPr/>
              <p:nvPr/>
            </p:nvGrpSpPr>
            <p:grpSpPr>
              <a:xfrm>
                <a:off x="380320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58" name="Gruppieren 875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60" name="Gruppieren 875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62" name="Rechteck 876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63" name="Rechteck 876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4" name="Ellipse 876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5" name="Ellipse 876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6" name="Textfeld 876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67" name="Textfeld 876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8768" name="Ellipse 876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69" name="Ellipse 876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0" name="Textfeld 876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71" name="Textfeld 877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8772" name="Ellipse 877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3" name="Ellipse 877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4" name="Textfeld 877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75" name="Textfeld 877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8776" name="Ellipse 877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7" name="Ellipse 877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78" name="Textfeld 877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79" name="Textfeld 877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8780" name="Rechteck 877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1" name="Rechteck 878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2" name="Rechteck 878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3" name="Rechteck 878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4" name="Rechteck 878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5" name="Rechteck 878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6" name="Rechteck 878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87" name="Rechteck 878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61" name="Textfeld 876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8759" name="Textfeld 875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666" name="Gruppieren 8665"/>
              <p:cNvGrpSpPr/>
              <p:nvPr/>
            </p:nvGrpSpPr>
            <p:grpSpPr>
              <a:xfrm>
                <a:off x="4129287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36" name="Gruppieren 873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8738" name="Gruppieren 873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8740" name="Rechteck 873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1" name="Rechteck 874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2" name="Ellipse 874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3" name="Ellipse 874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4" name="Ellipse 87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5" name="Ellipse 87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6" name="Ellipse 874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47" name="Ellipse 874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8" name="Ellipse 874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49" name="Ellipse 874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0" name="Rechteck 874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1" name="Rechteck 875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2" name="Rechteck 875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3" name="Rechteck 875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4" name="Rechteck 875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5" name="Rechteck 875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6" name="Rechteck 875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57" name="Rechteck 875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39" name="Textfeld 873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8737" name="Textfeld 873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667" name="Gruppieren 8666"/>
              <p:cNvGrpSpPr/>
              <p:nvPr/>
            </p:nvGrpSpPr>
            <p:grpSpPr>
              <a:xfrm>
                <a:off x="4451181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8706" name="Gruppieren 870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8708" name="Gruppieren 870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710" name="Rechteck 870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1" name="Rechteck 871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2" name="Ellipse 871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3" name="Ellipse 871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14" name="Textfeld 871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715" name="Textfeld 871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716" name="Ellipse 871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7" name="Ellipse 871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18" name="Textfeld 871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19" name="Textfeld 8718"/>
                    <p:cNvSpPr txBox="1"/>
                    <p:nvPr/>
                  </p:nvSpPr>
                  <p:spPr>
                    <a:xfrm>
                      <a:off x="1815728" y="195961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0" name="Ellipse 871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1" name="Ellipse 872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722" name="Textfeld 8721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3" name="Textfeld 8722"/>
                    <p:cNvSpPr txBox="1"/>
                    <p:nvPr/>
                  </p:nvSpPr>
                  <p:spPr>
                    <a:xfrm>
                      <a:off x="1824171" y="2199134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724" name="Ellipse 872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5" name="Ellipse 872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6" name="Textfeld 872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727" name="Textfeld 872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728" name="Rechteck 872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29" name="Rechteck 872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0" name="Rechteck 872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1" name="Rechteck 873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2" name="Rechteck 873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3" name="Rechteck 873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4" name="Rechteck 873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35" name="Rechteck 873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709" name="Textfeld 870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8707" name="Textfeld 870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668" name="Gruppieren 8667"/>
              <p:cNvGrpSpPr/>
              <p:nvPr/>
            </p:nvGrpSpPr>
            <p:grpSpPr>
              <a:xfrm>
                <a:off x="478020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8702" name="Gruppieren 870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8704" name="Rechteck 870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705" name="Textfeld 870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8703" name="Textfeld 870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669" name="Rechteck 8668"/>
              <p:cNvSpPr/>
              <p:nvPr/>
            </p:nvSpPr>
            <p:spPr>
              <a:xfrm>
                <a:off x="3837924" y="1361788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8670" name="Gruppieren 8669"/>
              <p:cNvGrpSpPr/>
              <p:nvPr/>
            </p:nvGrpSpPr>
            <p:grpSpPr>
              <a:xfrm>
                <a:off x="3469788" y="1277585"/>
                <a:ext cx="331945" cy="1652928"/>
                <a:chOff x="1687297" y="1141150"/>
                <a:chExt cx="331945" cy="1652928"/>
              </a:xfrm>
            </p:grpSpPr>
            <p:grpSp>
              <p:nvGrpSpPr>
                <p:cNvPr id="8672" name="Gruppieren 8671"/>
                <p:cNvGrpSpPr/>
                <p:nvPr/>
              </p:nvGrpSpPr>
              <p:grpSpPr>
                <a:xfrm>
                  <a:off x="1692193" y="1141150"/>
                  <a:ext cx="327049" cy="1537301"/>
                  <a:chOff x="1692193" y="1141150"/>
                  <a:chExt cx="327049" cy="1537301"/>
                </a:xfrm>
              </p:grpSpPr>
              <p:grpSp>
                <p:nvGrpSpPr>
                  <p:cNvPr id="8674" name="Gruppieren 8673"/>
                  <p:cNvGrpSpPr/>
                  <p:nvPr/>
                </p:nvGrpSpPr>
                <p:grpSpPr>
                  <a:xfrm>
                    <a:off x="1692193" y="1191340"/>
                    <a:ext cx="327049" cy="1487111"/>
                    <a:chOff x="1692193" y="1191340"/>
                    <a:chExt cx="327049" cy="1487111"/>
                  </a:xfrm>
                </p:grpSpPr>
                <p:sp>
                  <p:nvSpPr>
                    <p:cNvPr id="8676" name="Rechteck 8675"/>
                    <p:cNvSpPr/>
                    <p:nvPr/>
                  </p:nvSpPr>
                  <p:spPr>
                    <a:xfrm>
                      <a:off x="1694134" y="1191340"/>
                      <a:ext cx="325108" cy="1438663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77" name="Rechteck 867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8" name="Ellipse 867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79" name="Ellipse 867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0" name="Textfeld 867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681" name="Textfeld 868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682" name="Ellipse 868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3" name="Ellipse 868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4" name="Textfeld 868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5" name="Textfeld 8684"/>
                    <p:cNvSpPr txBox="1"/>
                    <p:nvPr/>
                  </p:nvSpPr>
                  <p:spPr>
                    <a:xfrm>
                      <a:off x="1809195" y="196793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86" name="Ellipse 868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87" name="Ellipse 868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688" name="Textfeld 868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689" name="Textfeld 868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690" name="Ellipse 868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1" name="Ellipse 869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2" name="Textfeld 869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3" name="Textfeld 8692"/>
                    <p:cNvSpPr txBox="1"/>
                    <p:nvPr/>
                  </p:nvSpPr>
                  <p:spPr>
                    <a:xfrm>
                      <a:off x="1813062" y="24245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694" name="Rechteck 869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5" name="Rechteck 869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6" name="Rechteck 869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7" name="Rechteck 869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8" name="Rechteck 869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699" name="Rechteck 869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0" name="Rechteck 869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701" name="Rechteck 870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675" name="Textfeld 867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8673" name="Textfeld 8672"/>
                <p:cNvSpPr txBox="1"/>
                <p:nvPr/>
              </p:nvSpPr>
              <p:spPr>
                <a:xfrm>
                  <a:off x="1687297" y="2628305"/>
                  <a:ext cx="331945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EL3064</a:t>
                  </a:r>
                </a:p>
              </p:txBody>
            </p:sp>
          </p:grpSp>
          <p:sp>
            <p:nvSpPr>
              <p:cNvPr id="8671" name="Textfeld 8670"/>
              <p:cNvSpPr txBox="1"/>
              <p:nvPr/>
            </p:nvSpPr>
            <p:spPr>
              <a:xfrm>
                <a:off x="2585049" y="2761677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BC11</a:t>
                </a:r>
              </a:p>
            </p:txBody>
          </p:sp>
        </p:grpSp>
        <p:grpSp>
          <p:nvGrpSpPr>
            <p:cNvPr id="8863" name="Gruppieren 8862"/>
            <p:cNvGrpSpPr/>
            <p:nvPr/>
          </p:nvGrpSpPr>
          <p:grpSpPr>
            <a:xfrm>
              <a:off x="5396266" y="920650"/>
              <a:ext cx="6108962" cy="1652928"/>
              <a:chOff x="1116267" y="770205"/>
              <a:chExt cx="6108962" cy="1652928"/>
            </a:xfrm>
          </p:grpSpPr>
          <p:grpSp>
            <p:nvGrpSpPr>
              <p:cNvPr id="8864" name="Gruppieren 8863"/>
              <p:cNvGrpSpPr/>
              <p:nvPr/>
            </p:nvGrpSpPr>
            <p:grpSpPr>
              <a:xfrm>
                <a:off x="1360900" y="77020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9329" name="Gruppieren 932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9331" name="Gruppieren 933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333" name="Rechteck 93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4" name="Rechteck 93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5" name="Ellipse 93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36" name="Ellipse 93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7" name="Ellipse 933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8" name="Ellipse 933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39" name="Ellipse 933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0" name="Ellipse 933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1" name="Ellipse 934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2" name="Ellipse 934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3" name="Rechteck 934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4" name="Rechteck 934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5" name="Rechteck 934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6" name="Rechteck 934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7" name="Rechteck 934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8" name="Rechteck 934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49" name="Rechteck 934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50" name="Rechteck 934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32" name="Textfeld 933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9330" name="Textfeld 93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8865" name="Rechteck 8864"/>
              <p:cNvSpPr/>
              <p:nvPr/>
            </p:nvSpPr>
            <p:spPr>
              <a:xfrm>
                <a:off x="1121516" y="93290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6" name="Rechteck 8865"/>
              <p:cNvSpPr/>
              <p:nvPr/>
            </p:nvSpPr>
            <p:spPr>
              <a:xfrm>
                <a:off x="1198292" y="111430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7" name="Rechteck 8866"/>
              <p:cNvSpPr/>
              <p:nvPr/>
            </p:nvSpPr>
            <p:spPr>
              <a:xfrm>
                <a:off x="1154818" y="115698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8" name="Rechteck 8867"/>
              <p:cNvSpPr/>
              <p:nvPr/>
            </p:nvSpPr>
            <p:spPr>
              <a:xfrm>
                <a:off x="1198962" y="172279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8869" name="Rechteck 8868"/>
              <p:cNvSpPr/>
              <p:nvPr/>
            </p:nvSpPr>
            <p:spPr>
              <a:xfrm>
                <a:off x="1155488" y="176547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8870" name="Gruppieren 8869"/>
              <p:cNvGrpSpPr/>
              <p:nvPr/>
            </p:nvGrpSpPr>
            <p:grpSpPr>
              <a:xfrm>
                <a:off x="1684390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99" name="Gruppieren 929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301" name="Gruppieren 93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303" name="Rechteck 93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4" name="Rechteck 93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5" name="Ellipse 93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306" name="Ellipse 93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07" name="Textfeld 93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308" name="Textfeld 93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309" name="Ellipse 93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0" name="Ellipse 93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1" name="Textfeld 93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2" name="Textfeld 93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3" name="Ellipse 93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4" name="Ellipse 93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5" name="Textfeld 93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6" name="Textfeld 93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317" name="Ellipse 93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8" name="Ellipse 93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19" name="Textfeld 93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320" name="Textfeld 93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321" name="Rechteck 93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2" name="Rechteck 93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3" name="Rechteck 93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4" name="Rechteck 93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5" name="Rechteck 93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6" name="Rechteck 93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7" name="Rechteck 93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328" name="Rechteck 93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302" name="Textfeld 930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9300" name="Textfeld 92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1" name="Gruppieren 8870"/>
              <p:cNvGrpSpPr/>
              <p:nvPr/>
            </p:nvGrpSpPr>
            <p:grpSpPr>
              <a:xfrm>
                <a:off x="2011315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69" name="Gruppieren 926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71" name="Gruppieren 92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73" name="Rechteck 92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74" name="Rechteck 92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5" name="Ellipse 92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6" name="Ellipse 92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77" name="Textfeld 92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78" name="Textfeld 92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79" name="Ellipse 92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0" name="Ellipse 92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1" name="Textfeld 92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2" name="Textfeld 92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3" name="Ellipse 92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4" name="Ellipse 92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5" name="Textfeld 92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6" name="Textfeld 92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87" name="Ellipse 92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88" name="Ellipse 92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89" name="Textfeld 92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90" name="Textfeld 92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91" name="Rechteck 92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2" name="Rechteck 92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3" name="Rechteck 92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4" name="Rechteck 92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5" name="Rechteck 92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6" name="Rechteck 92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7" name="Rechteck 92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98" name="Rechteck 92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72" name="Textfeld 927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9270" name="Textfeld 92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2" name="Gruppieren 8871"/>
              <p:cNvGrpSpPr/>
              <p:nvPr/>
            </p:nvGrpSpPr>
            <p:grpSpPr>
              <a:xfrm>
                <a:off x="2335294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39" name="Gruppieren 923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41" name="Gruppieren 924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43" name="Rechteck 924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44" name="Rechteck 924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5" name="Ellipse 924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6" name="Ellipse 924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47" name="Textfeld 924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48" name="Textfeld 924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49" name="Ellipse 924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0" name="Ellipse 924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1" name="Textfeld 925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2" name="Textfeld 925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3" name="Ellipse 925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4" name="Ellipse 925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5" name="Textfeld 925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6" name="Textfeld 925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57" name="Ellipse 925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8" name="Ellipse 925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59" name="Textfeld 925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60" name="Textfeld 925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61" name="Rechteck 926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2" name="Rechteck 926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3" name="Rechteck 926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4" name="Rechteck 926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5" name="Rechteck 926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6" name="Rechteck 926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7" name="Rechteck 926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68" name="Rechteck 926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42" name="Textfeld 924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9240" name="Textfeld 923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3" name="Gruppieren 8872"/>
              <p:cNvGrpSpPr/>
              <p:nvPr/>
            </p:nvGrpSpPr>
            <p:grpSpPr>
              <a:xfrm>
                <a:off x="2659273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209" name="Gruppieren 920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211" name="Gruppieren 921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213" name="Rechteck 921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214" name="Rechteck 921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5" name="Ellipse 921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6" name="Ellipse 921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17" name="Textfeld 921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218" name="Textfeld 921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219" name="Ellipse 921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0" name="Ellipse 921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1" name="Textfeld 922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2" name="Textfeld 922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3" name="Ellipse 922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4" name="Ellipse 922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5" name="Textfeld 922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6" name="Textfeld 922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227" name="Ellipse 922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8" name="Ellipse 922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29" name="Textfeld 922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30" name="Textfeld 922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31" name="Rechteck 923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2" name="Rechteck 923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3" name="Rechteck 923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4" name="Rechteck 923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5" name="Rechteck 923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6" name="Rechteck 923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7" name="Rechteck 923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38" name="Rechteck 923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212" name="Textfeld 921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9210" name="Textfeld 920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4" name="Gruppieren 8873"/>
              <p:cNvGrpSpPr/>
              <p:nvPr/>
            </p:nvGrpSpPr>
            <p:grpSpPr>
              <a:xfrm>
                <a:off x="2983266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79" name="Gruppieren 917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81" name="Gruppieren 918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83" name="Rechteck 91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84" name="Rechteck 91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5" name="Ellipse 91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6" name="Ellipse 91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87" name="Textfeld 918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88" name="Textfeld 918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89" name="Ellipse 918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0" name="Ellipse 918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1" name="Textfeld 919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2" name="Textfeld 919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3" name="Ellipse 919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4" name="Ellipse 919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95" name="Textfeld 9194"/>
                    <p:cNvSpPr txBox="1"/>
                    <p:nvPr/>
                  </p:nvSpPr>
                  <p:spPr>
                    <a:xfrm>
                      <a:off x="1692643" y="219688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6" name="Textfeld 919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97" name="Ellipse 919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8" name="Ellipse 919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99" name="Textfeld 919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200" name="Textfeld 919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201" name="Rechteck 920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2" name="Rechteck 920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3" name="Rechteck 920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4" name="Rechteck 920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5" name="Rechteck 920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6" name="Rechteck 920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7" name="Rechteck 920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208" name="Rechteck 920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82" name="Textfeld 91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9180" name="Textfeld 91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5" name="Gruppieren 8874"/>
              <p:cNvGrpSpPr/>
              <p:nvPr/>
            </p:nvGrpSpPr>
            <p:grpSpPr>
              <a:xfrm>
                <a:off x="3310191" y="77020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9149" name="Gruppieren 914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9151" name="Gruppieren 915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53" name="Rechteck 915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54" name="Rechteck 915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5" name="Ellipse 915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6" name="Ellipse 915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57" name="Textfeld 915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58" name="Textfeld 915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59" name="Ellipse 915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0" name="Ellipse 915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1" name="Textfeld 916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2" name="Textfeld 916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3" name="Ellipse 916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4" name="Ellipse 916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5" name="Textfeld 916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6" name="Textfeld 916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9167" name="Ellipse 916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68" name="Ellipse 916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69" name="Textfeld 916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70" name="Textfeld 916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71" name="Rechteck 917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2" name="Rechteck 917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3" name="Rechteck 91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4" name="Rechteck 91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5" name="Rechteck 91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6" name="Rechteck 91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7" name="Rechteck 91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78" name="Rechteck 91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52" name="Textfeld 915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9150" name="Textfeld 914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76" name="Gruppieren 8875"/>
              <p:cNvGrpSpPr/>
              <p:nvPr/>
            </p:nvGrpSpPr>
            <p:grpSpPr>
              <a:xfrm>
                <a:off x="4276592" y="770205"/>
                <a:ext cx="420326" cy="1652928"/>
                <a:chOff x="1688847" y="1141150"/>
                <a:chExt cx="420326" cy="1652928"/>
              </a:xfrm>
            </p:grpSpPr>
            <p:grpSp>
              <p:nvGrpSpPr>
                <p:cNvPr id="9119" name="Gruppieren 9118"/>
                <p:cNvGrpSpPr/>
                <p:nvPr/>
              </p:nvGrpSpPr>
              <p:grpSpPr>
                <a:xfrm>
                  <a:off x="1688847" y="1141150"/>
                  <a:ext cx="420326" cy="1536639"/>
                  <a:chOff x="1688847" y="1141150"/>
                  <a:chExt cx="420326" cy="1536639"/>
                </a:xfrm>
              </p:grpSpPr>
              <p:grpSp>
                <p:nvGrpSpPr>
                  <p:cNvPr id="9121" name="Gruppieren 912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123" name="Rechteck 912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24" name="Rechteck 912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5" name="Ellipse 912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6" name="Ellipse 912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27" name="Textfeld 912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128" name="Textfeld 912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129" name="Ellipse 912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0" name="Ellipse 912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1" name="Textfeld 913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2" name="Textfeld 913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3" name="Ellipse 913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4" name="Ellipse 913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5" name="Textfeld 913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6" name="Textfeld 913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137" name="Ellipse 913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8" name="Ellipse 913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39" name="Textfeld 913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140" name="Textfeld 913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141" name="Rechteck 914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2" name="Rechteck 914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3" name="Rechteck 914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4" name="Rechteck 914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5" name="Rechteck 914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6" name="Rechteck 914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7" name="Rechteck 914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48" name="Rechteck 914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22" name="Textfeld 9121"/>
                  <p:cNvSpPr txBox="1"/>
                  <p:nvPr/>
                </p:nvSpPr>
                <p:spPr>
                  <a:xfrm>
                    <a:off x="1688847" y="1141150"/>
                    <a:ext cx="42032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9120" name="Textfeld 911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7" name="Gruppieren 8876"/>
              <p:cNvGrpSpPr/>
              <p:nvPr/>
            </p:nvGrpSpPr>
            <p:grpSpPr>
              <a:xfrm>
                <a:off x="3959156" y="770205"/>
                <a:ext cx="369660" cy="1652928"/>
                <a:chOff x="1694292" y="1141150"/>
                <a:chExt cx="369660" cy="1652928"/>
              </a:xfrm>
            </p:grpSpPr>
            <p:grpSp>
              <p:nvGrpSpPr>
                <p:cNvPr id="9097" name="Gruppieren 9096"/>
                <p:cNvGrpSpPr/>
                <p:nvPr/>
              </p:nvGrpSpPr>
              <p:grpSpPr>
                <a:xfrm>
                  <a:off x="1701466" y="1141150"/>
                  <a:ext cx="362486" cy="1488063"/>
                  <a:chOff x="1701466" y="1141150"/>
                  <a:chExt cx="362486" cy="1488063"/>
                </a:xfrm>
              </p:grpSpPr>
              <p:grpSp>
                <p:nvGrpSpPr>
                  <p:cNvPr id="9099" name="Gruppieren 9098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9101" name="Rechteck 910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102" name="Rechteck 910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3" name="Ellipse 910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4" name="Ellipse 910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5" name="Ellipse 9104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6" name="Ellipse 9105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7" name="Ellipse 9106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8" name="Ellipse 9107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09" name="Ellipse 910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0" name="Ellipse 910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1" name="Rechteck 9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2" name="Rechteck 9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3" name="Rechteck 911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4" name="Rechteck 911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5" name="Rechteck 911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6" name="Rechteck 911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7" name="Rechteck 911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118" name="Rechteck 911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100" name="Textfeld 9099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9098" name="Textfeld 909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78" name="Gruppieren 8877"/>
              <p:cNvGrpSpPr/>
              <p:nvPr/>
            </p:nvGrpSpPr>
            <p:grpSpPr>
              <a:xfrm>
                <a:off x="4608645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67" name="Gruppieren 9066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69" name="Gruppieren 9068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71" name="Rechteck 9070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2" name="Rechteck 9071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3" name="Ellipse 9072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74" name="Ellipse 9073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5" name="Textfeld 9074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76" name="Textfeld 9075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77" name="Ellipse 907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8" name="Ellipse 907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79" name="Textfeld 9078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0" name="Textfeld 9079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1" name="Ellipse 908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2" name="Ellipse 908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3" name="Textfeld 9082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4" name="Textfeld 9083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85" name="Ellipse 9084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6" name="Ellipse 9085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87" name="Textfeld 9086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88" name="Textfeld 9087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89" name="Rechteck 9088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0" name="Rechteck 9089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1" name="Rechteck 9090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2" name="Rechteck 9091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3" name="Rechteck 9092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4" name="Rechteck 9093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5" name="Rechteck 9094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96" name="Rechteck 9095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70" name="Textfeld 9069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9068" name="Textfeld 9067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79" name="Gruppieren 8878"/>
              <p:cNvGrpSpPr/>
              <p:nvPr/>
            </p:nvGrpSpPr>
            <p:grpSpPr>
              <a:xfrm>
                <a:off x="3634422" y="816378"/>
                <a:ext cx="324950" cy="1602737"/>
                <a:chOff x="3320343" y="1191341"/>
                <a:chExt cx="324950" cy="1602737"/>
              </a:xfrm>
            </p:grpSpPr>
            <p:sp>
              <p:nvSpPr>
                <p:cNvPr id="9064" name="Rechteck 9063"/>
                <p:cNvSpPr/>
                <p:nvPr/>
              </p:nvSpPr>
              <p:spPr>
                <a:xfrm>
                  <a:off x="3355035" y="1220340"/>
                  <a:ext cx="262210" cy="1379873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vert270" rtlCol="0" anchor="ctr"/>
                <a:lstStyle/>
                <a:p>
                  <a:pPr algn="ctr"/>
                  <a:r>
                    <a:rPr lang="de-DE" sz="1100" dirty="0" err="1">
                      <a:latin typeface="Arial" panose="020B0604020202020204" pitchFamily="34" charset="0"/>
                      <a:cs typeface="Arial" panose="020B0604020202020204" pitchFamily="34" charset="0"/>
                    </a:rPr>
                    <a:t>Disconnect</a:t>
                  </a:r>
                  <a:r>
                    <a:rPr lang="de-DE" sz="11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 Terminal</a:t>
                  </a:r>
                </a:p>
              </p:txBody>
            </p:sp>
            <p:sp>
              <p:nvSpPr>
                <p:cNvPr id="9065" name="Rechteck 9064"/>
                <p:cNvSpPr/>
                <p:nvPr/>
              </p:nvSpPr>
              <p:spPr>
                <a:xfrm>
                  <a:off x="3325467" y="1191341"/>
                  <a:ext cx="316980" cy="1437872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e-DE" dirty="0"/>
                </a:p>
              </p:txBody>
            </p:sp>
            <p:sp>
              <p:nvSpPr>
                <p:cNvPr id="9066" name="Textfeld 9065"/>
                <p:cNvSpPr txBox="1"/>
                <p:nvPr/>
              </p:nvSpPr>
              <p:spPr>
                <a:xfrm>
                  <a:off x="3320343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8880" name="Gruppieren 8879"/>
              <p:cNvGrpSpPr/>
              <p:nvPr/>
            </p:nvGrpSpPr>
            <p:grpSpPr>
              <a:xfrm>
                <a:off x="4931316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34" name="Gruppieren 903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36" name="Gruppieren 903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38" name="Rechteck 903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39" name="Rechteck 903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0" name="Ellipse 903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1" name="Ellipse 904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2" name="Textfeld 904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43" name="Textfeld 904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44" name="Ellipse 904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5" name="Ellipse 904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6" name="Textfeld 904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7" name="Textfeld 904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48" name="Ellipse 90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49" name="Ellipse 90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0" name="Textfeld 904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1" name="Textfeld 905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52" name="Ellipse 905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3" name="Ellipse 905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4" name="Textfeld 905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55" name="Textfeld 905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56" name="Rechteck 905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7" name="Rechteck 905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8" name="Rechteck 905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59" name="Rechteck 905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0" name="Rechteck 905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1" name="Rechteck 906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2" name="Rechteck 906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63" name="Rechteck 906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37" name="Textfeld 903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9035" name="Textfeld 903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1" name="Gruppieren 8880"/>
              <p:cNvGrpSpPr/>
              <p:nvPr/>
            </p:nvGrpSpPr>
            <p:grpSpPr>
              <a:xfrm>
                <a:off x="5253822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9004" name="Gruppieren 900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9006" name="Gruppieren 900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9008" name="Rechteck 900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9009" name="Rechteck 900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0" name="Ellipse 900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1" name="Ellipse 901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2" name="Textfeld 901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9013" name="Textfeld 901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9014" name="Ellipse 901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5" name="Ellipse 901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6" name="Textfeld 901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7" name="Textfeld 901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18" name="Ellipse 901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19" name="Ellipse 901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0" name="Textfeld 901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1" name="Textfeld 902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9022" name="Ellipse 902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3" name="Ellipse 902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4" name="Textfeld 902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9025" name="Textfeld 902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9026" name="Rechteck 902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7" name="Rechteck 902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8" name="Rechteck 902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29" name="Rechteck 902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0" name="Rechteck 902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1" name="Rechteck 903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2" name="Rechteck 903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33" name="Rechteck 903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9007" name="Textfeld 900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9005" name="Textfeld 900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8882" name="Gruppieren 8881"/>
              <p:cNvGrpSpPr/>
              <p:nvPr/>
            </p:nvGrpSpPr>
            <p:grpSpPr>
              <a:xfrm>
                <a:off x="5576328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74" name="Gruppieren 8973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8976" name="Gruppieren 897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8978" name="Rechteck 897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79" name="Rechteck 897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0" name="Ellipse 897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1" name="Ellipse 898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2" name="Textfeld 898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83" name="Textfeld 898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84" name="Ellipse 898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5" name="Ellipse 898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6" name="Textfeld 898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7" name="Textfeld 898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88" name="Ellipse 898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89" name="Ellipse 898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0" name="Textfeld 898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1" name="Textfeld 899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92" name="Ellipse 899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3" name="Ellipse 899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4" name="Textfeld 899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8995" name="Textfeld 899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8996" name="Rechteck 899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7" name="Rechteck 899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8" name="Rechteck 899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99" name="Rechteck 899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0" name="Rechteck 899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1" name="Rechteck 900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2" name="Rechteck 900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9003" name="Rechteck 900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77" name="Textfeld 8976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8975" name="Textfeld 897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8883" name="Gruppieren 8882"/>
              <p:cNvGrpSpPr/>
              <p:nvPr/>
            </p:nvGrpSpPr>
            <p:grpSpPr>
              <a:xfrm>
                <a:off x="5893834" y="77687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8948" name="Gruppieren 8947"/>
                <p:cNvGrpSpPr/>
                <p:nvPr/>
              </p:nvGrpSpPr>
              <p:grpSpPr>
                <a:xfrm>
                  <a:off x="1692193" y="1147824"/>
                  <a:ext cx="358092" cy="1481389"/>
                  <a:chOff x="1692193" y="1147824"/>
                  <a:chExt cx="358092" cy="1481389"/>
                </a:xfrm>
              </p:grpSpPr>
              <p:grpSp>
                <p:nvGrpSpPr>
                  <p:cNvPr id="8950" name="Gruppieren 8949"/>
                  <p:cNvGrpSpPr/>
                  <p:nvPr/>
                </p:nvGrpSpPr>
                <p:grpSpPr>
                  <a:xfrm>
                    <a:off x="1692193" y="1191341"/>
                    <a:ext cx="327049" cy="1437872"/>
                    <a:chOff x="1692193" y="1191341"/>
                    <a:chExt cx="327049" cy="1437872"/>
                  </a:xfrm>
                </p:grpSpPr>
                <p:sp>
                  <p:nvSpPr>
                    <p:cNvPr id="8952" name="Rechteck 89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53" name="Rechteck 89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4" name="Ellipse 89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5" name="Ellipse 89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6" name="Ellipse 895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7" name="Ellipse 895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58" name="Textfeld 895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59" name="Textfeld 895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8960" name="Ellipse 895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1" name="Ellipse 896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2" name="Textfeld 8961"/>
                    <p:cNvSpPr txBox="1"/>
                    <p:nvPr/>
                  </p:nvSpPr>
                  <p:spPr>
                    <a:xfrm>
                      <a:off x="1708599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3" name="Textfeld 896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8964" name="Ellipse 89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5" name="Ellipse 89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6" name="Rechteck 89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7" name="Rechteck 89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8" name="Rechteck 89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69" name="Rechteck 89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0" name="Rechteck 89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1" name="Rechteck 89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2" name="Rechteck 89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73" name="Rechteck 89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51" name="Textfeld 895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15</a:t>
                    </a:r>
                  </a:p>
                </p:txBody>
              </p:sp>
            </p:grpSp>
            <p:sp>
              <p:nvSpPr>
                <p:cNvPr id="8949" name="Textfeld 89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8884" name="Gruppieren 8883"/>
              <p:cNvGrpSpPr/>
              <p:nvPr/>
            </p:nvGrpSpPr>
            <p:grpSpPr>
              <a:xfrm>
                <a:off x="621897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920" name="Gruppieren 8919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922" name="Gruppieren 8921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924" name="Rechteck 892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925" name="Rechteck 892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6" name="Ellipse 892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7" name="Ellipse 892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28" name="Textfeld 892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29" name="Textfeld 892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30" name="Ellipse 892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1" name="Ellipse 893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2" name="Ellipse 89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3" name="Ellipse 89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4" name="Textfeld 89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5" name="Textfeld 89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36" name="Ellipse 89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7" name="Ellipse 89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38" name="Textfeld 89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39" name="Textfeld 89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40" name="Rechteck 89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1" name="Rechteck 89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2" name="Rechteck 89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3" name="Rechteck 89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4" name="Rechteck 89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5" name="Rechteck 89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6" name="Rechteck 89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47" name="Rechteck 89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923" name="Textfeld 8922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16</a:t>
                    </a:r>
                  </a:p>
                </p:txBody>
              </p:sp>
            </p:grpSp>
            <p:sp>
              <p:nvSpPr>
                <p:cNvPr id="8921" name="Textfeld 892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5" name="Gruppieren 8884"/>
              <p:cNvGrpSpPr/>
              <p:nvPr/>
            </p:nvGrpSpPr>
            <p:grpSpPr>
              <a:xfrm>
                <a:off x="6543410" y="776879"/>
                <a:ext cx="357561" cy="1646254"/>
                <a:chOff x="1692724" y="1147824"/>
                <a:chExt cx="357561" cy="1646254"/>
              </a:xfrm>
            </p:grpSpPr>
            <p:grpSp>
              <p:nvGrpSpPr>
                <p:cNvPr id="8892" name="Gruppieren 8891"/>
                <p:cNvGrpSpPr/>
                <p:nvPr/>
              </p:nvGrpSpPr>
              <p:grpSpPr>
                <a:xfrm>
                  <a:off x="1692724" y="1147824"/>
                  <a:ext cx="357561" cy="1529965"/>
                  <a:chOff x="1692724" y="1147824"/>
                  <a:chExt cx="357561" cy="1529965"/>
                </a:xfrm>
              </p:grpSpPr>
              <p:grpSp>
                <p:nvGrpSpPr>
                  <p:cNvPr id="8894" name="Gruppieren 889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8896" name="Rechteck 88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8897" name="Rechteck 88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8" name="Ellipse 88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899" name="Ellipse 88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0" name="Textfeld 88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8901" name="Textfeld 89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8902" name="Ellipse 89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3" name="Ellipse 89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4" name="Ellipse 890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5" name="Ellipse 890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6" name="Textfeld 890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7" name="Textfeld 890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8908" name="Ellipse 890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09" name="Ellipse 890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0" name="Textfeld 890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1" name="Textfeld 891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8912" name="Rechteck 891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3" name="Rechteck 891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4" name="Rechteck 891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5" name="Rechteck 891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6" name="Rechteck 891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7" name="Rechteck 891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8" name="Rechteck 891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8919" name="Rechteck 891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8895" name="Textfeld 8894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17</a:t>
                    </a:r>
                  </a:p>
                </p:txBody>
              </p:sp>
            </p:grpSp>
            <p:sp>
              <p:nvSpPr>
                <p:cNvPr id="8893" name="Textfeld 88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8886" name="Gruppieren 8885"/>
              <p:cNvGrpSpPr/>
              <p:nvPr/>
            </p:nvGrpSpPr>
            <p:grpSpPr>
              <a:xfrm>
                <a:off x="6869236" y="776879"/>
                <a:ext cx="355993" cy="1646254"/>
                <a:chOff x="1694292" y="1147824"/>
                <a:chExt cx="355993" cy="1646254"/>
              </a:xfrm>
            </p:grpSpPr>
            <p:grpSp>
              <p:nvGrpSpPr>
                <p:cNvPr id="8888" name="Gruppieren 8887"/>
                <p:cNvGrpSpPr/>
                <p:nvPr/>
              </p:nvGrpSpPr>
              <p:grpSpPr>
                <a:xfrm>
                  <a:off x="1695161" y="1147824"/>
                  <a:ext cx="355124" cy="1481389"/>
                  <a:chOff x="1695161" y="1147824"/>
                  <a:chExt cx="355124" cy="1481389"/>
                </a:xfrm>
              </p:grpSpPr>
              <p:sp>
                <p:nvSpPr>
                  <p:cNvPr id="8890" name="Rechteck 888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8891" name="Textfeld 8890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18</a:t>
                    </a:r>
                  </a:p>
                </p:txBody>
              </p:sp>
            </p:grpSp>
            <p:sp>
              <p:nvSpPr>
                <p:cNvPr id="8889" name="Textfeld 888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8887" name="Textfeld 8886"/>
              <p:cNvSpPr txBox="1"/>
              <p:nvPr/>
            </p:nvSpPr>
            <p:spPr>
              <a:xfrm>
                <a:off x="1116267" y="2253342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600" dirty="0">
                    <a:latin typeface="Arial" panose="020B0604020202020204" pitchFamily="34" charset="0"/>
                    <a:cs typeface="Arial" panose="020B0604020202020204" pitchFamily="34" charset="0"/>
                  </a:rPr>
                  <a:t>BC2&amp;3</a:t>
                </a:r>
                <a:endParaRPr lang="de-DE" sz="7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61" name="Gruppieren 2660"/>
            <p:cNvGrpSpPr/>
            <p:nvPr/>
          </p:nvGrpSpPr>
          <p:grpSpPr>
            <a:xfrm>
              <a:off x="5600322" y="2851896"/>
              <a:ext cx="2844318" cy="1655156"/>
              <a:chOff x="2585049" y="1276147"/>
              <a:chExt cx="2844318" cy="1655156"/>
            </a:xfrm>
          </p:grpSpPr>
          <p:grpSp>
            <p:nvGrpSpPr>
              <p:cNvPr id="2662" name="Gruppieren 2661"/>
              <p:cNvGrpSpPr/>
              <p:nvPr/>
            </p:nvGrpSpPr>
            <p:grpSpPr>
              <a:xfrm>
                <a:off x="2828815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852" name="Gruppieren 285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854" name="Gruppieren 2853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856" name="Rechteck 285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7" name="Rechteck 285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8" name="Ellipse 285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59" name="Ellipse 285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0" name="Ellipse 285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1" name="Ellipse 286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2" name="Ellipse 28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3" name="Ellipse 28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4" name="Ellipse 286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5" name="Ellipse 286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6" name="Rechteck 286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7" name="Rechteck 286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8" name="Rechteck 286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69" name="Rechteck 286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0" name="Rechteck 286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1" name="Rechteck 287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2" name="Rechteck 287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73" name="Rechteck 287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55" name="Textfeld 285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2853" name="Textfeld 285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2663" name="Rechteck 2662"/>
              <p:cNvSpPr/>
              <p:nvPr/>
            </p:nvSpPr>
            <p:spPr>
              <a:xfrm>
                <a:off x="2589431" y="14410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4" name="Rechteck 2663"/>
              <p:cNvSpPr/>
              <p:nvPr/>
            </p:nvSpPr>
            <p:spPr>
              <a:xfrm>
                <a:off x="2666207" y="16224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5" name="Rechteck 2664"/>
              <p:cNvSpPr/>
              <p:nvPr/>
            </p:nvSpPr>
            <p:spPr>
              <a:xfrm>
                <a:off x="2622733" y="16651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6" name="Rechteck 2665"/>
              <p:cNvSpPr/>
              <p:nvPr/>
            </p:nvSpPr>
            <p:spPr>
              <a:xfrm>
                <a:off x="2666877" y="22309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667" name="Rechteck 2666"/>
              <p:cNvSpPr/>
              <p:nvPr/>
            </p:nvSpPr>
            <p:spPr>
              <a:xfrm>
                <a:off x="2623403" y="22736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668" name="Gruppieren 2667"/>
              <p:cNvGrpSpPr/>
              <p:nvPr/>
            </p:nvGrpSpPr>
            <p:grpSpPr>
              <a:xfrm>
                <a:off x="3152305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822" name="Gruppieren 282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824" name="Gruppieren 282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826" name="Rechteck 282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7" name="Rechteck 282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8" name="Ellipse 282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829" name="Ellipse 282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0" name="Textfeld 282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31" name="Textfeld 283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32" name="Ellipse 283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3" name="Ellipse 283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4" name="Textfeld 283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35" name="Textfeld 283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36" name="Ellipse 283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7" name="Ellipse 283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38" name="Textfeld 283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39" name="Textfeld 283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40" name="Ellipse 283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1" name="Ellipse 284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2" name="Textfeld 284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43" name="Textfeld 284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44" name="Rechteck 284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5" name="Rechteck 284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6" name="Rechteck 284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7" name="Rechteck 284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8" name="Rechteck 284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49" name="Rechteck 284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0" name="Rechteck 284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51" name="Rechteck 285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825" name="Textfeld 282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2823" name="Textfeld 282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2669" name="Gruppieren 2668"/>
              <p:cNvGrpSpPr/>
              <p:nvPr/>
            </p:nvGrpSpPr>
            <p:grpSpPr>
              <a:xfrm>
                <a:off x="3800828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92" name="Gruppieren 279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94" name="Gruppieren 279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96" name="Rechteck 279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97" name="Rechteck 279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8" name="Ellipse 279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9" name="Ellipse 279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0" name="Textfeld 279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801" name="Textfeld 280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802" name="Ellipse 280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3" name="Ellipse 280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4" name="Textfeld 280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805" name="Textfeld 280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806" name="Ellipse 280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7" name="Ellipse 280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08" name="Textfeld 280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809" name="Textfeld 280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810" name="Ellipse 280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1" name="Ellipse 281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2" name="Textfeld 281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813" name="Textfeld 281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814" name="Rechteck 281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5" name="Rechteck 281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6" name="Rechteck 281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7" name="Rechteck 281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8" name="Rechteck 281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19" name="Rechteck 281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0" name="Rechteck 281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821" name="Rechteck 282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95" name="Textfeld 27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2793" name="Textfeld 27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2670" name="Gruppieren 2669"/>
              <p:cNvGrpSpPr/>
              <p:nvPr/>
            </p:nvGrpSpPr>
            <p:grpSpPr>
              <a:xfrm>
                <a:off x="4126906" y="12783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2770" name="Gruppieren 2769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2772" name="Gruppieren 2771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2774" name="Rechteck 277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75" name="Rechteck 277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6" name="Ellipse 277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7" name="Ellipse 277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8" name="Ellipse 277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79" name="Ellipse 277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0" name="Ellipse 277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1" name="Ellipse 278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2" name="Ellipse 278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3" name="Ellipse 278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4" name="Rechteck 27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5" name="Rechteck 27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6" name="Rechteck 27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7" name="Rechteck 27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8" name="Rechteck 27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89" name="Rechteck 27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0" name="Rechteck 27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91" name="Rechteck 27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73" name="Textfeld 277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2771" name="Textfeld 277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671" name="Gruppieren 2670"/>
              <p:cNvGrpSpPr/>
              <p:nvPr/>
            </p:nvGrpSpPr>
            <p:grpSpPr>
              <a:xfrm>
                <a:off x="4451181" y="12783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2740" name="Gruppieren 2739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2742" name="Gruppieren 2741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744" name="Rechteck 2743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45" name="Rechteck 2744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6" name="Ellipse 2745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7" name="Ellipse 2746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48" name="Textfeld 2747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49" name="Textfeld 2748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50" name="Ellipse 2749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1" name="Ellipse 2750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2" name="Textfeld 2751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2753" name="Textfeld 2752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2754" name="Ellipse 275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5" name="Ellipse 275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56" name="Textfeld 2755"/>
                    <p:cNvSpPr txBox="1"/>
                    <p:nvPr/>
                  </p:nvSpPr>
                  <p:spPr>
                    <a:xfrm>
                      <a:off x="1692643" y="2203235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2757" name="Textfeld 2756"/>
                    <p:cNvSpPr txBox="1"/>
                    <p:nvPr/>
                  </p:nvSpPr>
                  <p:spPr>
                    <a:xfrm>
                      <a:off x="1818539" y="219770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2758" name="Ellipse 275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59" name="Ellipse 275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0" name="Textfeld 275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2761" name="Textfeld 276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2762" name="Rechteck 276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3" name="Rechteck 276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4" name="Rechteck 276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5" name="Rechteck 276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6" name="Rechteck 276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7" name="Rechteck 276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8" name="Rechteck 276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69" name="Rechteck 276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43" name="Textfeld 2742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2741" name="Textfeld 2740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2672" name="Gruppieren 2671"/>
              <p:cNvGrpSpPr/>
              <p:nvPr/>
            </p:nvGrpSpPr>
            <p:grpSpPr>
              <a:xfrm>
                <a:off x="4778637" y="1278375"/>
                <a:ext cx="326518" cy="1652928"/>
                <a:chOff x="1692724" y="1141150"/>
                <a:chExt cx="326518" cy="1652928"/>
              </a:xfrm>
            </p:grpSpPr>
            <p:grpSp>
              <p:nvGrpSpPr>
                <p:cNvPr id="2712" name="Gruppieren 2711"/>
                <p:cNvGrpSpPr/>
                <p:nvPr/>
              </p:nvGrpSpPr>
              <p:grpSpPr>
                <a:xfrm>
                  <a:off x="1692724" y="1141150"/>
                  <a:ext cx="326518" cy="1536639"/>
                  <a:chOff x="1692724" y="1141150"/>
                  <a:chExt cx="326518" cy="1536639"/>
                </a:xfrm>
              </p:grpSpPr>
              <p:grpSp>
                <p:nvGrpSpPr>
                  <p:cNvPr id="2714" name="Gruppieren 2713"/>
                  <p:cNvGrpSpPr/>
                  <p:nvPr/>
                </p:nvGrpSpPr>
                <p:grpSpPr>
                  <a:xfrm>
                    <a:off x="1692724" y="1191341"/>
                    <a:ext cx="326518" cy="1486448"/>
                    <a:chOff x="1692724" y="1191341"/>
                    <a:chExt cx="326518" cy="1486448"/>
                  </a:xfrm>
                </p:grpSpPr>
                <p:sp>
                  <p:nvSpPr>
                    <p:cNvPr id="2716" name="Rechteck 271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17" name="Rechteck 271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8" name="Ellipse 271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19" name="Ellipse 271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0" name="Textfeld 271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721" name="Textfeld 272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722" name="Ellipse 272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3" name="Ellipse 272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4" name="Ellipse 2723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5" name="Ellipse 2724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26" name="Textfeld 2725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7" name="Textfeld 2726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2728" name="Ellipse 272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729" name="Ellipse 272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0" name="Textfeld 2729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1" name="Textfeld 2730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732" name="Rechteck 273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3" name="Rechteck 273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4" name="Rechteck 273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5" name="Rechteck 273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6" name="Rechteck 273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7" name="Rechteck 273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8" name="Rechteck 273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739" name="Rechteck 273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715" name="Textfeld 271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2713" name="Textfeld 271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EL4102</a:t>
                  </a:r>
                </a:p>
              </p:txBody>
            </p:sp>
          </p:grpSp>
          <p:grpSp>
            <p:nvGrpSpPr>
              <p:cNvPr id="2673" name="Gruppieren 2672"/>
              <p:cNvGrpSpPr/>
              <p:nvPr/>
            </p:nvGrpSpPr>
            <p:grpSpPr>
              <a:xfrm>
                <a:off x="5104417" y="1276147"/>
                <a:ext cx="324950" cy="1655156"/>
                <a:chOff x="1694292" y="1138922"/>
                <a:chExt cx="324950" cy="1655156"/>
              </a:xfrm>
            </p:grpSpPr>
            <p:grpSp>
              <p:nvGrpSpPr>
                <p:cNvPr id="2708" name="Gruppieren 2707"/>
                <p:cNvGrpSpPr/>
                <p:nvPr/>
              </p:nvGrpSpPr>
              <p:grpSpPr>
                <a:xfrm>
                  <a:off x="1702262" y="1138922"/>
                  <a:ext cx="316980" cy="1490291"/>
                  <a:chOff x="1702262" y="1138922"/>
                  <a:chExt cx="316980" cy="1490291"/>
                </a:xfrm>
              </p:grpSpPr>
              <p:sp>
                <p:nvSpPr>
                  <p:cNvPr id="2710" name="Rechteck 2709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711" name="Textfeld 2710"/>
                  <p:cNvSpPr txBox="1"/>
                  <p:nvPr/>
                </p:nvSpPr>
                <p:spPr>
                  <a:xfrm>
                    <a:off x="1734216" y="1138922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2709" name="Textfeld 27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674" name="Rechteck 2673"/>
              <p:cNvSpPr/>
              <p:nvPr/>
            </p:nvSpPr>
            <p:spPr>
              <a:xfrm>
                <a:off x="3839234" y="1359694"/>
                <a:ext cx="262210" cy="137559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675" name="Textfeld 2674"/>
              <p:cNvSpPr txBox="1"/>
              <p:nvPr/>
            </p:nvSpPr>
            <p:spPr>
              <a:xfrm>
                <a:off x="2585049" y="2763149"/>
                <a:ext cx="244713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BC5</a:t>
                </a:r>
              </a:p>
            </p:txBody>
          </p:sp>
          <p:grpSp>
            <p:nvGrpSpPr>
              <p:cNvPr id="2676" name="Gruppieren 2675"/>
              <p:cNvGrpSpPr/>
              <p:nvPr/>
            </p:nvGrpSpPr>
            <p:grpSpPr>
              <a:xfrm>
                <a:off x="3476849" y="1278375"/>
                <a:ext cx="327049" cy="1652928"/>
                <a:chOff x="3479230" y="1278375"/>
                <a:chExt cx="327049" cy="1652928"/>
              </a:xfrm>
            </p:grpSpPr>
            <p:grpSp>
              <p:nvGrpSpPr>
                <p:cNvPr id="2677" name="Gruppieren 2676"/>
                <p:cNvGrpSpPr/>
                <p:nvPr/>
              </p:nvGrpSpPr>
              <p:grpSpPr>
                <a:xfrm>
                  <a:off x="3479230" y="1278375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681" name="Gruppieren 2680"/>
                  <p:cNvGrpSpPr/>
                  <p:nvPr/>
                </p:nvGrpSpPr>
                <p:grpSpPr>
                  <a:xfrm>
                    <a:off x="1692193" y="1141150"/>
                    <a:ext cx="327049" cy="1488063"/>
                    <a:chOff x="1692193" y="1141150"/>
                    <a:chExt cx="327049" cy="1488063"/>
                  </a:xfrm>
                </p:grpSpPr>
                <p:grpSp>
                  <p:nvGrpSpPr>
                    <p:cNvPr id="2683" name="Gruppieren 2682"/>
                    <p:cNvGrpSpPr/>
                    <p:nvPr/>
                  </p:nvGrpSpPr>
                  <p:grpSpPr>
                    <a:xfrm>
                      <a:off x="1692193" y="1191341"/>
                      <a:ext cx="327049" cy="1437872"/>
                      <a:chOff x="1692193" y="1191341"/>
                      <a:chExt cx="327049" cy="1437872"/>
                    </a:xfrm>
                  </p:grpSpPr>
                  <p:sp>
                    <p:nvSpPr>
                      <p:cNvPr id="2685" name="Rechteck 2684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86" name="Rechteck 2685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7" name="Ellipse 2686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8" name="Ellipse 2687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2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89" name="Textfeld 2688"/>
                      <p:cNvSpPr txBox="1"/>
                      <p:nvPr/>
                    </p:nvSpPr>
                    <p:spPr>
                      <a:xfrm>
                        <a:off x="1723488" y="1770599"/>
                        <a:ext cx="166687" cy="177312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lIns="0" tIns="0" rIns="0" bIns="0" rtlCol="0" anchor="ctr" anchorCtr="1">
                        <a:noAutofit/>
                      </a:bodyPr>
                      <a:lstStyle/>
                      <a:p>
                        <a:r>
                          <a:rPr lang="de-DE" sz="900" dirty="0"/>
                          <a:t>A1</a:t>
                        </a:r>
                        <a:endParaRPr lang="de-DE" sz="1400" dirty="0"/>
                      </a:p>
                    </p:txBody>
                  </p:sp>
                  <p:sp>
                    <p:nvSpPr>
                      <p:cNvPr id="2690" name="Ellipse 2689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1" name="Ellipse 2690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2" name="Textfeld 2691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3" name="Textfeld 2692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4" name="Ellipse 2693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5" name="Ellipse 2694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696" name="Textfeld 2695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7" name="Textfeld 2696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-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698" name="Ellipse 2697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699" name="Ellipse 2698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0" name="Rechteck 2699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1" name="Rechteck 2700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2" name="Rechteck 2701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3" name="Rechteck 2702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4" name="Rechteck 2703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5" name="Rechteck 2704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6" name="Rechteck 2705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707" name="Rechteck 2706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684" name="Textfeld 2683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p:txBody>
                </p:sp>
              </p:grpSp>
              <p:sp>
                <p:nvSpPr>
                  <p:cNvPr id="2682" name="Textfeld 2681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EL5152</a:t>
                    </a:r>
                  </a:p>
                </p:txBody>
              </p:sp>
            </p:grpSp>
            <p:sp>
              <p:nvSpPr>
                <p:cNvPr id="2678" name="Textfeld 2677"/>
                <p:cNvSpPr txBox="1"/>
                <p:nvPr/>
              </p:nvSpPr>
              <p:spPr>
                <a:xfrm>
                  <a:off x="3639315" y="1908127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B1</a:t>
                  </a:r>
                  <a:endParaRPr lang="de-DE" sz="1400" dirty="0"/>
                </a:p>
              </p:txBody>
            </p:sp>
            <p:sp>
              <p:nvSpPr>
                <p:cNvPr id="2679" name="Textfeld 2678"/>
                <p:cNvSpPr txBox="1"/>
                <p:nvPr/>
              </p:nvSpPr>
              <p:spPr>
                <a:xfrm>
                  <a:off x="3509328" y="2601891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A2</a:t>
                  </a:r>
                  <a:endParaRPr lang="de-DE" sz="1400" dirty="0"/>
                </a:p>
              </p:txBody>
            </p:sp>
            <p:sp>
              <p:nvSpPr>
                <p:cNvPr id="2680" name="Textfeld 2679"/>
                <p:cNvSpPr txBox="1"/>
                <p:nvPr/>
              </p:nvSpPr>
              <p:spPr>
                <a:xfrm>
                  <a:off x="3636674" y="2600854"/>
                  <a:ext cx="166687" cy="1773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 anchorCtr="1">
                  <a:noAutofit/>
                </a:bodyPr>
                <a:lstStyle/>
                <a:p>
                  <a:r>
                    <a:rPr lang="de-DE" sz="900" dirty="0"/>
                    <a:t>B2</a:t>
                  </a:r>
                  <a:endParaRPr lang="de-DE" sz="1400" dirty="0"/>
                </a:p>
              </p:txBody>
            </p:sp>
          </p:grpSp>
        </p:grpSp>
        <p:grpSp>
          <p:nvGrpSpPr>
            <p:cNvPr id="2" name="Gruppieren 1"/>
            <p:cNvGrpSpPr/>
            <p:nvPr/>
          </p:nvGrpSpPr>
          <p:grpSpPr>
            <a:xfrm>
              <a:off x="396407" y="940698"/>
              <a:ext cx="4806473" cy="1654905"/>
              <a:chOff x="396407" y="940698"/>
              <a:chExt cx="4806473" cy="1654905"/>
            </a:xfrm>
          </p:grpSpPr>
          <p:grpSp>
            <p:nvGrpSpPr>
              <p:cNvPr id="2875" name="Gruppieren 2874"/>
              <p:cNvGrpSpPr/>
              <p:nvPr/>
            </p:nvGrpSpPr>
            <p:grpSpPr>
              <a:xfrm>
                <a:off x="641198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391" name="Gruppieren 3390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393" name="Gruppieren 3392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395" name="Rechteck 339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6" name="Rechteck 339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7" name="Ellipse 339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98" name="Ellipse 339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9" name="Ellipse 33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0" name="Ellipse 33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1" name="Ellipse 3400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2" name="Ellipse 3401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3" name="Ellipse 3402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4" name="Ellipse 3403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5" name="Rechteck 3404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6" name="Rechteck 3405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7" name="Rechteck 3406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8" name="Rechteck 3407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09" name="Rechteck 3408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0" name="Rechteck 3409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1" name="Rechteck 3410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2" name="Rechteck 3411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94" name="Textfeld 339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392" name="Textfeld 339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BK1100</a:t>
                  </a:r>
                </a:p>
              </p:txBody>
            </p:sp>
          </p:grpSp>
          <p:sp>
            <p:nvSpPr>
              <p:cNvPr id="2876" name="Rechteck 2875"/>
              <p:cNvSpPr/>
              <p:nvPr/>
            </p:nvSpPr>
            <p:spPr>
              <a:xfrm>
                <a:off x="401814" y="1105376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7" name="Rechteck 2876"/>
              <p:cNvSpPr/>
              <p:nvPr/>
            </p:nvSpPr>
            <p:spPr>
              <a:xfrm>
                <a:off x="478590" y="1286776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8" name="Rechteck 2877"/>
              <p:cNvSpPr/>
              <p:nvPr/>
            </p:nvSpPr>
            <p:spPr>
              <a:xfrm>
                <a:off x="435116" y="1329452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79" name="Rechteck 2878"/>
              <p:cNvSpPr/>
              <p:nvPr/>
            </p:nvSpPr>
            <p:spPr>
              <a:xfrm>
                <a:off x="479260" y="189526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2880" name="Rechteck 2879"/>
              <p:cNvSpPr/>
              <p:nvPr/>
            </p:nvSpPr>
            <p:spPr>
              <a:xfrm>
                <a:off x="435786" y="193794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2881" name="Gruppieren 2880"/>
              <p:cNvGrpSpPr/>
              <p:nvPr/>
            </p:nvGrpSpPr>
            <p:grpSpPr>
              <a:xfrm>
                <a:off x="1291613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61" name="Gruppieren 336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63" name="Gruppieren 336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65" name="Rechteck 336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66" name="Rechteck 336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7" name="Ellipse 336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8" name="Ellipse 336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9" name="Textfeld 336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70" name="Textfeld 336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71" name="Ellipse 337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2" name="Ellipse 337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3" name="Textfeld 337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4" name="Textfeld 337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5" name="Ellipse 337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6" name="Ellipse 337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77" name="Textfeld 337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8" name="Textfeld 337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79" name="Ellipse 337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80" name="Ellipse 337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1" name="Textfeld 338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82" name="Textfeld 338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83" name="Rechteck 338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4" name="Rechteck 338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5" name="Rechteck 338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6" name="Rechteck 338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7" name="Rechteck 338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8" name="Rechteck 338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89" name="Rechteck 338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90" name="Rechteck 338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64" name="Textfeld 336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362" name="Textfeld 336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2" name="Gruppieren 2881"/>
              <p:cNvGrpSpPr/>
              <p:nvPr/>
            </p:nvGrpSpPr>
            <p:grpSpPr>
              <a:xfrm>
                <a:off x="1615592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31" name="Gruppieren 333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33" name="Gruppieren 333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35" name="Rechteck 333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36" name="Rechteck 333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7" name="Ellipse 333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8" name="Ellipse 333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9" name="Textfeld 333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40" name="Textfeld 333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41" name="Ellipse 334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2" name="Ellipse 334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3" name="Textfeld 334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4" name="Textfeld 334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5" name="Ellipse 334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6" name="Ellipse 334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47" name="Textfeld 334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8" name="Textfeld 334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49" name="Ellipse 334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0" name="Ellipse 334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1" name="Textfeld 335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52" name="Textfeld 335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53" name="Rechteck 335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4" name="Rechteck 335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5" name="Rechteck 335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6" name="Rechteck 335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7" name="Rechteck 335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8" name="Rechteck 335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59" name="Rechteck 335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60" name="Rechteck 335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34" name="Textfeld 333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332" name="Textfeld 333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3" name="Gruppieren 2882"/>
              <p:cNvGrpSpPr/>
              <p:nvPr/>
            </p:nvGrpSpPr>
            <p:grpSpPr>
              <a:xfrm>
                <a:off x="1939571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301" name="Gruppieren 3300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303" name="Gruppieren 3302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305" name="Rechteck 3304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306" name="Rechteck 3305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7" name="Ellipse 3306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8" name="Ellipse 3307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9" name="Textfeld 3308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310" name="Textfeld 3309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311" name="Ellipse 3310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2" name="Ellipse 3311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3" name="Textfeld 3312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4" name="Textfeld 3313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5" name="Ellipse 3314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6" name="Ellipse 3315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17" name="Textfeld 3316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8" name="Textfeld 3317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319" name="Ellipse 3318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0" name="Ellipse 3319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1" name="Textfeld 3320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322" name="Textfeld 3321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323" name="Rechteck 332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4" name="Rechteck 332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5" name="Rechteck 332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6" name="Rechteck 332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7" name="Rechteck 332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8" name="Rechteck 332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29" name="Rechteck 332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30" name="Rechteck 332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304" name="Textfeld 3303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302" name="Textfeld 3301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grpSp>
            <p:nvGrpSpPr>
              <p:cNvPr id="2884" name="Gruppieren 2883"/>
              <p:cNvGrpSpPr/>
              <p:nvPr/>
            </p:nvGrpSpPr>
            <p:grpSpPr>
              <a:xfrm>
                <a:off x="2921140" y="942675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79" name="Gruppieren 3278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81" name="Gruppieren 3280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83" name="Rechteck 328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4" name="Rechteck 328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5" name="Ellipse 328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6" name="Ellipse 328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7" name="Ellipse 3286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88" name="Ellipse 3287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89" name="Ellipse 3288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0" name="Ellipse 3289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91" name="Ellipse 3290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2" name="Ellipse 3291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3" name="Rechteck 3292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4" name="Rechteck 3293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5" name="Rechteck 3294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6" name="Rechteck 3295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7" name="Rechteck 3296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8" name="Rechteck 3297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99" name="Rechteck 3298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300" name="Rechteck 3299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82" name="Textfeld 328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280" name="Textfeld 327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2885" name="Gruppieren 2884"/>
              <p:cNvGrpSpPr/>
              <p:nvPr/>
            </p:nvGrpSpPr>
            <p:grpSpPr>
              <a:xfrm>
                <a:off x="3245966" y="942675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089" name="Gruppieren 3088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091" name="Gruppieren 309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93" name="Rechteck 309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94" name="Rechteck 309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5" name="Ellipse 309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6" name="Ellipse 309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97" name="Textfeld 309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98" name="Textfeld 309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99" name="Ellipse 309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0" name="Ellipse 309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1" name="Textfeld 310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2" name="Textfeld 310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3" name="Ellipse 310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4" name="Ellipse 310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5" name="Textfeld 310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6" name="Textfeld 310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07" name="Ellipse 310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08" name="Ellipse 310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09" name="Textfeld 310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10" name="Textfeld 310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11" name="Rechteck 311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12" name="Rechteck 311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3" name="Rechteck 327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4" name="Rechteck 327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5" name="Rechteck 327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6" name="Rechteck 327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7" name="Rechteck 327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8" name="Rechteck 327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92" name="Textfeld 3091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090" name="Textfeld 308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6" name="Gruppieren 2885"/>
              <p:cNvGrpSpPr/>
              <p:nvPr/>
            </p:nvGrpSpPr>
            <p:grpSpPr>
              <a:xfrm>
                <a:off x="3569945" y="942675"/>
                <a:ext cx="417638" cy="1652928"/>
                <a:chOff x="1692193" y="1141150"/>
                <a:chExt cx="417638" cy="1652928"/>
              </a:xfrm>
            </p:grpSpPr>
            <p:grpSp>
              <p:nvGrpSpPr>
                <p:cNvPr id="3059" name="Gruppieren 3058"/>
                <p:cNvGrpSpPr/>
                <p:nvPr/>
              </p:nvGrpSpPr>
              <p:grpSpPr>
                <a:xfrm>
                  <a:off x="1692193" y="1141150"/>
                  <a:ext cx="417638" cy="1536639"/>
                  <a:chOff x="1692193" y="1141150"/>
                  <a:chExt cx="417638" cy="1536639"/>
                </a:xfrm>
              </p:grpSpPr>
              <p:grpSp>
                <p:nvGrpSpPr>
                  <p:cNvPr id="3061" name="Gruppieren 306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63" name="Rechteck 306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64" name="Rechteck 306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5" name="Ellipse 306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6" name="Ellipse 306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67" name="Textfeld 306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68" name="Textfeld 306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69" name="Ellipse 306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0" name="Ellipse 306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1" name="Textfeld 307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2" name="Textfeld 307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3" name="Ellipse 307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4" name="Ellipse 307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5" name="Textfeld 307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6" name="Textfeld 307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77" name="Ellipse 307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8" name="Ellipse 307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79" name="Textfeld 307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80" name="Textfeld 307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81" name="Rechteck 308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2" name="Rechteck 308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3" name="Rechteck 308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4" name="Rechteck 308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5" name="Rechteck 308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6" name="Rechteck 308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7" name="Rechteck 308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88" name="Rechteck 308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62" name="Textfeld 3061"/>
                  <p:cNvSpPr txBox="1"/>
                  <p:nvPr/>
                </p:nvSpPr>
                <p:spPr>
                  <a:xfrm>
                    <a:off x="1706289" y="1141150"/>
                    <a:ext cx="403542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10</a:t>
                    </a:r>
                  </a:p>
                </p:txBody>
              </p:sp>
            </p:grpSp>
            <p:sp>
              <p:nvSpPr>
                <p:cNvPr id="3060" name="Textfeld 305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7" name="Gruppieren 2886"/>
              <p:cNvGrpSpPr/>
              <p:nvPr/>
            </p:nvGrpSpPr>
            <p:grpSpPr>
              <a:xfrm>
                <a:off x="3893924" y="942675"/>
                <a:ext cx="371759" cy="1652928"/>
                <a:chOff x="1692193" y="1141150"/>
                <a:chExt cx="371759" cy="1652928"/>
              </a:xfrm>
            </p:grpSpPr>
            <p:grpSp>
              <p:nvGrpSpPr>
                <p:cNvPr id="3029" name="Gruppieren 3028"/>
                <p:cNvGrpSpPr/>
                <p:nvPr/>
              </p:nvGrpSpPr>
              <p:grpSpPr>
                <a:xfrm>
                  <a:off x="1692193" y="1141150"/>
                  <a:ext cx="371759" cy="1536639"/>
                  <a:chOff x="1692193" y="1141150"/>
                  <a:chExt cx="371759" cy="1536639"/>
                </a:xfrm>
              </p:grpSpPr>
              <p:grpSp>
                <p:nvGrpSpPr>
                  <p:cNvPr id="3031" name="Gruppieren 303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33" name="Rechteck 303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34" name="Rechteck 303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5" name="Ellipse 303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6" name="Ellipse 303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37" name="Textfeld 303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38" name="Textfeld 303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39" name="Ellipse 303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0" name="Ellipse 303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1" name="Textfeld 304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2" name="Textfeld 304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3" name="Ellipse 304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4" name="Ellipse 304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5" name="Textfeld 304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6" name="Textfeld 304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047" name="Ellipse 304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8" name="Ellipse 304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49" name="Textfeld 304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50" name="Textfeld 304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51" name="Rechteck 305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2" name="Rechteck 305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3" name="Rechteck 305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4" name="Rechteck 305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5" name="Rechteck 305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6" name="Rechteck 305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7" name="Rechteck 305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58" name="Rechteck 305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32" name="Textfeld 3031"/>
                  <p:cNvSpPr txBox="1"/>
                  <p:nvPr/>
                </p:nvSpPr>
                <p:spPr>
                  <a:xfrm>
                    <a:off x="1701466" y="1141150"/>
                    <a:ext cx="362486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11</a:t>
                    </a:r>
                  </a:p>
                </p:txBody>
              </p:sp>
            </p:grpSp>
            <p:sp>
              <p:nvSpPr>
                <p:cNvPr id="3030" name="Textfeld 302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grpSp>
            <p:nvGrpSpPr>
              <p:cNvPr id="2888" name="Gruppieren 2887"/>
              <p:cNvGrpSpPr/>
              <p:nvPr/>
            </p:nvGrpSpPr>
            <p:grpSpPr>
              <a:xfrm>
                <a:off x="4216760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99" name="Gruppieren 299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3001" name="Gruppieren 300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003" name="Rechteck 300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004" name="Rechteck 300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5" name="Ellipse 300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6" name="Ellipse 300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07" name="Textfeld 300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008" name="Textfeld 300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009" name="Ellipse 300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0" name="Ellipse 300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1" name="Textfeld 301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2" name="Textfeld 301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3" name="Ellipse 301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4" name="Ellipse 301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5" name="Textfeld 301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6" name="Textfeld 301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017" name="Ellipse 301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8" name="Ellipse 301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19" name="Textfeld 301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020" name="Textfeld 301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021" name="Rechteck 302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2" name="Rechteck 302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3" name="Rechteck 302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4" name="Rechteck 302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5" name="Rechteck 302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6" name="Rechteck 302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7" name="Rechteck 302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028" name="Rechteck 302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002" name="Textfeld 300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12</a:t>
                    </a:r>
                  </a:p>
                </p:txBody>
              </p:sp>
            </p:grpSp>
            <p:sp>
              <p:nvSpPr>
                <p:cNvPr id="3000" name="Textfeld 299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BK1004</a:t>
                  </a:r>
                </a:p>
              </p:txBody>
            </p:sp>
          </p:grpSp>
          <p:sp>
            <p:nvSpPr>
              <p:cNvPr id="2889" name="Rechteck 2888"/>
              <p:cNvSpPr/>
              <p:nvPr/>
            </p:nvSpPr>
            <p:spPr>
              <a:xfrm>
                <a:off x="2629758" y="1021865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sp>
            <p:nvSpPr>
              <p:cNvPr id="2890" name="Rechteck 2889"/>
              <p:cNvSpPr/>
              <p:nvPr/>
            </p:nvSpPr>
            <p:spPr>
              <a:xfrm>
                <a:off x="2600190" y="992866"/>
                <a:ext cx="316980" cy="1437872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 dirty="0"/>
              </a:p>
            </p:txBody>
          </p:sp>
          <p:sp>
            <p:nvSpPr>
              <p:cNvPr id="2891" name="Textfeld 2890"/>
              <p:cNvSpPr txBox="1"/>
              <p:nvPr/>
            </p:nvSpPr>
            <p:spPr>
              <a:xfrm>
                <a:off x="2595066" y="2429830"/>
                <a:ext cx="324950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EL9080</a:t>
                </a:r>
              </a:p>
            </p:txBody>
          </p:sp>
          <p:grpSp>
            <p:nvGrpSpPr>
              <p:cNvPr id="2892" name="Gruppieren 2891"/>
              <p:cNvGrpSpPr/>
              <p:nvPr/>
            </p:nvGrpSpPr>
            <p:grpSpPr>
              <a:xfrm>
                <a:off x="4539431" y="949349"/>
                <a:ext cx="358092" cy="1646254"/>
                <a:chOff x="1692193" y="1147824"/>
                <a:chExt cx="358092" cy="1646254"/>
              </a:xfrm>
            </p:grpSpPr>
            <p:grpSp>
              <p:nvGrpSpPr>
                <p:cNvPr id="2969" name="Gruppieren 2968"/>
                <p:cNvGrpSpPr/>
                <p:nvPr/>
              </p:nvGrpSpPr>
              <p:grpSpPr>
                <a:xfrm>
                  <a:off x="1692193" y="1147824"/>
                  <a:ext cx="358092" cy="1529965"/>
                  <a:chOff x="1692193" y="1147824"/>
                  <a:chExt cx="358092" cy="1529965"/>
                </a:xfrm>
              </p:grpSpPr>
              <p:grpSp>
                <p:nvGrpSpPr>
                  <p:cNvPr id="2971" name="Gruppieren 2970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2973" name="Rechteck 2972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2974" name="Rechteck 2973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5" name="Ellipse 2974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6" name="Ellipse 2975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77" name="Textfeld 2976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2978" name="Textfeld 2977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2979" name="Ellipse 2978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0" name="Ellipse 2979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1" name="Textfeld 2980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2" name="Textfeld 2981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2983" name="Ellipse 2982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rgbClr val="C00000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4" name="Ellipse 2983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5" name="Textfeld 2984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6" name="Textfeld 2985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2987" name="Ellipse 2986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8" name="Ellipse 2987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89" name="Textfeld 2988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0" name="Textfeld 2989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2991" name="Rechteck 2990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2" name="Rechteck 2991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3" name="Rechteck 2992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4" name="Rechteck 2993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5" name="Rechteck 2994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6" name="Rechteck 2995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7" name="Rechteck 2996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2998" name="Rechteck 2997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2972" name="Textfeld 2971"/>
                  <p:cNvSpPr txBox="1"/>
                  <p:nvPr/>
                </p:nvSpPr>
                <p:spPr>
                  <a:xfrm>
                    <a:off x="1695161" y="1147824"/>
                    <a:ext cx="355124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13</a:t>
                    </a:r>
                  </a:p>
                </p:txBody>
              </p:sp>
            </p:grpSp>
            <p:sp>
              <p:nvSpPr>
                <p:cNvPr id="2970" name="Textfeld 2969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EL3162</a:t>
                  </a:r>
                </a:p>
              </p:txBody>
            </p:sp>
          </p:grpSp>
          <p:grpSp>
            <p:nvGrpSpPr>
              <p:cNvPr id="2893" name="Gruppieren 2892"/>
              <p:cNvGrpSpPr/>
              <p:nvPr/>
            </p:nvGrpSpPr>
            <p:grpSpPr>
              <a:xfrm>
                <a:off x="4856443" y="957038"/>
                <a:ext cx="346437" cy="1638565"/>
                <a:chOff x="1686699" y="1155513"/>
                <a:chExt cx="346437" cy="1638565"/>
              </a:xfrm>
            </p:grpSpPr>
            <p:grpSp>
              <p:nvGrpSpPr>
                <p:cNvPr id="2965" name="Gruppieren 2964"/>
                <p:cNvGrpSpPr/>
                <p:nvPr/>
              </p:nvGrpSpPr>
              <p:grpSpPr>
                <a:xfrm>
                  <a:off x="1686699" y="1155513"/>
                  <a:ext cx="346437" cy="1473700"/>
                  <a:chOff x="1686699" y="1155513"/>
                  <a:chExt cx="346437" cy="1473700"/>
                </a:xfrm>
              </p:grpSpPr>
              <p:sp>
                <p:nvSpPr>
                  <p:cNvPr id="2967" name="Rechteck 2966"/>
                  <p:cNvSpPr/>
                  <p:nvPr/>
                </p:nvSpPr>
                <p:spPr>
                  <a:xfrm>
                    <a:off x="1702261" y="1191341"/>
                    <a:ext cx="312023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2968" name="Textfeld 2967"/>
                  <p:cNvSpPr txBox="1"/>
                  <p:nvPr/>
                </p:nvSpPr>
                <p:spPr>
                  <a:xfrm>
                    <a:off x="1686699" y="1155513"/>
                    <a:ext cx="346437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14</a:t>
                    </a:r>
                  </a:p>
                </p:txBody>
              </p:sp>
            </p:grpSp>
            <p:sp>
              <p:nvSpPr>
                <p:cNvPr id="2966" name="Textfeld 2965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2894" name="Textfeld 2893"/>
              <p:cNvSpPr txBox="1"/>
              <p:nvPr/>
            </p:nvSpPr>
            <p:spPr>
              <a:xfrm>
                <a:off x="396407" y="2426598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BC1</a:t>
                </a:r>
              </a:p>
            </p:txBody>
          </p:sp>
          <p:grpSp>
            <p:nvGrpSpPr>
              <p:cNvPr id="2895" name="Gruppieren 2894"/>
              <p:cNvGrpSpPr/>
              <p:nvPr/>
            </p:nvGrpSpPr>
            <p:grpSpPr>
              <a:xfrm>
                <a:off x="964688" y="942675"/>
                <a:ext cx="327049" cy="1652928"/>
                <a:chOff x="3131212" y="1103872"/>
                <a:chExt cx="327049" cy="1652928"/>
              </a:xfrm>
            </p:grpSpPr>
            <p:grpSp>
              <p:nvGrpSpPr>
                <p:cNvPr id="2934" name="Gruppieren 2933"/>
                <p:cNvGrpSpPr/>
                <p:nvPr/>
              </p:nvGrpSpPr>
              <p:grpSpPr>
                <a:xfrm>
                  <a:off x="3131212" y="1103872"/>
                  <a:ext cx="327049" cy="1652928"/>
                  <a:chOff x="1692193" y="1141150"/>
                  <a:chExt cx="327049" cy="1652928"/>
                </a:xfrm>
              </p:grpSpPr>
              <p:grpSp>
                <p:nvGrpSpPr>
                  <p:cNvPr id="2936" name="Gruppieren 2935"/>
                  <p:cNvGrpSpPr/>
                  <p:nvPr/>
                </p:nvGrpSpPr>
                <p:grpSpPr>
                  <a:xfrm>
                    <a:off x="1692193" y="1141150"/>
                    <a:ext cx="327049" cy="1536639"/>
                    <a:chOff x="1692193" y="1141150"/>
                    <a:chExt cx="327049" cy="1536639"/>
                  </a:xfrm>
                </p:grpSpPr>
                <p:grpSp>
                  <p:nvGrpSpPr>
                    <p:cNvPr id="2938" name="Gruppieren 2937"/>
                    <p:cNvGrpSpPr/>
                    <p:nvPr/>
                  </p:nvGrpSpPr>
                  <p:grpSpPr>
                    <a:xfrm>
                      <a:off x="1692193" y="1191341"/>
                      <a:ext cx="327049" cy="1486448"/>
                      <a:chOff x="1692193" y="1191341"/>
                      <a:chExt cx="327049" cy="1486448"/>
                    </a:xfrm>
                  </p:grpSpPr>
                  <p:sp>
                    <p:nvSpPr>
                      <p:cNvPr id="2940" name="Rechteck 2939"/>
                      <p:cNvSpPr/>
                      <p:nvPr/>
                    </p:nvSpPr>
                    <p:spPr>
                      <a:xfrm>
                        <a:off x="1702262" y="1191341"/>
                        <a:ext cx="316980" cy="143787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1" name="Rechteck 2940"/>
                      <p:cNvSpPr/>
                      <p:nvPr/>
                    </p:nvSpPr>
                    <p:spPr>
                      <a:xfrm>
                        <a:off x="1767423" y="1364505"/>
                        <a:ext cx="196168" cy="278312"/>
                      </a:xfrm>
                      <a:prstGeom prst="rect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2" name="Ellipse 2941"/>
                      <p:cNvSpPr/>
                      <p:nvPr/>
                    </p:nvSpPr>
                    <p:spPr>
                      <a:xfrm>
                        <a:off x="1758056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  <p:sp>
                    <p:nvSpPr>
                      <p:cNvPr id="2943" name="Ellipse 2942"/>
                      <p:cNvSpPr/>
                      <p:nvPr/>
                    </p:nvSpPr>
                    <p:spPr>
                      <a:xfrm>
                        <a:off x="1883702" y="1706520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4" name="Textfeld 2943"/>
                      <p:cNvSpPr txBox="1"/>
                      <p:nvPr/>
                    </p:nvSpPr>
                    <p:spPr>
                      <a:xfrm>
                        <a:off x="1692724" y="173523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1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5" name="Ellipse 2944"/>
                      <p:cNvSpPr/>
                      <p:nvPr/>
                    </p:nvSpPr>
                    <p:spPr>
                      <a:xfrm>
                        <a:off x="1757525" y="193855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6" name="Ellipse 2945"/>
                      <p:cNvSpPr/>
                      <p:nvPr/>
                    </p:nvSpPr>
                    <p:spPr>
                      <a:xfrm>
                        <a:off x="1883171" y="193855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47" name="Textfeld 2946"/>
                      <p:cNvSpPr txBox="1"/>
                      <p:nvPr/>
                    </p:nvSpPr>
                    <p:spPr>
                      <a:xfrm>
                        <a:off x="1692193" y="196727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8" name="Textfeld 2947"/>
                      <p:cNvSpPr txBox="1"/>
                      <p:nvPr/>
                    </p:nvSpPr>
                    <p:spPr>
                      <a:xfrm>
                        <a:off x="1818721" y="196316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49" name="Ellipse 2948"/>
                      <p:cNvSpPr/>
                      <p:nvPr/>
                    </p:nvSpPr>
                    <p:spPr>
                      <a:xfrm>
                        <a:off x="1758056" y="2167411"/>
                        <a:ext cx="80420" cy="79775"/>
                      </a:xfrm>
                      <a:prstGeom prst="ellipse">
                        <a:avLst/>
                      </a:prstGeom>
                      <a:noFill/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0" name="Ellipse 2949"/>
                      <p:cNvSpPr/>
                      <p:nvPr/>
                    </p:nvSpPr>
                    <p:spPr>
                      <a:xfrm>
                        <a:off x="1883702" y="2167411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bg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1" name="Textfeld 2950"/>
                      <p:cNvSpPr txBox="1"/>
                      <p:nvPr/>
                    </p:nvSpPr>
                    <p:spPr>
                      <a:xfrm>
                        <a:off x="1692724" y="2196130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2" name="Textfeld 2951"/>
                      <p:cNvSpPr txBox="1"/>
                      <p:nvPr/>
                    </p:nvSpPr>
                    <p:spPr>
                      <a:xfrm>
                        <a:off x="1819252" y="2192029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+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3" name="Ellipse 2952"/>
                      <p:cNvSpPr/>
                      <p:nvPr/>
                    </p:nvSpPr>
                    <p:spPr>
                      <a:xfrm>
                        <a:off x="1761392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4" name="Ellipse 2953"/>
                      <p:cNvSpPr/>
                      <p:nvPr/>
                    </p:nvSpPr>
                    <p:spPr>
                      <a:xfrm>
                        <a:off x="1887038" y="2395154"/>
                        <a:ext cx="80420" cy="79775"/>
                      </a:xfrm>
                      <a:prstGeom prst="ellipse">
                        <a:avLst/>
                      </a:prstGeom>
                      <a:solidFill>
                        <a:schemeClr val="accent1"/>
                      </a:solidFill>
                      <a:ln w="222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5" name="Textfeld 2954"/>
                      <p:cNvSpPr txBox="1"/>
                      <p:nvPr/>
                    </p:nvSpPr>
                    <p:spPr>
                      <a:xfrm>
                        <a:off x="1696060" y="2423873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3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6" name="Textfeld 2955"/>
                      <p:cNvSpPr txBox="1"/>
                      <p:nvPr/>
                    </p:nvSpPr>
                    <p:spPr>
                      <a:xfrm>
                        <a:off x="1822588" y="2419772"/>
                        <a:ext cx="146400" cy="253916"/>
                      </a:xfrm>
                      <a:prstGeom prst="rect">
                        <a:avLst/>
                      </a:prstGeom>
                      <a:noFill/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r>
                          <a:rPr lang="de-DE" sz="1050" dirty="0"/>
                          <a:t>4</a:t>
                        </a:r>
                        <a:endParaRPr lang="de-DE" dirty="0"/>
                      </a:p>
                    </p:txBody>
                  </p:sp>
                  <p:sp>
                    <p:nvSpPr>
                      <p:cNvPr id="2957" name="Rechteck 2956"/>
                      <p:cNvSpPr/>
                      <p:nvPr/>
                    </p:nvSpPr>
                    <p:spPr>
                      <a:xfrm>
                        <a:off x="1790642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8" name="Rechteck 2957"/>
                      <p:cNvSpPr/>
                      <p:nvPr/>
                    </p:nvSpPr>
                    <p:spPr>
                      <a:xfrm>
                        <a:off x="1790642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59" name="Rechteck 2958"/>
                      <p:cNvSpPr/>
                      <p:nvPr/>
                    </p:nvSpPr>
                    <p:spPr>
                      <a:xfrm>
                        <a:off x="1790642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0" name="Rechteck 2959"/>
                      <p:cNvSpPr/>
                      <p:nvPr/>
                    </p:nvSpPr>
                    <p:spPr>
                      <a:xfrm>
                        <a:off x="1790642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1" name="Rechteck 2960"/>
                      <p:cNvSpPr/>
                      <p:nvPr/>
                    </p:nvSpPr>
                    <p:spPr>
                      <a:xfrm>
                        <a:off x="1877274" y="1385143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2" name="Rechteck 2961"/>
                      <p:cNvSpPr/>
                      <p:nvPr/>
                    </p:nvSpPr>
                    <p:spPr>
                      <a:xfrm>
                        <a:off x="1877274" y="1447529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3" name="Rechteck 2962"/>
                      <p:cNvSpPr/>
                      <p:nvPr/>
                    </p:nvSpPr>
                    <p:spPr>
                      <a:xfrm>
                        <a:off x="1877274" y="1509915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/>
                      </a:p>
                    </p:txBody>
                  </p:sp>
                  <p:sp>
                    <p:nvSpPr>
                      <p:cNvPr id="2964" name="Rechteck 2963"/>
                      <p:cNvSpPr/>
                      <p:nvPr/>
                    </p:nvSpPr>
                    <p:spPr>
                      <a:xfrm>
                        <a:off x="1877274" y="1576066"/>
                        <a:ext cx="60325" cy="45719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de-DE" dirty="0"/>
                      </a:p>
                    </p:txBody>
                  </p:sp>
                </p:grpSp>
                <p:sp>
                  <p:nvSpPr>
                    <p:cNvPr id="2939" name="Textfeld 2938"/>
                    <p:cNvSpPr txBox="1"/>
                    <p:nvPr/>
                  </p:nvSpPr>
                  <p:spPr>
                    <a:xfrm>
                      <a:off x="1732167" y="1141150"/>
                      <a:ext cx="244998" cy="24622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p:txBody>
                </p:sp>
              </p:grpSp>
              <p:sp>
                <p:nvSpPr>
                  <p:cNvPr id="2937" name="Textfeld 2936"/>
                  <p:cNvSpPr txBox="1"/>
                  <p:nvPr/>
                </p:nvSpPr>
                <p:spPr>
                  <a:xfrm>
                    <a:off x="1694292" y="2628305"/>
                    <a:ext cx="324950" cy="165773"/>
                  </a:xfrm>
                  <a:prstGeom prst="rect">
                    <a:avLst/>
                  </a:prstGeom>
                  <a:noFill/>
                  <a:ln w="0">
                    <a:solidFill>
                      <a:schemeClr val="tx1"/>
                    </a:solidFill>
                  </a:ln>
                </p:spPr>
                <p:txBody>
                  <a:bodyPr wrap="none" lIns="0" rtlCol="0">
                    <a:noAutofit/>
                  </a:bodyPr>
                  <a:lstStyle/>
                  <a:p>
                    <a:r>
                      <a:rPr lang="de-DE" sz="7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BK1004</a:t>
                    </a:r>
                  </a:p>
                </p:txBody>
              </p:sp>
            </p:grpSp>
            <p:sp>
              <p:nvSpPr>
                <p:cNvPr id="2935" name="Textfeld 2934"/>
                <p:cNvSpPr txBox="1"/>
                <p:nvPr/>
              </p:nvSpPr>
              <p:spPr>
                <a:xfrm>
                  <a:off x="3259611" y="1698586"/>
                  <a:ext cx="146400" cy="2539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de-DE" sz="1050" dirty="0"/>
                    <a:t>2</a:t>
                  </a:r>
                  <a:endParaRPr lang="de-DE" dirty="0"/>
                </a:p>
              </p:txBody>
            </p:sp>
          </p:grpSp>
          <p:grpSp>
            <p:nvGrpSpPr>
              <p:cNvPr id="3113" name="Gruppieren 3112"/>
              <p:cNvGrpSpPr/>
              <p:nvPr/>
            </p:nvGrpSpPr>
            <p:grpSpPr>
              <a:xfrm>
                <a:off x="2262428" y="940698"/>
                <a:ext cx="327049" cy="1651404"/>
                <a:chOff x="1692193" y="1141150"/>
                <a:chExt cx="327049" cy="1652928"/>
              </a:xfrm>
            </p:grpSpPr>
            <p:grpSp>
              <p:nvGrpSpPr>
                <p:cNvPr id="3114" name="Gruppieren 3113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16" name="Gruppieren 3115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18" name="Rechteck 3117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19" name="Rechteck 3118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0" name="Ellipse 3119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1" name="Ellipse 3120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2" name="Textfeld 3121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23" name="Textfeld 3122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24" name="Ellipse 312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5" name="Ellipse 312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6" name="Textfeld 3125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7" name="Textfeld 3126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28" name="Ellipse 312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29" name="Ellipse 312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0" name="Textfeld 3129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1" name="Textfeld 3130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32" name="Ellipse 3131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3" name="Ellipse 3132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4" name="Textfeld 3133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35" name="Textfeld 3134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36" name="Rechteck 3135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7" name="Rechteck 3136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8" name="Rechteck 3137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39" name="Rechteck 3138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0" name="Rechteck 3139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1" name="Rechteck 3140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2" name="Rechteck 3141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43" name="Rechteck 3142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17" name="Textfeld 3116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115" name="Textfeld 3114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  <p:grpSp>
          <p:nvGrpSpPr>
            <p:cNvPr id="3144" name="Gruppieren 3143"/>
            <p:cNvGrpSpPr/>
            <p:nvPr/>
          </p:nvGrpSpPr>
          <p:grpSpPr>
            <a:xfrm>
              <a:off x="385920" y="4873562"/>
              <a:ext cx="3493712" cy="1654198"/>
              <a:chOff x="2261157" y="1277106"/>
              <a:chExt cx="3493712" cy="1654198"/>
            </a:xfrm>
          </p:grpSpPr>
          <p:grpSp>
            <p:nvGrpSpPr>
              <p:cNvPr id="3145" name="Gruppieren 3144"/>
              <p:cNvGrpSpPr/>
              <p:nvPr/>
            </p:nvGrpSpPr>
            <p:grpSpPr>
              <a:xfrm>
                <a:off x="2504965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538" name="Gruppieren 3537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540" name="Gruppieren 3539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542" name="Rechteck 354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3" name="Rechteck 354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4" name="Ellipse 354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45" name="Ellipse 354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6" name="Ellipse 354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7" name="Ellipse 354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8" name="Ellipse 3547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49" name="Ellipse 3548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0" name="Ellipse 354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1" name="Ellipse 355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2" name="Rechteck 3551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3" name="Rechteck 3552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4" name="Rechteck 3553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5" name="Rechteck 3554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6" name="Rechteck 3555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7" name="Rechteck 3556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8" name="Rechteck 3557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59" name="Rechteck 3558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41" name="Textfeld 354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sp>
              <p:nvSpPr>
                <p:cNvPr id="3539" name="Textfeld 353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EK1100</a:t>
                  </a:r>
                </a:p>
              </p:txBody>
            </p:sp>
          </p:grpSp>
          <p:sp>
            <p:nvSpPr>
              <p:cNvPr id="3146" name="Rechteck 3145"/>
              <p:cNvSpPr/>
              <p:nvPr/>
            </p:nvSpPr>
            <p:spPr>
              <a:xfrm>
                <a:off x="2265581" y="1441077"/>
                <a:ext cx="233368" cy="131863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7" name="Rechteck 3146"/>
              <p:cNvSpPr/>
              <p:nvPr/>
            </p:nvSpPr>
            <p:spPr>
              <a:xfrm>
                <a:off x="2342357" y="1622477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8" name="Rechteck 3147"/>
              <p:cNvSpPr/>
              <p:nvPr/>
            </p:nvSpPr>
            <p:spPr>
              <a:xfrm>
                <a:off x="2298883" y="1665153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49" name="Rechteck 3148"/>
              <p:cNvSpPr/>
              <p:nvPr/>
            </p:nvSpPr>
            <p:spPr>
              <a:xfrm>
                <a:off x="2343027" y="2230968"/>
                <a:ext cx="125330" cy="173164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sp>
            <p:nvSpPr>
              <p:cNvPr id="3150" name="Rechteck 3149"/>
              <p:cNvSpPr/>
              <p:nvPr/>
            </p:nvSpPr>
            <p:spPr>
              <a:xfrm>
                <a:off x="2299553" y="2273644"/>
                <a:ext cx="86948" cy="87810"/>
              </a:xfrm>
              <a:prstGeom prst="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DE"/>
              </a:p>
            </p:txBody>
          </p:sp>
          <p:grpSp>
            <p:nvGrpSpPr>
              <p:cNvPr id="3151" name="Gruppieren 3150"/>
              <p:cNvGrpSpPr/>
              <p:nvPr/>
            </p:nvGrpSpPr>
            <p:grpSpPr>
              <a:xfrm>
                <a:off x="2828455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508" name="Gruppieren 350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510" name="Gruppieren 350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512" name="Rechteck 351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3" name="Rechteck 351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4" name="Ellipse 351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515" name="Ellipse 351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6" name="Textfeld 351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517" name="Textfeld 351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518" name="Ellipse 351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19" name="Ellipse 351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0" name="Textfeld 351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521" name="Textfeld 352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22" name="Ellipse 352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3" name="Ellipse 352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4" name="Textfeld 352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525" name="Textfeld 352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526" name="Ellipse 352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7" name="Ellipse 352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28" name="Textfeld 352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529" name="Textfeld 352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530" name="Rechteck 352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1" name="Rechteck 353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2" name="Rechteck 353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3" name="Rechteck 353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4" name="Rechteck 353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5" name="Rechteck 353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6" name="Rechteck 353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37" name="Rechteck 353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511" name="Textfeld 351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2</a:t>
                    </a:r>
                  </a:p>
                </p:txBody>
              </p:sp>
            </p:grpSp>
            <p:sp>
              <p:nvSpPr>
                <p:cNvPr id="3509" name="Textfeld 350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EL1008</a:t>
                  </a:r>
                </a:p>
              </p:txBody>
            </p:sp>
          </p:grpSp>
          <p:grpSp>
            <p:nvGrpSpPr>
              <p:cNvPr id="3152" name="Gruppieren 3151"/>
              <p:cNvGrpSpPr/>
              <p:nvPr/>
            </p:nvGrpSpPr>
            <p:grpSpPr>
              <a:xfrm>
                <a:off x="3155380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78" name="Gruppieren 347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80" name="Gruppieren 347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82" name="Rechteck 348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83" name="Rechteck 348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4" name="Ellipse 348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5" name="Ellipse 348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6" name="Textfeld 348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87" name="Textfeld 348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88" name="Ellipse 348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89" name="Ellipse 348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0" name="Textfeld 348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1" name="Textfeld 349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2" name="Ellipse 349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3" name="Ellipse 349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4" name="Textfeld 349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5" name="Textfeld 349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96" name="Ellipse 349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97" name="Ellipse 349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98" name="Textfeld 349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99" name="Textfeld 349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500" name="Rechteck 349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1" name="Rechteck 350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2" name="Rechteck 350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3" name="Rechteck 350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4" name="Rechteck 350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5" name="Rechteck 350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6" name="Rechteck 350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507" name="Rechteck 350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81" name="Textfeld 348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</a:t>
                    </a:r>
                  </a:p>
                </p:txBody>
              </p:sp>
            </p:grpSp>
            <p:sp>
              <p:nvSpPr>
                <p:cNvPr id="3479" name="Textfeld 347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EL1004</a:t>
                  </a:r>
                </a:p>
              </p:txBody>
            </p:sp>
          </p:grpSp>
          <p:grpSp>
            <p:nvGrpSpPr>
              <p:cNvPr id="3153" name="Gruppieren 3152"/>
              <p:cNvGrpSpPr/>
              <p:nvPr/>
            </p:nvGrpSpPr>
            <p:grpSpPr>
              <a:xfrm>
                <a:off x="3479359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48" name="Gruppieren 344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50" name="Gruppieren 344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52" name="Rechteck 345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53" name="Rechteck 345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4" name="Ellipse 345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5" name="Ellipse 345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6" name="Textfeld 345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57" name="Textfeld 345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58" name="Ellipse 345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59" name="Ellipse 345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0" name="Textfeld 345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461" name="Textfeld 346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+</a:t>
                      </a:r>
                      <a:endParaRPr lang="de-DE" dirty="0"/>
                    </a:p>
                  </p:txBody>
                </p:sp>
                <p:sp>
                  <p:nvSpPr>
                    <p:cNvPr id="3462" name="Ellipse 346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3" name="Ellipse 346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4" name="Textfeld 346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5" name="Textfeld 346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G</a:t>
                      </a:r>
                      <a:endParaRPr lang="de-DE" dirty="0"/>
                    </a:p>
                  </p:txBody>
                </p:sp>
                <p:sp>
                  <p:nvSpPr>
                    <p:cNvPr id="3466" name="Ellipse 346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7" name="Ellipse 346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68" name="Textfeld 346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69" name="Textfeld 346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S</a:t>
                      </a:r>
                      <a:endParaRPr lang="de-DE" dirty="0"/>
                    </a:p>
                  </p:txBody>
                </p:sp>
                <p:sp>
                  <p:nvSpPr>
                    <p:cNvPr id="3470" name="Rechteck 34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1" name="Rechteck 34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2" name="Rechteck 34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3" name="Rechteck 347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4" name="Rechteck 347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5" name="Rechteck 347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6" name="Rechteck 347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77" name="Rechteck 347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51" name="Textfeld 345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4</a:t>
                    </a:r>
                  </a:p>
                </p:txBody>
              </p:sp>
            </p:grpSp>
            <p:sp>
              <p:nvSpPr>
                <p:cNvPr id="3449" name="Textfeld 344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EL3062</a:t>
                  </a:r>
                </a:p>
              </p:txBody>
            </p:sp>
          </p:grpSp>
          <p:grpSp>
            <p:nvGrpSpPr>
              <p:cNvPr id="3154" name="Gruppieren 3153"/>
              <p:cNvGrpSpPr/>
              <p:nvPr/>
            </p:nvGrpSpPr>
            <p:grpSpPr>
              <a:xfrm>
                <a:off x="412718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418" name="Gruppieren 3417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420" name="Gruppieren 3419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422" name="Rechteck 3421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423" name="Rechteck 3422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4" name="Ellipse 3423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5" name="Ellipse 3424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6" name="Textfeld 3425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427" name="Textfeld 3426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428" name="Ellipse 3427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29" name="Ellipse 3428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0" name="Textfeld 3429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431" name="Textfeld 3430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432" name="Ellipse 3431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3" name="Ellipse 3432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4" name="Textfeld 3433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435" name="Textfeld 3434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436" name="Ellipse 3435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7" name="Ellipse 3436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38" name="Textfeld 3437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439" name="Textfeld 3438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440" name="Rechteck 343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1" name="Rechteck 344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2" name="Rechteck 344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3" name="Rechteck 344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4" name="Rechteck 344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5" name="Rechteck 344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6" name="Rechteck 344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47" name="Rechteck 344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421" name="Textfeld 3420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419" name="Textfeld 3418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EL9080</a:t>
                  </a:r>
                </a:p>
              </p:txBody>
            </p:sp>
          </p:grpSp>
          <p:grpSp>
            <p:nvGrpSpPr>
              <p:cNvPr id="3155" name="Gruppieren 3154"/>
              <p:cNvGrpSpPr/>
              <p:nvPr/>
            </p:nvGrpSpPr>
            <p:grpSpPr>
              <a:xfrm>
                <a:off x="4453280" y="1278376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256" name="Gruppieren 3255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grpSp>
                <p:nvGrpSpPr>
                  <p:cNvPr id="3258" name="Gruppieren 3257"/>
                  <p:cNvGrpSpPr/>
                  <p:nvPr/>
                </p:nvGrpSpPr>
                <p:grpSpPr>
                  <a:xfrm>
                    <a:off x="1702262" y="1191341"/>
                    <a:ext cx="316980" cy="1437872"/>
                    <a:chOff x="1702262" y="1191341"/>
                    <a:chExt cx="316980" cy="1437872"/>
                  </a:xfrm>
                </p:grpSpPr>
                <p:sp>
                  <p:nvSpPr>
                    <p:cNvPr id="3260" name="Rechteck 325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1" name="Rechteck 326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2" name="Ellipse 326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3" name="Ellipse 326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4" name="Ellipse 3263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5" name="Ellipse 3264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6" name="Ellipse 326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7" name="Ellipse 326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>
                        <a:lumMod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68" name="Ellipse 3267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69" name="Ellipse 3268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0" name="Rechteck 3269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1" name="Rechteck 3270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72" name="Rechteck 3271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3" name="Rechteck 3412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4" name="Rechteck 3413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5" name="Rechteck 3414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6" name="Rechteck 3415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417" name="Rechteck 3416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59" name="Textfeld 325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6</a:t>
                    </a:r>
                  </a:p>
                </p:txBody>
              </p:sp>
            </p:grpSp>
            <p:sp>
              <p:nvSpPr>
                <p:cNvPr id="3257" name="Textfeld 325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EL9100</a:t>
                  </a:r>
                </a:p>
              </p:txBody>
            </p:sp>
          </p:grpSp>
          <p:grpSp>
            <p:nvGrpSpPr>
              <p:cNvPr id="3156" name="Gruppieren 3155"/>
              <p:cNvGrpSpPr/>
              <p:nvPr/>
            </p:nvGrpSpPr>
            <p:grpSpPr>
              <a:xfrm>
                <a:off x="4778106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226" name="Gruppieren 322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228" name="Gruppieren 322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30" name="Rechteck 322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31" name="Rechteck 323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2" name="Ellipse 323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3" name="Ellipse 323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4" name="Textfeld 323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35" name="Textfeld 323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36" name="Ellipse 323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7" name="Ellipse 323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38" name="Textfeld 323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39" name="Textfeld 323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40" name="Ellipse 323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1" name="Ellipse 324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2" name="Textfeld 324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5</a:t>
                      </a:r>
                      <a:endParaRPr lang="de-DE" dirty="0"/>
                    </a:p>
                  </p:txBody>
                </p:sp>
                <p:sp>
                  <p:nvSpPr>
                    <p:cNvPr id="3243" name="Textfeld 324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6</a:t>
                      </a:r>
                      <a:endParaRPr lang="de-DE" dirty="0"/>
                    </a:p>
                  </p:txBody>
                </p:sp>
                <p:sp>
                  <p:nvSpPr>
                    <p:cNvPr id="3244" name="Ellipse 324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45" name="Ellipse 324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6" name="Textfeld 324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7</a:t>
                      </a:r>
                      <a:endParaRPr lang="de-DE" dirty="0"/>
                    </a:p>
                  </p:txBody>
                </p:sp>
                <p:sp>
                  <p:nvSpPr>
                    <p:cNvPr id="3247" name="Textfeld 324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8</a:t>
                      </a:r>
                      <a:endParaRPr lang="de-DE" dirty="0"/>
                    </a:p>
                  </p:txBody>
                </p:sp>
                <p:sp>
                  <p:nvSpPr>
                    <p:cNvPr id="3248" name="Rechteck 324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49" name="Rechteck 324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0" name="Rechteck 324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1" name="Rechteck 325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2" name="Rechteck 325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3" name="Rechteck 325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4" name="Rechteck 325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55" name="Rechteck 325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229" name="Textfeld 3228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7</a:t>
                    </a:r>
                  </a:p>
                </p:txBody>
              </p:sp>
            </p:grpSp>
            <p:sp>
              <p:nvSpPr>
                <p:cNvPr id="3227" name="Textfeld 322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EL2008</a:t>
                  </a:r>
                </a:p>
              </p:txBody>
            </p:sp>
          </p:grpSp>
          <p:grpSp>
            <p:nvGrpSpPr>
              <p:cNvPr id="3157" name="Gruppieren 3156"/>
              <p:cNvGrpSpPr/>
              <p:nvPr/>
            </p:nvGrpSpPr>
            <p:grpSpPr>
              <a:xfrm>
                <a:off x="5102318" y="127837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96" name="Gruppieren 3195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98" name="Gruppieren 3197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200" name="Rechteck 3199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201" name="Rechteck 3200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2" name="Ellipse 3201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3" name="Ellipse 3202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4" name="Textfeld 3203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205" name="Textfeld 3204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206" name="Ellipse 3205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7" name="Ellipse 3206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08" name="Textfeld 3207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09" name="Textfeld 3208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0" name="Ellipse 3209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1" name="Ellipse 3210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2" name="Textfeld 3211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3" name="Textfeld 3212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214" name="Ellipse 3213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5" name="Ellipse 3214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6" name="Textfeld 3215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217" name="Textfeld 3216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218" name="Rechteck 3217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19" name="Rechteck 3218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0" name="Rechteck 3219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1" name="Rechteck 3220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2" name="Rechteck 3221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3" name="Rechteck 3222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4" name="Rechteck 3223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225" name="Rechteck 3224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99" name="Textfeld 3198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8</a:t>
                    </a:r>
                  </a:p>
                </p:txBody>
              </p:sp>
            </p:grpSp>
            <p:sp>
              <p:nvSpPr>
                <p:cNvPr id="3197" name="Textfeld 3196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  <p:sp>
            <p:nvSpPr>
              <p:cNvPr id="3158" name="Rechteck 3157"/>
              <p:cNvSpPr/>
              <p:nvPr/>
            </p:nvSpPr>
            <p:spPr>
              <a:xfrm>
                <a:off x="4158557" y="1357566"/>
                <a:ext cx="262210" cy="137987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vert270" rtlCol="0" anchor="ctr"/>
              <a:lstStyle/>
              <a:p>
                <a:pPr algn="ctr"/>
                <a:r>
                  <a:rPr lang="de-DE" sz="1100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Disconnect</a:t>
                </a:r>
                <a:r>
                  <a:rPr lang="de-DE" sz="1100" dirty="0">
                    <a:latin typeface="Arial" panose="020B0604020202020204" pitchFamily="34" charset="0"/>
                    <a:cs typeface="Arial" panose="020B0604020202020204" pitchFamily="34" charset="0"/>
                  </a:rPr>
                  <a:t> Terminal</a:t>
                </a:r>
              </a:p>
            </p:txBody>
          </p:sp>
          <p:grpSp>
            <p:nvGrpSpPr>
              <p:cNvPr id="3159" name="Gruppieren 3158"/>
              <p:cNvGrpSpPr/>
              <p:nvPr/>
            </p:nvGrpSpPr>
            <p:grpSpPr>
              <a:xfrm>
                <a:off x="5429919" y="1278159"/>
                <a:ext cx="324950" cy="1652928"/>
                <a:chOff x="1694292" y="1141150"/>
                <a:chExt cx="324950" cy="1652928"/>
              </a:xfrm>
            </p:grpSpPr>
            <p:grpSp>
              <p:nvGrpSpPr>
                <p:cNvPr id="3192" name="Gruppieren 3191"/>
                <p:cNvGrpSpPr/>
                <p:nvPr/>
              </p:nvGrpSpPr>
              <p:grpSpPr>
                <a:xfrm>
                  <a:off x="1702262" y="1141150"/>
                  <a:ext cx="316980" cy="1488063"/>
                  <a:chOff x="1702262" y="1141150"/>
                  <a:chExt cx="316980" cy="1488063"/>
                </a:xfrm>
              </p:grpSpPr>
              <p:sp>
                <p:nvSpPr>
                  <p:cNvPr id="3194" name="Rechteck 3193"/>
                  <p:cNvSpPr/>
                  <p:nvPr/>
                </p:nvSpPr>
                <p:spPr>
                  <a:xfrm>
                    <a:off x="1702262" y="1191341"/>
                    <a:ext cx="316980" cy="1437872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de-DE" dirty="0"/>
                  </a:p>
                </p:txBody>
              </p:sp>
              <p:sp>
                <p:nvSpPr>
                  <p:cNvPr id="3195" name="Textfeld 3194"/>
                  <p:cNvSpPr txBox="1"/>
                  <p:nvPr/>
                </p:nvSpPr>
                <p:spPr>
                  <a:xfrm>
                    <a:off x="1732167" y="1141150"/>
                    <a:ext cx="244998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9</a:t>
                    </a:r>
                  </a:p>
                </p:txBody>
              </p:sp>
            </p:grpSp>
            <p:sp>
              <p:nvSpPr>
                <p:cNvPr id="3193" name="Textfeld 319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EL9011</a:t>
                  </a:r>
                </a:p>
              </p:txBody>
            </p:sp>
          </p:grpSp>
          <p:sp>
            <p:nvSpPr>
              <p:cNvPr id="3160" name="Textfeld 3159"/>
              <p:cNvSpPr txBox="1"/>
              <p:nvPr/>
            </p:nvSpPr>
            <p:spPr>
              <a:xfrm>
                <a:off x="2261157" y="2761421"/>
                <a:ext cx="243381" cy="165773"/>
              </a:xfrm>
              <a:prstGeom prst="rect">
                <a:avLst/>
              </a:prstGeom>
              <a:noFill/>
              <a:ln w="0">
                <a:solidFill>
                  <a:schemeClr val="tx1"/>
                </a:solidFill>
              </a:ln>
            </p:spPr>
            <p:txBody>
              <a:bodyPr wrap="none" lIns="0" rtlCol="0">
                <a:noAutofit/>
              </a:bodyPr>
              <a:lstStyle/>
              <a:p>
                <a:r>
                  <a:rPr lang="de-DE" sz="700" dirty="0">
                    <a:latin typeface="Arial" panose="020B0604020202020204" pitchFamily="34" charset="0"/>
                    <a:cs typeface="Arial" panose="020B0604020202020204" pitchFamily="34" charset="0"/>
                  </a:rPr>
                  <a:t>BC8</a:t>
                </a:r>
              </a:p>
            </p:txBody>
          </p:sp>
          <p:grpSp>
            <p:nvGrpSpPr>
              <p:cNvPr id="3161" name="Gruppieren 3160"/>
              <p:cNvGrpSpPr/>
              <p:nvPr/>
            </p:nvGrpSpPr>
            <p:grpSpPr>
              <a:xfrm>
                <a:off x="3803505" y="1277106"/>
                <a:ext cx="327049" cy="1652928"/>
                <a:chOff x="1692193" y="1141150"/>
                <a:chExt cx="327049" cy="1652928"/>
              </a:xfrm>
            </p:grpSpPr>
            <p:grpSp>
              <p:nvGrpSpPr>
                <p:cNvPr id="3162" name="Gruppieren 3161"/>
                <p:cNvGrpSpPr/>
                <p:nvPr/>
              </p:nvGrpSpPr>
              <p:grpSpPr>
                <a:xfrm>
                  <a:off x="1692193" y="1141150"/>
                  <a:ext cx="327049" cy="1536639"/>
                  <a:chOff x="1692193" y="1141150"/>
                  <a:chExt cx="327049" cy="1536639"/>
                </a:xfrm>
              </p:grpSpPr>
              <p:grpSp>
                <p:nvGrpSpPr>
                  <p:cNvPr id="3164" name="Gruppieren 3163"/>
                  <p:cNvGrpSpPr/>
                  <p:nvPr/>
                </p:nvGrpSpPr>
                <p:grpSpPr>
                  <a:xfrm>
                    <a:off x="1692193" y="1191341"/>
                    <a:ext cx="327049" cy="1486448"/>
                    <a:chOff x="1692193" y="1191341"/>
                    <a:chExt cx="327049" cy="1486448"/>
                  </a:xfrm>
                </p:grpSpPr>
                <p:sp>
                  <p:nvSpPr>
                    <p:cNvPr id="3166" name="Rechteck 3165"/>
                    <p:cNvSpPr/>
                    <p:nvPr/>
                  </p:nvSpPr>
                  <p:spPr>
                    <a:xfrm>
                      <a:off x="1702262" y="1191341"/>
                      <a:ext cx="316980" cy="143787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  <p:sp>
                  <p:nvSpPr>
                    <p:cNvPr id="3167" name="Rechteck 3166"/>
                    <p:cNvSpPr/>
                    <p:nvPr/>
                  </p:nvSpPr>
                  <p:spPr>
                    <a:xfrm>
                      <a:off x="1767423" y="1364505"/>
                      <a:ext cx="196168" cy="278312"/>
                    </a:xfrm>
                    <a:prstGeom prst="rect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8" name="Ellipse 3167"/>
                    <p:cNvSpPr/>
                    <p:nvPr/>
                  </p:nvSpPr>
                  <p:spPr>
                    <a:xfrm>
                      <a:off x="1758056" y="1706520"/>
                      <a:ext cx="80420" cy="7977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69" name="Ellipse 3168"/>
                    <p:cNvSpPr/>
                    <p:nvPr/>
                  </p:nvSpPr>
                  <p:spPr>
                    <a:xfrm>
                      <a:off x="1883702" y="1706520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0" name="Textfeld 3169"/>
                    <p:cNvSpPr txBox="1"/>
                    <p:nvPr/>
                  </p:nvSpPr>
                  <p:spPr>
                    <a:xfrm>
                      <a:off x="1692724" y="173523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1</a:t>
                      </a:r>
                      <a:endParaRPr lang="de-DE" dirty="0"/>
                    </a:p>
                  </p:txBody>
                </p:sp>
                <p:sp>
                  <p:nvSpPr>
                    <p:cNvPr id="3171" name="Textfeld 3170"/>
                    <p:cNvSpPr txBox="1"/>
                    <p:nvPr/>
                  </p:nvSpPr>
                  <p:spPr>
                    <a:xfrm>
                      <a:off x="1819252" y="1731138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2</a:t>
                      </a:r>
                      <a:endParaRPr lang="de-DE" dirty="0"/>
                    </a:p>
                  </p:txBody>
                </p:sp>
                <p:sp>
                  <p:nvSpPr>
                    <p:cNvPr id="3172" name="Ellipse 3171"/>
                    <p:cNvSpPr/>
                    <p:nvPr/>
                  </p:nvSpPr>
                  <p:spPr>
                    <a:xfrm>
                      <a:off x="1757525" y="193855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3" name="Ellipse 3172"/>
                    <p:cNvSpPr/>
                    <p:nvPr/>
                  </p:nvSpPr>
                  <p:spPr>
                    <a:xfrm>
                      <a:off x="1883171" y="193855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4" name="Textfeld 3173"/>
                    <p:cNvSpPr txBox="1"/>
                    <p:nvPr/>
                  </p:nvSpPr>
                  <p:spPr>
                    <a:xfrm>
                      <a:off x="1692193" y="196727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5" name="Textfeld 3174"/>
                    <p:cNvSpPr txBox="1"/>
                    <p:nvPr/>
                  </p:nvSpPr>
                  <p:spPr>
                    <a:xfrm>
                      <a:off x="1818721" y="196316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6" name="Ellipse 3175"/>
                    <p:cNvSpPr/>
                    <p:nvPr/>
                  </p:nvSpPr>
                  <p:spPr>
                    <a:xfrm>
                      <a:off x="1758056" y="2167411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7" name="Ellipse 3176"/>
                    <p:cNvSpPr/>
                    <p:nvPr/>
                  </p:nvSpPr>
                  <p:spPr>
                    <a:xfrm>
                      <a:off x="1883702" y="2167411"/>
                      <a:ext cx="80420" cy="7977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78" name="Textfeld 3177"/>
                    <p:cNvSpPr txBox="1"/>
                    <p:nvPr/>
                  </p:nvSpPr>
                  <p:spPr>
                    <a:xfrm>
                      <a:off x="1692724" y="2196130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79" name="Textfeld 3178"/>
                    <p:cNvSpPr txBox="1"/>
                    <p:nvPr/>
                  </p:nvSpPr>
                  <p:spPr>
                    <a:xfrm>
                      <a:off x="1819252" y="2192029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-</a:t>
                      </a:r>
                      <a:endParaRPr lang="de-DE" dirty="0"/>
                    </a:p>
                  </p:txBody>
                </p:sp>
                <p:sp>
                  <p:nvSpPr>
                    <p:cNvPr id="3180" name="Ellipse 3179"/>
                    <p:cNvSpPr/>
                    <p:nvPr/>
                  </p:nvSpPr>
                  <p:spPr>
                    <a:xfrm>
                      <a:off x="1761392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1" name="Ellipse 3180"/>
                    <p:cNvSpPr/>
                    <p:nvPr/>
                  </p:nvSpPr>
                  <p:spPr>
                    <a:xfrm>
                      <a:off x="1887038" y="2395154"/>
                      <a:ext cx="80420" cy="79775"/>
                    </a:xfrm>
                    <a:prstGeom prst="ellipse">
                      <a:avLst/>
                    </a:prstGeom>
                    <a:noFill/>
                    <a:ln w="222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2" name="Textfeld 3181"/>
                    <p:cNvSpPr txBox="1"/>
                    <p:nvPr/>
                  </p:nvSpPr>
                  <p:spPr>
                    <a:xfrm>
                      <a:off x="1696060" y="2423873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3</a:t>
                      </a:r>
                      <a:endParaRPr lang="de-DE" dirty="0"/>
                    </a:p>
                  </p:txBody>
                </p:sp>
                <p:sp>
                  <p:nvSpPr>
                    <p:cNvPr id="3183" name="Textfeld 3182"/>
                    <p:cNvSpPr txBox="1"/>
                    <p:nvPr/>
                  </p:nvSpPr>
                  <p:spPr>
                    <a:xfrm>
                      <a:off x="1822588" y="2419772"/>
                      <a:ext cx="146400" cy="2539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de-DE" sz="1050" dirty="0"/>
                        <a:t>4</a:t>
                      </a:r>
                      <a:endParaRPr lang="de-DE" dirty="0"/>
                    </a:p>
                  </p:txBody>
                </p:sp>
                <p:sp>
                  <p:nvSpPr>
                    <p:cNvPr id="3184" name="Rechteck 3183"/>
                    <p:cNvSpPr/>
                    <p:nvPr/>
                  </p:nvSpPr>
                  <p:spPr>
                    <a:xfrm>
                      <a:off x="1790642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5" name="Rechteck 3184"/>
                    <p:cNvSpPr/>
                    <p:nvPr/>
                  </p:nvSpPr>
                  <p:spPr>
                    <a:xfrm>
                      <a:off x="1790642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6" name="Rechteck 3185"/>
                    <p:cNvSpPr/>
                    <p:nvPr/>
                  </p:nvSpPr>
                  <p:spPr>
                    <a:xfrm>
                      <a:off x="1790642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7" name="Rechteck 3186"/>
                    <p:cNvSpPr/>
                    <p:nvPr/>
                  </p:nvSpPr>
                  <p:spPr>
                    <a:xfrm>
                      <a:off x="1790642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8" name="Rechteck 3187"/>
                    <p:cNvSpPr/>
                    <p:nvPr/>
                  </p:nvSpPr>
                  <p:spPr>
                    <a:xfrm>
                      <a:off x="1877274" y="1385143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89" name="Rechteck 3188"/>
                    <p:cNvSpPr/>
                    <p:nvPr/>
                  </p:nvSpPr>
                  <p:spPr>
                    <a:xfrm>
                      <a:off x="1877274" y="1447529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0" name="Rechteck 3189"/>
                    <p:cNvSpPr/>
                    <p:nvPr/>
                  </p:nvSpPr>
                  <p:spPr>
                    <a:xfrm>
                      <a:off x="1877274" y="1509915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/>
                    </a:p>
                  </p:txBody>
                </p:sp>
                <p:sp>
                  <p:nvSpPr>
                    <p:cNvPr id="3191" name="Rechteck 3190"/>
                    <p:cNvSpPr/>
                    <p:nvPr/>
                  </p:nvSpPr>
                  <p:spPr>
                    <a:xfrm>
                      <a:off x="1877274" y="1576066"/>
                      <a:ext cx="60325" cy="45719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de-DE" dirty="0"/>
                    </a:p>
                  </p:txBody>
                </p:sp>
              </p:grpSp>
              <p:sp>
                <p:nvSpPr>
                  <p:cNvPr id="3165" name="Textfeld 3164"/>
                  <p:cNvSpPr txBox="1"/>
                  <p:nvPr/>
                </p:nvSpPr>
                <p:spPr>
                  <a:xfrm>
                    <a:off x="1733216" y="1141150"/>
                    <a:ext cx="262125" cy="24622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de-DE" sz="1000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5</a:t>
                    </a:r>
                  </a:p>
                </p:txBody>
              </p:sp>
            </p:grpSp>
            <p:sp>
              <p:nvSpPr>
                <p:cNvPr id="3163" name="Textfeld 3162"/>
                <p:cNvSpPr txBox="1"/>
                <p:nvPr/>
              </p:nvSpPr>
              <p:spPr>
                <a:xfrm>
                  <a:off x="1694292" y="2628305"/>
                  <a:ext cx="324950" cy="165773"/>
                </a:xfrm>
                <a:prstGeom prst="rect">
                  <a:avLst/>
                </a:prstGeom>
                <a:noFill/>
                <a:ln w="0">
                  <a:solidFill>
                    <a:schemeClr val="tx1"/>
                  </a:solidFill>
                </a:ln>
              </p:spPr>
              <p:txBody>
                <a:bodyPr wrap="none" lIns="0" rtlCol="0">
                  <a:noAutofit/>
                </a:bodyPr>
                <a:lstStyle/>
                <a:p>
                  <a:r>
                    <a:rPr lang="de-DE" sz="700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EL2004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0230606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9" name="Inhaltsplatzhalter 2708"/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t="191" r="51173" b="-1"/>
          <a:stretch/>
        </p:blipFill>
        <p:spPr>
          <a:xfrm>
            <a:off x="1568135" y="1863306"/>
            <a:ext cx="4185683" cy="3802722"/>
          </a:xfrm>
          <a:prstGeom prst="rect">
            <a:avLst/>
          </a:prstGeom>
        </p:spPr>
      </p:pic>
      <p:sp>
        <p:nvSpPr>
          <p:cNvPr id="2707" name="Titel 2706"/>
          <p:cNvSpPr>
            <a:spLocks noGrp="1"/>
          </p:cNvSpPr>
          <p:nvPr>
            <p:ph type="title"/>
          </p:nvPr>
        </p:nvSpPr>
        <p:spPr>
          <a:xfrm>
            <a:off x="946883" y="132214"/>
            <a:ext cx="12420184" cy="514768"/>
          </a:xfrm>
        </p:spPr>
        <p:txBody>
          <a:bodyPr>
            <a:normAutofit/>
          </a:bodyPr>
          <a:lstStyle/>
          <a:p>
            <a:r>
              <a:rPr lang="de-DE" sz="2800" dirty="0"/>
              <a:t>Error Details (LED Light </a:t>
            </a:r>
            <a:r>
              <a:rPr lang="de-DE" sz="2800" dirty="0" err="1"/>
              <a:t>meaning</a:t>
            </a:r>
            <a:r>
              <a:rPr lang="de-DE" sz="2800" dirty="0"/>
              <a:t>) </a:t>
            </a:r>
            <a:r>
              <a:rPr lang="de-DE" sz="2800" dirty="0" err="1"/>
              <a:t>for</a:t>
            </a:r>
            <a:r>
              <a:rPr lang="de-DE" sz="2800" dirty="0"/>
              <a:t> </a:t>
            </a:r>
            <a:r>
              <a:rPr lang="de-DE" sz="2800" dirty="0" err="1"/>
              <a:t>the</a:t>
            </a:r>
            <a:r>
              <a:rPr lang="de-DE" sz="2800" dirty="0"/>
              <a:t> Bus </a:t>
            </a:r>
            <a:r>
              <a:rPr lang="de-DE" sz="2800" dirty="0" err="1"/>
              <a:t>Coupler</a:t>
            </a:r>
            <a:endParaRPr lang="de-DE" sz="2800" dirty="0"/>
          </a:p>
        </p:txBody>
      </p:sp>
      <p:sp>
        <p:nvSpPr>
          <p:cNvPr id="2711" name="Textfeld 2710"/>
          <p:cNvSpPr txBox="1"/>
          <p:nvPr/>
        </p:nvSpPr>
        <p:spPr>
          <a:xfrm>
            <a:off x="3114136" y="1354347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EK 1100</a:t>
            </a:r>
          </a:p>
        </p:txBody>
      </p:sp>
      <p:sp>
        <p:nvSpPr>
          <p:cNvPr id="2" name="Textfeld 1">
            <a:extLst>
              <a:ext uri="{FF2B5EF4-FFF2-40B4-BE49-F238E27FC236}">
                <a16:creationId xmlns:a16="http://schemas.microsoft.com/office/drawing/2014/main" id="{8D4AB983-25CB-4375-A9D5-3C6CD2897CFB}"/>
              </a:ext>
            </a:extLst>
          </p:cNvPr>
          <p:cNvSpPr txBox="1"/>
          <p:nvPr/>
        </p:nvSpPr>
        <p:spPr>
          <a:xfrm>
            <a:off x="1568135" y="5805655"/>
            <a:ext cx="466948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1400" dirty="0"/>
              <a:t>https://www.beckhoff.com/english.asp?ethercat/ek1100.htm</a:t>
            </a:r>
          </a:p>
        </p:txBody>
      </p:sp>
    </p:spTree>
    <p:extLst>
      <p:ext uri="{BB962C8B-B14F-4D97-AF65-F5344CB8AC3E}">
        <p14:creationId xmlns:p14="http://schemas.microsoft.com/office/powerpoint/2010/main" val="38605583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0648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85225" y="2172646"/>
            <a:ext cx="3781425" cy="35528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60496" y="2172645"/>
            <a:ext cx="3790950" cy="35528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518119" y="123111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1004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798153" y="123111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1008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34334AAE-36AA-47E2-842F-99DE1C147F17}"/>
              </a:ext>
            </a:extLst>
          </p:cNvPr>
          <p:cNvSpPr/>
          <p:nvPr/>
        </p:nvSpPr>
        <p:spPr>
          <a:xfrm>
            <a:off x="1459414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https://www.beckhoff.com/english.asp?ethercat/el1004.htm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0E100BB8-3DB9-4F22-8390-88DCECB0F509}"/>
              </a:ext>
            </a:extLst>
          </p:cNvPr>
          <p:cNvSpPr/>
          <p:nvPr/>
        </p:nvSpPr>
        <p:spPr>
          <a:xfrm>
            <a:off x="7930559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https://www.beckhoff.com/english.asp?ethercat/el1008.htm</a:t>
            </a:r>
          </a:p>
        </p:txBody>
      </p:sp>
    </p:spTree>
    <p:extLst>
      <p:ext uri="{BB962C8B-B14F-4D97-AF65-F5344CB8AC3E}">
        <p14:creationId xmlns:p14="http://schemas.microsoft.com/office/powerpoint/2010/main" val="321624964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66527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5367" y="2217796"/>
            <a:ext cx="3619500" cy="351472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81546" y="2189222"/>
            <a:ext cx="3676650" cy="357187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837299" y="11959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2004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962053" y="119596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2008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35AF3705-BF58-4472-83C7-FF722D1180E2}"/>
              </a:ext>
            </a:extLst>
          </p:cNvPr>
          <p:cNvSpPr/>
          <p:nvPr/>
        </p:nvSpPr>
        <p:spPr>
          <a:xfrm>
            <a:off x="8105165" y="5928338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https://www.beckhoff.com/english.asp?ethercat/el2008.htm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9439F3E2-013E-4A5B-AA7A-6F60F74B677F}"/>
              </a:ext>
            </a:extLst>
          </p:cNvPr>
          <p:cNvSpPr/>
          <p:nvPr/>
        </p:nvSpPr>
        <p:spPr>
          <a:xfrm>
            <a:off x="1980411" y="5968926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https://www.beckhoff.com/english.asp?ethercat/el2004.htm</a:t>
            </a:r>
          </a:p>
        </p:txBody>
      </p:sp>
    </p:spTree>
    <p:extLst>
      <p:ext uri="{BB962C8B-B14F-4D97-AF65-F5344CB8AC3E}">
        <p14:creationId xmlns:p14="http://schemas.microsoft.com/office/powerpoint/2010/main" val="243742158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7" name="Grafik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8791" y="1989001"/>
            <a:ext cx="4495800" cy="3752850"/>
          </a:xfrm>
          <a:prstGeom prst="rect">
            <a:avLst/>
          </a:prstGeom>
        </p:spPr>
      </p:pic>
      <p:pic>
        <p:nvPicPr>
          <p:cNvPr id="8" name="Grafik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58896" y="2003288"/>
            <a:ext cx="4505325" cy="3724275"/>
          </a:xfrm>
          <a:prstGeom prst="rect">
            <a:avLst/>
          </a:prstGeom>
        </p:spPr>
      </p:pic>
      <p:sp>
        <p:nvSpPr>
          <p:cNvPr id="9" name="Textfeld 8"/>
          <p:cNvSpPr txBox="1"/>
          <p:nvPr/>
        </p:nvSpPr>
        <p:spPr>
          <a:xfrm>
            <a:off x="3438873" y="132494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3054</a:t>
            </a:r>
          </a:p>
        </p:txBody>
      </p:sp>
      <p:sp>
        <p:nvSpPr>
          <p:cNvPr id="10" name="Textfeld 9"/>
          <p:cNvSpPr txBox="1"/>
          <p:nvPr/>
        </p:nvSpPr>
        <p:spPr>
          <a:xfrm>
            <a:off x="10251350" y="132494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3058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C3EDD2A4-FE6E-46A8-829B-7100885B72C5}"/>
              </a:ext>
            </a:extLst>
          </p:cNvPr>
          <p:cNvSpPr/>
          <p:nvPr/>
        </p:nvSpPr>
        <p:spPr>
          <a:xfrm>
            <a:off x="8394462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https://www.beckhoff.com/english.asp?ethercat/el3058.htm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A4A5EE2C-CA31-430E-8983-D020DF37B0A5}"/>
              </a:ext>
            </a:extLst>
          </p:cNvPr>
          <p:cNvSpPr/>
          <p:nvPr/>
        </p:nvSpPr>
        <p:spPr>
          <a:xfrm>
            <a:off x="1581985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https://www.beckhoff.com/english.asp?ethercat/el3054.htm</a:t>
            </a:r>
          </a:p>
        </p:txBody>
      </p:sp>
      <p:sp>
        <p:nvSpPr>
          <p:cNvPr id="3" name="Textfeld 2"/>
          <p:cNvSpPr txBox="1"/>
          <p:nvPr/>
        </p:nvSpPr>
        <p:spPr>
          <a:xfrm>
            <a:off x="12050331" y="1989001"/>
            <a:ext cx="19470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dirty="0" smtClean="0"/>
              <a:t>An Error LED </a:t>
            </a:r>
            <a:r>
              <a:rPr lang="de-DE" sz="1200" dirty="0" err="1" smtClean="0"/>
              <a:t>means</a:t>
            </a:r>
            <a:r>
              <a:rPr lang="de-DE" sz="1200" dirty="0" smtClean="0"/>
              <a:t> </a:t>
            </a:r>
            <a:r>
              <a:rPr lang="de-DE" sz="1200" dirty="0" err="1" smtClean="0"/>
              <a:t>that</a:t>
            </a:r>
            <a:r>
              <a:rPr lang="de-DE" sz="1200" dirty="0" smtClean="0"/>
              <a:t> </a:t>
            </a:r>
            <a:r>
              <a:rPr lang="de-DE" sz="1200" dirty="0" err="1" smtClean="0"/>
              <a:t>the</a:t>
            </a:r>
            <a:r>
              <a:rPr lang="de-DE" sz="1200" dirty="0" smtClean="0"/>
              <a:t> </a:t>
            </a:r>
            <a:r>
              <a:rPr lang="de-DE" sz="1200" dirty="0" err="1" smtClean="0"/>
              <a:t>particular</a:t>
            </a:r>
            <a:r>
              <a:rPr lang="de-DE" sz="1200" dirty="0" smtClean="0"/>
              <a:t> </a:t>
            </a:r>
            <a:r>
              <a:rPr lang="de-DE" sz="1200" dirty="0" err="1" smtClean="0"/>
              <a:t>connection</a:t>
            </a:r>
            <a:r>
              <a:rPr lang="de-DE" sz="1200" dirty="0" smtClean="0"/>
              <a:t>/</a:t>
            </a:r>
            <a:r>
              <a:rPr lang="de-DE" sz="1200" dirty="0" err="1" smtClean="0"/>
              <a:t>wire</a:t>
            </a:r>
            <a:r>
              <a:rPr lang="de-DE" sz="1200" dirty="0" smtClean="0"/>
              <a:t> </a:t>
            </a:r>
            <a:r>
              <a:rPr lang="de-DE" sz="1200" dirty="0" err="1" smtClean="0"/>
              <a:t>is</a:t>
            </a:r>
            <a:r>
              <a:rPr lang="de-DE" sz="1200" dirty="0" smtClean="0"/>
              <a:t> not </a:t>
            </a:r>
            <a:r>
              <a:rPr lang="de-DE" sz="1200" dirty="0" err="1" smtClean="0"/>
              <a:t>connected</a:t>
            </a:r>
            <a:r>
              <a:rPr lang="de-DE" sz="1200" dirty="0" smtClean="0"/>
              <a:t>.</a:t>
            </a:r>
            <a:endParaRPr lang="de-DE" sz="1200" dirty="0"/>
          </a:p>
        </p:txBody>
      </p:sp>
      <p:sp>
        <p:nvSpPr>
          <p:cNvPr id="4" name="Rechteck 3"/>
          <p:cNvSpPr/>
          <p:nvPr/>
        </p:nvSpPr>
        <p:spPr>
          <a:xfrm>
            <a:off x="11922369" y="1916723"/>
            <a:ext cx="2075042" cy="870439"/>
          </a:xfrm>
          <a:prstGeom prst="rect">
            <a:avLst/>
          </a:pr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00738867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532021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2970" y="2010479"/>
            <a:ext cx="4467225" cy="375285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22999" y="2029529"/>
            <a:ext cx="4467225" cy="37147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718764" y="1234282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3062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998793" y="1234282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3064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65764633-C8CE-43F9-ABDD-AD4D0A5D86DF}"/>
              </a:ext>
            </a:extLst>
          </p:cNvPr>
          <p:cNvSpPr/>
          <p:nvPr/>
        </p:nvSpPr>
        <p:spPr>
          <a:xfrm>
            <a:off x="8141905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https://www.beckhoff.com/english.asp?ethercat/el3064.htm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E2A18C48-36F4-4E49-B490-04B63B0917D0}"/>
              </a:ext>
            </a:extLst>
          </p:cNvPr>
          <p:cNvSpPr/>
          <p:nvPr/>
        </p:nvSpPr>
        <p:spPr>
          <a:xfrm>
            <a:off x="1861876" y="59409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https://www.beckhoff.com/english.asp?ethercat/el3062.htm</a:t>
            </a:r>
          </a:p>
        </p:txBody>
      </p:sp>
    </p:spTree>
    <p:extLst>
      <p:ext uri="{BB962C8B-B14F-4D97-AF65-F5344CB8AC3E}">
        <p14:creationId xmlns:p14="http://schemas.microsoft.com/office/powerpoint/2010/main" val="1082516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480263"/>
          </a:xfrm>
        </p:spPr>
        <p:txBody>
          <a:bodyPr>
            <a:normAutofit fontScale="90000"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26211" y="2084278"/>
            <a:ext cx="3629025" cy="35337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80760" y="2093802"/>
            <a:ext cx="3752850" cy="3514725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582905" y="1200147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3162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10199367" y="1200147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3164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56B4123C-4483-4C3C-B184-4AA744318A14}"/>
              </a:ext>
            </a:extLst>
          </p:cNvPr>
          <p:cNvSpPr/>
          <p:nvPr/>
        </p:nvSpPr>
        <p:spPr>
          <a:xfrm>
            <a:off x="8342479" y="5928339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https://www.beckhoff.com/english.asp?ethercat/el3164.htm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09B0EF26-50FA-40CD-A110-27E92137012C}"/>
              </a:ext>
            </a:extLst>
          </p:cNvPr>
          <p:cNvSpPr/>
          <p:nvPr/>
        </p:nvSpPr>
        <p:spPr>
          <a:xfrm>
            <a:off x="1726017" y="592834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https://www.beckhoff.com/english.asp?ethercat/el3162.htm</a:t>
            </a:r>
          </a:p>
        </p:txBody>
      </p:sp>
    </p:spTree>
    <p:extLst>
      <p:ext uri="{BB962C8B-B14F-4D97-AF65-F5344CB8AC3E}">
        <p14:creationId xmlns:p14="http://schemas.microsoft.com/office/powerpoint/2010/main" val="161284602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7"/>
            <a:ext cx="12420184" cy="549274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9358" y="2115614"/>
            <a:ext cx="4819650" cy="3724275"/>
          </a:xfrm>
          <a:prstGeom prst="rect">
            <a:avLst/>
          </a:prstGeom>
        </p:spPr>
      </p:pic>
      <p:sp>
        <p:nvSpPr>
          <p:cNvPr id="5" name="Textfeld 4"/>
          <p:cNvSpPr txBox="1"/>
          <p:nvPr/>
        </p:nvSpPr>
        <p:spPr>
          <a:xfrm>
            <a:off x="3511365" y="125980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1808</a:t>
            </a:r>
          </a:p>
        </p:txBody>
      </p:sp>
      <p:pic>
        <p:nvPicPr>
          <p:cNvPr id="6" name="Grafik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8484" y="2196576"/>
            <a:ext cx="3609975" cy="3562350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9735653" y="1259808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4102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F0E9F4BE-C1B0-4D84-B225-C79A228FD4F4}"/>
              </a:ext>
            </a:extLst>
          </p:cNvPr>
          <p:cNvSpPr/>
          <p:nvPr/>
        </p:nvSpPr>
        <p:spPr>
          <a:xfrm>
            <a:off x="7878765" y="6094958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https://www.beckhoff.com/english.asp?ethercat/el4102.htm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F3F9880A-7739-44FD-AB30-F9141429AF88}"/>
              </a:ext>
            </a:extLst>
          </p:cNvPr>
          <p:cNvSpPr/>
          <p:nvPr/>
        </p:nvSpPr>
        <p:spPr>
          <a:xfrm>
            <a:off x="1654477" y="6096290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https://www.beckhoff.com/english.asp?ethercat/el1808.htm</a:t>
            </a:r>
          </a:p>
        </p:txBody>
      </p:sp>
    </p:spTree>
    <p:extLst>
      <p:ext uri="{BB962C8B-B14F-4D97-AF65-F5344CB8AC3E}">
        <p14:creationId xmlns:p14="http://schemas.microsoft.com/office/powerpoint/2010/main" val="94792672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618285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8054" y="2064811"/>
            <a:ext cx="3810000" cy="3771900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13797" y="2064811"/>
            <a:ext cx="3838575" cy="3524250"/>
          </a:xfrm>
          <a:prstGeom prst="rect">
            <a:avLst/>
          </a:prstGeom>
        </p:spPr>
      </p:pic>
      <p:sp>
        <p:nvSpPr>
          <p:cNvPr id="6" name="Textfeld 5"/>
          <p:cNvSpPr txBox="1"/>
          <p:nvPr/>
        </p:nvSpPr>
        <p:spPr>
          <a:xfrm>
            <a:off x="3395238" y="129607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5152</a:t>
            </a:r>
          </a:p>
        </p:txBody>
      </p:sp>
      <p:sp>
        <p:nvSpPr>
          <p:cNvPr id="7" name="Textfeld 6"/>
          <p:cNvSpPr txBox="1"/>
          <p:nvPr/>
        </p:nvSpPr>
        <p:spPr>
          <a:xfrm>
            <a:off x="9675268" y="1296073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6224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23B32F90-8AE6-49B6-9A9B-9C3746B2692C}"/>
              </a:ext>
            </a:extLst>
          </p:cNvPr>
          <p:cNvSpPr/>
          <p:nvPr/>
        </p:nvSpPr>
        <p:spPr>
          <a:xfrm>
            <a:off x="7818379" y="607616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https://www.beckhoff.com/english.asp?ethercat/el6224.htm</a:t>
            </a: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742ED696-901F-4906-9A85-7C6DBCC2544C}"/>
              </a:ext>
            </a:extLst>
          </p:cNvPr>
          <p:cNvSpPr/>
          <p:nvPr/>
        </p:nvSpPr>
        <p:spPr>
          <a:xfrm>
            <a:off x="1538349" y="607616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https://www.beckhoff.com/english.asp?ethercat/el5152.htm</a:t>
            </a:r>
          </a:p>
        </p:txBody>
      </p:sp>
    </p:spTree>
    <p:extLst>
      <p:ext uri="{BB962C8B-B14F-4D97-AF65-F5344CB8AC3E}">
        <p14:creationId xmlns:p14="http://schemas.microsoft.com/office/powerpoint/2010/main" val="9710004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90015" y="365126"/>
            <a:ext cx="12420184" cy="730429"/>
          </a:xfrm>
        </p:spPr>
        <p:txBody>
          <a:bodyPr>
            <a:normAutofit/>
          </a:bodyPr>
          <a:lstStyle/>
          <a:p>
            <a:r>
              <a:rPr lang="de-DE" sz="3200" dirty="0"/>
              <a:t>Error Details (LED Light </a:t>
            </a:r>
            <a:r>
              <a:rPr lang="de-DE" sz="3200" dirty="0" err="1"/>
              <a:t>meaning</a:t>
            </a:r>
            <a:r>
              <a:rPr lang="de-DE" sz="3200" dirty="0"/>
              <a:t>) </a:t>
            </a:r>
            <a:r>
              <a:rPr lang="de-DE" sz="3200" dirty="0" err="1"/>
              <a:t>for</a:t>
            </a:r>
            <a:r>
              <a:rPr lang="de-DE" sz="3200" dirty="0"/>
              <a:t> </a:t>
            </a:r>
            <a:r>
              <a:rPr lang="de-DE" sz="3200" dirty="0" err="1"/>
              <a:t>the</a:t>
            </a:r>
            <a:r>
              <a:rPr lang="de-DE" sz="3200" dirty="0"/>
              <a:t> </a:t>
            </a:r>
            <a:r>
              <a:rPr lang="de-DE" sz="3200" dirty="0" err="1"/>
              <a:t>EtherCAT</a:t>
            </a:r>
            <a:r>
              <a:rPr lang="de-DE" sz="3200" dirty="0"/>
              <a:t> Terminals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1367" y="2437253"/>
            <a:ext cx="1847850" cy="3114675"/>
          </a:xfrm>
          <a:prstGeom prst="rect">
            <a:avLst/>
          </a:prstGeom>
        </p:spPr>
      </p:pic>
      <p:pic>
        <p:nvPicPr>
          <p:cNvPr id="5" name="Grafi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32160" y="2286746"/>
            <a:ext cx="838200" cy="3152775"/>
          </a:xfrm>
          <a:prstGeom prst="rect">
            <a:avLst/>
          </a:prstGeom>
        </p:spPr>
      </p:pic>
      <p:pic>
        <p:nvPicPr>
          <p:cNvPr id="6" name="Grafik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9416" y="2381997"/>
            <a:ext cx="3067050" cy="2962275"/>
          </a:xfrm>
          <a:prstGeom prst="rect">
            <a:avLst/>
          </a:prstGeom>
        </p:spPr>
      </p:pic>
      <p:sp>
        <p:nvSpPr>
          <p:cNvPr id="7" name="Textfeld 6"/>
          <p:cNvSpPr txBox="1"/>
          <p:nvPr/>
        </p:nvSpPr>
        <p:spPr>
          <a:xfrm>
            <a:off x="2067474" y="1577996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9080</a:t>
            </a:r>
          </a:p>
        </p:txBody>
      </p:sp>
      <p:sp>
        <p:nvSpPr>
          <p:cNvPr id="8" name="Textfeld 7"/>
          <p:cNvSpPr txBox="1"/>
          <p:nvPr/>
        </p:nvSpPr>
        <p:spPr>
          <a:xfrm>
            <a:off x="6454636" y="1577996"/>
            <a:ext cx="9329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/>
              <a:t>EL 9011</a:t>
            </a:r>
          </a:p>
        </p:txBody>
      </p:sp>
      <p:sp>
        <p:nvSpPr>
          <p:cNvPr id="9" name="Textfeld 8"/>
          <p:cNvSpPr txBox="1"/>
          <p:nvPr/>
        </p:nvSpPr>
        <p:spPr>
          <a:xfrm>
            <a:off x="11035123" y="1577996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dirty="0"/>
              <a:t>EL 9100</a:t>
            </a: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E94A686E-95AB-4D7A-ABAD-39CD04D48EC3}"/>
              </a:ext>
            </a:extLst>
          </p:cNvPr>
          <p:cNvSpPr/>
          <p:nvPr/>
        </p:nvSpPr>
        <p:spPr>
          <a:xfrm>
            <a:off x="9383510" y="5764911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https://www.beckhoff.com/english.asp?ethercat/el9100.htm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EE84B1C5-477B-4283-826D-FB31FA85A561}"/>
              </a:ext>
            </a:extLst>
          </p:cNvPr>
          <p:cNvSpPr/>
          <p:nvPr/>
        </p:nvSpPr>
        <p:spPr>
          <a:xfrm>
            <a:off x="4636555" y="6338985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https://www.beckhoff.com/english.asp?ethercat/el9011.htm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21A03A7B-7ABF-4D98-9D18-904139AD30EC}"/>
              </a:ext>
            </a:extLst>
          </p:cNvPr>
          <p:cNvSpPr/>
          <p:nvPr/>
        </p:nvSpPr>
        <p:spPr>
          <a:xfrm>
            <a:off x="210586" y="5764911"/>
            <a:ext cx="462940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1400" dirty="0"/>
              <a:t>https://www.beckhoff.com/english.asp?ethercat/el9080.htm</a:t>
            </a:r>
          </a:p>
        </p:txBody>
      </p:sp>
    </p:spTree>
    <p:extLst>
      <p:ext uri="{BB962C8B-B14F-4D97-AF65-F5344CB8AC3E}">
        <p14:creationId xmlns:p14="http://schemas.microsoft.com/office/powerpoint/2010/main" val="20437679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9003</Words>
  <Application>Microsoft Office PowerPoint</Application>
  <PresentationFormat>Benutzerdefiniert</PresentationFormat>
  <Paragraphs>8568</Paragraphs>
  <Slides>37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37</vt:i4>
      </vt:variant>
    </vt:vector>
  </HeadingPairs>
  <TitlesOfParts>
    <vt:vector size="41" baseType="lpstr">
      <vt:lpstr>Arial</vt:lpstr>
      <vt:lpstr>Calibri</vt:lpstr>
      <vt:lpstr>Calibri Light</vt:lpstr>
      <vt:lpstr>Office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Error Details (LED Light meaning) for the Bus Coupler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  <vt:lpstr>Error Details (LED Light meaning) for the EtherCAT Terminals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joachim fischer</dc:creator>
  <cp:lastModifiedBy>Windows-Benutzer</cp:lastModifiedBy>
  <cp:revision>169</cp:revision>
  <dcterms:created xsi:type="dcterms:W3CDTF">2016-10-05T09:59:32Z</dcterms:created>
  <dcterms:modified xsi:type="dcterms:W3CDTF">2018-11-19T08:55:00Z</dcterms:modified>
</cp:coreProperties>
</file>