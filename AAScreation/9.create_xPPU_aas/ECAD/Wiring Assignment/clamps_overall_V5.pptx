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39"/>
  </p:notesMasterIdLst>
  <p:sldIdLst>
    <p:sldId id="257" r:id="rId2"/>
    <p:sldId id="258" r:id="rId3"/>
    <p:sldId id="256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9" r:id="rId12"/>
    <p:sldId id="270" r:id="rId13"/>
    <p:sldId id="271" r:id="rId14"/>
    <p:sldId id="272" r:id="rId15"/>
    <p:sldId id="273" r:id="rId16"/>
    <p:sldId id="274" r:id="rId17"/>
    <p:sldId id="275" r:id="rId18"/>
    <p:sldId id="276" r:id="rId19"/>
    <p:sldId id="277" r:id="rId20"/>
    <p:sldId id="279" r:id="rId21"/>
    <p:sldId id="278" r:id="rId22"/>
    <p:sldId id="280" r:id="rId23"/>
    <p:sldId id="281" r:id="rId24"/>
    <p:sldId id="282" r:id="rId25"/>
    <p:sldId id="283" r:id="rId26"/>
    <p:sldId id="284" r:id="rId27"/>
    <p:sldId id="268" r:id="rId28"/>
    <p:sldId id="285" r:id="rId29"/>
    <p:sldId id="286" r:id="rId30"/>
    <p:sldId id="288" r:id="rId31"/>
    <p:sldId id="287" r:id="rId32"/>
    <p:sldId id="289" r:id="rId33"/>
    <p:sldId id="290" r:id="rId34"/>
    <p:sldId id="291" r:id="rId35"/>
    <p:sldId id="292" r:id="rId36"/>
    <p:sldId id="293" r:id="rId37"/>
    <p:sldId id="294" r:id="rId38"/>
  </p:sldIdLst>
  <p:sldSz cx="14400213" cy="6858000"/>
  <p:notesSz cx="6858000" cy="9144000"/>
  <p:defaultTextStyle>
    <a:defPPr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00000"/>
    <a:srgbClr val="5B9BD5"/>
    <a:srgbClr val="1F4E7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ittlere Formatvorlage 2 - Akz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ittlere Formatvorlag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D7AC3CCA-C797-4891-BE02-D94E43425B78}" styleName="Mittlere Formatvorlage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8508" autoAdjust="0"/>
    <p:restoredTop sz="96259" autoAdjust="0"/>
  </p:normalViewPr>
  <p:slideViewPr>
    <p:cSldViewPr snapToGrid="0">
      <p:cViewPr varScale="1">
        <p:scale>
          <a:sx n="111" d="100"/>
          <a:sy n="111" d="100"/>
        </p:scale>
        <p:origin x="198" y="1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2616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notesMaster" Target="notesMasters/notesMaster1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ableStyles" Target="tableStyle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A1609E8-B339-4EE2-84D4-C673B88A57E3}" type="datetimeFigureOut">
              <a:rPr lang="en-US" smtClean="0"/>
              <a:t>12/17/2020</a:t>
            </a:fld>
            <a:endParaRPr lang="en-US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190500" y="1143000"/>
            <a:ext cx="64770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A2D65D2-7D08-40EA-BC5E-24D9F5B257BA}" type="slidenum">
              <a:rPr lang="en-US" smtClean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550498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>
          <a:xfrm>
            <a:off x="190500" y="1143000"/>
            <a:ext cx="6477000" cy="3086100"/>
          </a:xfrm>
        </p:spPr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A2D65D2-7D08-40EA-BC5E-24D9F5B257BA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60355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A2D65D2-7D08-40EA-BC5E-24D9F5B257BA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73710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800027" y="1122363"/>
            <a:ext cx="1080016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00027" y="3602038"/>
            <a:ext cx="1080016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Formatvorlage des Untertitelmasters durch Klicken bearbeiten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17.12.2020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93242491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17.12.2020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3730376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82514" y="1709739"/>
            <a:ext cx="12420184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82514" y="4589464"/>
            <a:ext cx="12420184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/>
              <a:t>Formatvorlagen des Textmasters bearbeiten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17.12.2020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70636816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90014" y="1825625"/>
            <a:ext cx="6120091" cy="4351338"/>
          </a:xfrm>
        </p:spPr>
        <p:txBody>
          <a:bodyPr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290108" y="1825625"/>
            <a:ext cx="6120091" cy="4351338"/>
          </a:xfrm>
        </p:spPr>
        <p:txBody>
          <a:bodyPr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17.12.2020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3215578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0" y="365126"/>
            <a:ext cx="12420184" cy="1325563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91891" y="1681163"/>
            <a:ext cx="609196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Formatvorlagen des Textmasters bearbeiten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991891" y="2505075"/>
            <a:ext cx="6091965" cy="3684588"/>
          </a:xfrm>
        </p:spPr>
        <p:txBody>
          <a:bodyPr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290108" y="1681163"/>
            <a:ext cx="6121966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Formatvorlagen des Textmasters bearbeiten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290108" y="2505075"/>
            <a:ext cx="6121966" cy="3684588"/>
          </a:xfrm>
        </p:spPr>
        <p:txBody>
          <a:bodyPr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17.12.2020</a:t>
            </a:fld>
            <a:endParaRPr lang="de-DE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72770151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17.12.2020</a:t>
            </a:fld>
            <a:endParaRPr lang="de-DE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6122056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17.12.2020</a:t>
            </a:fld>
            <a:endParaRPr lang="de-DE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5289700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1" y="457200"/>
            <a:ext cx="46444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121966" y="987426"/>
            <a:ext cx="7290108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91891" y="2057400"/>
            <a:ext cx="46444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Formatvorlagen des Textmasters bearbeiten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17.12.2020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96010945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1" y="457200"/>
            <a:ext cx="46444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6121966" y="987426"/>
            <a:ext cx="7290108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de-DE"/>
              <a:t>Bild durch Klicken auf Symbol hinzufügen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91891" y="2057400"/>
            <a:ext cx="46444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Formatvorlagen des Textmasters bearbeiten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17.12.2020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24263641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17.12.2020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65606552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0305152" y="365125"/>
            <a:ext cx="3105046" cy="5811838"/>
          </a:xfrm>
        </p:spPr>
        <p:txBody>
          <a:bodyPr vert="eaVert"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990015" y="365125"/>
            <a:ext cx="9135135" cy="5811838"/>
          </a:xfrm>
        </p:spPr>
        <p:txBody>
          <a:bodyPr vert="eaVert"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17.12.2020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78333376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90015" y="1825625"/>
            <a:ext cx="12420184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90015" y="6356351"/>
            <a:ext cx="324004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DA19A4-9D9D-45FC-BA30-9B54BA45CFD0}" type="datetimeFigureOut">
              <a:rPr lang="de-DE" smtClean="0"/>
              <a:t>17.12.2020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770071" y="6356351"/>
            <a:ext cx="486007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170150" y="6356351"/>
            <a:ext cx="324004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2905109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2562931" y="526412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761121" y="3144844"/>
            <a:ext cx="1426015" cy="1498824"/>
            <a:chOff x="2761121" y="3144844"/>
            <a:chExt cx="1426015" cy="1498824"/>
          </a:xfrm>
        </p:grpSpPr>
        <p:grpSp>
          <p:nvGrpSpPr>
            <p:cNvPr id="13" name="Gruppieren 12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11" name="Gruppieren 10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1098" name="Textfeld 1097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9" name="Ellipse 1098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0" name="Gruppieren 1099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1101" name="Textfeld 110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1102" name="Ellipse 110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3" name="Gruppieren 1102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1104" name="Textfeld 1103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1105" name="Ellipse 1104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1F4E79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6" name="Gruppieren 1105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1107" name="Textfeld 1106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1108" name="Ellipse 110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9" name="Gruppieren 1108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1110" name="Textfeld 1109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1111" name="Ellipse 1110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113" name="Textfeld 1112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</a:p>
            </p:txBody>
          </p:sp>
          <p:sp>
            <p:nvSpPr>
              <p:cNvPr id="12" name="Rechteck 1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07" name="Ellipse 406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4" name="Gruppieren 3"/>
          <p:cNvGrpSpPr/>
          <p:nvPr/>
        </p:nvGrpSpPr>
        <p:grpSpPr>
          <a:xfrm>
            <a:off x="2235114" y="1102164"/>
            <a:ext cx="4806473" cy="1654636"/>
            <a:chOff x="2235114" y="1102164"/>
            <a:chExt cx="4806473" cy="1654636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479905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240521" y="12665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317297" y="14479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273823" y="14906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317967" y="20564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274493" y="20991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30320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454299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778278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759847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5084673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5408652" y="1103872"/>
              <a:ext cx="417638" cy="1652928"/>
              <a:chOff x="1692193" y="1141150"/>
              <a:chExt cx="417638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5732631" y="1103872"/>
              <a:ext cx="371759" cy="1652928"/>
              <a:chOff x="1692193" y="1141150"/>
              <a:chExt cx="371759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Textfeld 9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6" name="Textfeld 9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Textfeld 9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60" name="Textfeld 9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6055467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1033" name="Rechteck 1032"/>
            <p:cNvSpPr/>
            <p:nvPr/>
          </p:nvSpPr>
          <p:spPr>
            <a:xfrm>
              <a:off x="4468465" y="1183062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1034" name="Rechteck 1033"/>
            <p:cNvSpPr/>
            <p:nvPr/>
          </p:nvSpPr>
          <p:spPr>
            <a:xfrm>
              <a:off x="4438897" y="1154063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1035" name="Textfeld 1034"/>
            <p:cNvSpPr txBox="1"/>
            <p:nvPr/>
          </p:nvSpPr>
          <p:spPr>
            <a:xfrm>
              <a:off x="4433773" y="2591027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1036" name="Gruppieren 1035"/>
            <p:cNvGrpSpPr/>
            <p:nvPr/>
          </p:nvGrpSpPr>
          <p:grpSpPr>
            <a:xfrm>
              <a:off x="6378138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6695150" y="1118235"/>
              <a:ext cx="346437" cy="1638565"/>
              <a:chOff x="1686699" y="1155513"/>
              <a:chExt cx="346437" cy="1638565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072" name="Rechteck 1071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71" name="Textfeld 107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05" name="Textfeld 404"/>
            <p:cNvSpPr txBox="1"/>
            <p:nvPr/>
          </p:nvSpPr>
          <p:spPr>
            <a:xfrm>
              <a:off x="2235114" y="25877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" name="Gruppieren 2"/>
            <p:cNvGrpSpPr/>
            <p:nvPr/>
          </p:nvGrpSpPr>
          <p:grpSpPr>
            <a:xfrm>
              <a:off x="2803395" y="1103872"/>
              <a:ext cx="327049" cy="1652928"/>
              <a:chOff x="3131212" y="1103872"/>
              <a:chExt cx="327049" cy="1652928"/>
            </a:xfrm>
          </p:grpSpPr>
          <p:grpSp>
            <p:nvGrpSpPr>
              <p:cNvPr id="483" name="Gruppieren 482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484" name="Gruppieren 48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486" name="Gruppieren 48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488" name="Rechteck 48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89" name="Rechteck 48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0" name="Ellipse 48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91" name="Ellipse 49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2" name="Textfeld 49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494" name="Ellipse 49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5" name="Ellipse 49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6" name="Textfeld 49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97" name="Textfeld 49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98" name="Ellipse 49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9" name="Ellipse 49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0" name="Textfeld 49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01" name="Textfeld 50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02" name="Ellipse 50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3" name="Ellipse 50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4" name="Textfeld 50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505" name="Textfeld 50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506" name="Rechteck 50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7" name="Rechteck 50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8" name="Rechteck 50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9" name="Rechteck 50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0" name="Rechteck 50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1" name="Rechteck 51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2" name="Rechteck 51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3" name="Rechteck 51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487" name="Textfeld 48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485" name="Textfeld 48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409" name="Textfeld 40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403" name="Gruppieren 402"/>
            <p:cNvGrpSpPr/>
            <p:nvPr/>
          </p:nvGrpSpPr>
          <p:grpSpPr>
            <a:xfrm>
              <a:off x="4105360" y="1102164"/>
              <a:ext cx="327049" cy="1651404"/>
              <a:chOff x="1692193" y="1141150"/>
              <a:chExt cx="327049" cy="1652928"/>
            </a:xfrm>
          </p:grpSpPr>
          <p:grpSp>
            <p:nvGrpSpPr>
              <p:cNvPr id="404" name="Gruppieren 40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08" name="Gruppieren 4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1" name="Rechteck 41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2" name="Rechteck 41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" name="Ellipse 41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" name="Ellipse 41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" name="Textfeld 41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6" name="Textfeld 41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7" name="Ellipse 41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" name="Ellipse 41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" name="Textfeld 41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0" name="Textfeld 41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1" name="Ellipse 4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Ellipse 4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Textfeld 42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4" name="Textfeld 42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5" name="Ellipse 42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Ellipse 42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Textfeld 42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8" name="Textfeld 42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9" name="Rechteck 42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" name="Rechteck 42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" name="Rechteck 43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" name="Rechteck 43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" name="Rechteck 43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" name="Rechteck 43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5" name="Rechteck 43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6" name="Rechteck 43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0" name="Textfeld 409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06" name="Textfeld 4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graphicFrame>
        <p:nvGraphicFramePr>
          <p:cNvPr id="7" name="Tabel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883758"/>
              </p:ext>
            </p:extLst>
          </p:nvPr>
        </p:nvGraphicFramePr>
        <p:xfrm>
          <a:off x="8107990" y="1150642"/>
          <a:ext cx="3193284" cy="451939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021">
                  <a:extLst>
                    <a:ext uri="{9D8B030D-6E8A-4147-A177-3AD203B41FA5}">
                      <a16:colId xmlns:a16="http://schemas.microsoft.com/office/drawing/2014/main" val="2400560307"/>
                    </a:ext>
                  </a:extLst>
                </a:gridCol>
                <a:gridCol w="2713263">
                  <a:extLst>
                    <a:ext uri="{9D8B030D-6E8A-4147-A177-3AD203B41FA5}">
                      <a16:colId xmlns:a16="http://schemas.microsoft.com/office/drawing/2014/main" val="591464791"/>
                    </a:ext>
                  </a:extLst>
                </a:gridCol>
              </a:tblGrid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>
                          <a:effectLst/>
                        </a:rPr>
                        <a:t>1.2.1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Stack.Panel.DI_EmergencyStop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1635218379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>
                          <a:effectLst/>
                        </a:rPr>
                        <a:t>1.2.2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Stack.Panel.DI_StartButton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222966783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1.2.3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 smtClean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Stack.Panel.DI_AutomaticButton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620903009"/>
                  </a:ext>
                </a:extLst>
              </a:tr>
              <a:tr h="209672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1.2.4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Crane.Gripper.VacuumSwitch.DI_TakenIn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528838245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>
                          <a:effectLst/>
                        </a:rPr>
                        <a:t>1.3.1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Crane.LiftingCylinder.DI_Extended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3874756695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Crane.LiftingCylinder.DI_Retracted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1462178086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1.3.3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Stack.Seperator.DI_Retracted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993132535"/>
                  </a:ext>
                </a:extLst>
              </a:tr>
              <a:tr h="209672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Stack.Seperator.DI_Extended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170616879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1.4.1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Stack.InductiveSensor.DI_WPMetallic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878414909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1.4.2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 smtClean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Stack.OpticalSensor.DI_WPLight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4033241625"/>
                  </a:ext>
                </a:extLst>
              </a:tr>
              <a:tr h="18807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1.4.3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Crane.Table.AtStamp.DI_SwitchTrue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744954021"/>
                  </a:ext>
                </a:extLst>
              </a:tr>
              <a:tr h="186431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1.4.4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Crane.Table.AtConveyor.DI_SwitchTrue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507256477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1.5.1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Crane.Table.AtStack.DI_SwitchTrue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3856240373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1.5.2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Stack.WPAvailable.DI_SwitchTrue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902003768"/>
                  </a:ext>
                </a:extLst>
              </a:tr>
              <a:tr h="151041"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1.5.3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DI_NO_EMERGENCY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293542047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1.6.1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Crane.Gripper.Valve.DO_VacuumOn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565660768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1.9.1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Crane.LiftingCylinder.DO_Extend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3420964788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1.9.2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Stack.Seperator.DO_Extend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1952596788"/>
                  </a:ext>
                </a:extLst>
              </a:tr>
              <a:tr h="191124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1.10.1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Stack.Panel.DO_LampGreen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177696612"/>
                  </a:ext>
                </a:extLst>
              </a:tr>
              <a:tr h="191124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1.10.2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Stack.Panel.DO_LampWhite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893082464"/>
                  </a:ext>
                </a:extLst>
              </a:tr>
              <a:tr h="191124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1.10.3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Crane.Table.Motor.DO_TurnCounterclockwise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73707391"/>
                  </a:ext>
                </a:extLst>
              </a:tr>
              <a:tr h="191124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1.10.4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Crane.Table.Motor.DO_TurnClockwise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953034853"/>
                  </a:ext>
                </a:extLst>
              </a:tr>
              <a:tr h="191124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1.13.1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Crane.AI_Positon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49803583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3900783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BC2&amp;3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1116267" y="770205"/>
            <a:ext cx="6108962" cy="1652928"/>
            <a:chOff x="1116267" y="770205"/>
            <a:chExt cx="6108962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" name="Gruppieren 13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1033" name="Rechteck 1032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1034" name="Rechteck 1033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35" name="Textfeld 1034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1036" name="Gruppieren 1035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Ellipse 10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Textfeld 10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8" name="Ellipse 10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Textfeld 107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1" name="Textfeld 10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Ellipse 10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5" name="Textfeld 10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Ellipse 10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89" name="Textfeld 10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16" name="Gruppieren 1115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117" name="Gruppieren 111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119" name="Gruppieren 111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7" name="Ellipse 11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Textfeld 11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1" name="Ellipse 11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Ellipse 11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Textfeld 11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4" name="Textfeld 11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5" name="Ellipse 11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Ellipse 11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Textfeld 11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8" name="Textfeld 11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Rechteck 11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Rechteck 11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Rechteck 11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Rechteck 11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20" name="Textfeld 11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118" name="Textfeld 11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147" name="Gruppieren 1146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148" name="Gruppieren 11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150" name="Gruppieren 11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152" name="Rechteck 11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3" name="Rechteck 11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Ellipse 11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Ellipse 11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Ellipse 11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Textfeld 11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61" name="Textfeld 11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62" name="Ellipse 11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Ellipse 11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Textfeld 1163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65" name="Textfeld 11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66" name="Ellipse 11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7" name="Ellipse 11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0" name="Rechteck 11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Rechteck 11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Rechteck 11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Rechteck 11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4" name="Rechteck 11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5" name="Rechteck 11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Rechteck 11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Rechteck 11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51" name="Textfeld 11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149" name="Textfeld 11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178" name="Gruppieren 1177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1179" name="Gruppieren 117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181" name="Gruppieren 118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183" name="Rechteck 1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84" name="Rechteck 1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Ellipse 1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Ellipse 1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7" name="Textfeld 1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88" name="Textfeld 1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89" name="Ellipse 1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Ellipse 1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Ellipse 1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Ellipse 1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Textfeld 11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196" name="Textfeld 1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197" name="Ellipse 1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8" name="Ellipse 1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Textfeld 1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00" name="Textfeld 1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01" name="Rechteck 1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Rechteck 1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Rechteck 1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Rechteck 1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Rechteck 1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Rechteck 1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82" name="Textfeld 118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180" name="Textfeld 1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209" name="Gruppieren 1208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1210" name="Gruppieren 120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212" name="Gruppieren 12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214" name="Rechteck 12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5" name="Rechteck 12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Textfeld 12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20" name="Ellipse 12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4" name="Ellipse 12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Textfeld 12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227" name="Textfeld 12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228" name="Ellipse 12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9" name="Ellipse 12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Textfeld 12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1" name="Textfeld 12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Rechteck 12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5" name="Rechteck 12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6" name="Rechteck 12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7" name="Rechteck 12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8" name="Rechteck 12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3" name="Textfeld 121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211" name="Textfeld 12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240" name="Gruppieren 1239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1241" name="Gruppieren 1240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245" name="Rechteck 12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4" name="Textfeld 12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242" name="Textfeld 12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63" name="Textfeld 562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83" name="Gruppieren 582"/>
          <p:cNvGrpSpPr/>
          <p:nvPr/>
        </p:nvGrpSpPr>
        <p:grpSpPr>
          <a:xfrm>
            <a:off x="1304608" y="3272629"/>
            <a:ext cx="1426015" cy="1498824"/>
            <a:chOff x="2761121" y="3144844"/>
            <a:chExt cx="1426015" cy="1498824"/>
          </a:xfrm>
        </p:grpSpPr>
        <p:grpSp>
          <p:nvGrpSpPr>
            <p:cNvPr id="584" name="Gruppieren 583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586" name="Gruppieren 585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601" name="Textfeld 60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2" name="Ellipse 60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7" name="Gruppieren 586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599" name="Textfeld 59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600" name="Ellipse 59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8" name="Gruppieren 587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597" name="Textfeld 59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598" name="Ellipse 59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9" name="Gruppieren 588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595" name="Textfeld 594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596" name="Ellipse 59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90" name="Gruppieren 589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593" name="Textfeld 592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594" name="Ellipse 59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591" name="Textfeld 590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</a:p>
            </p:txBody>
          </p:sp>
          <p:sp>
            <p:nvSpPr>
              <p:cNvPr id="592" name="Rechteck 59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85" name="Ellipse 584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aphicFrame>
        <p:nvGraphicFramePr>
          <p:cNvPr id="3" name="Tabel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1567005"/>
              </p:ext>
            </p:extLst>
          </p:nvPr>
        </p:nvGraphicFramePr>
        <p:xfrm>
          <a:off x="8478176" y="362100"/>
          <a:ext cx="4136994" cy="62776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1188">
                  <a:extLst>
                    <a:ext uri="{9D8B030D-6E8A-4147-A177-3AD203B41FA5}">
                      <a16:colId xmlns:a16="http://schemas.microsoft.com/office/drawing/2014/main" val="1721728794"/>
                    </a:ext>
                  </a:extLst>
                </a:gridCol>
                <a:gridCol w="3535806">
                  <a:extLst>
                    <a:ext uri="{9D8B030D-6E8A-4147-A177-3AD203B41FA5}">
                      <a16:colId xmlns:a16="http://schemas.microsoft.com/office/drawing/2014/main" val="1465854361"/>
                    </a:ext>
                  </a:extLst>
                </a:gridCol>
              </a:tblGrid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Stamp.Panel.DI_AutomaticButton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143969568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Stamp.SlidingCylinder.DI_Extended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41700260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Stamp.SlidingCylinder.DI_Retracted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846350074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Stamp.StampingCylinder.DI_Retracted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219391633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Stamp.StampingCylinder.DI_Extended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943080735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2&amp;3.3.2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Stamp.WPAvailable.DI_SwitchTrue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631601977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LargeSortingConveyor.Panel.DI_EmergencyStop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795975653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2&amp;3.3.4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LargeSortingConveyor.Panel.DI_StartButton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788969188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2&amp;3.4.1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LargeSortingConveyor.Panel.DI_AutomaticButton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940641347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2&amp;3.4.2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LargeSortingConveyor.OptBeginning.DI_WPLight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846044424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2&amp;3.4.3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LargeSortingConveyor.PsBeginning.DI_WPDetected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621125435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2&amp;3.4.4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LargeSortingConveyor.IndRamp1.DI_WPMetallic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403547384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2&amp;3.5.1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LargeSortingConveyor.OptRamp1.DI_WPLight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4269569147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2&amp;3.5.2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LargeSortingConveyor.IndRamp2.DI_WPMetallic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865549700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2&amp;3.5.4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LargeSortingConveyor.OptRamp2.DI_WPLight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071402937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2&amp;3.5.5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LargeSortingConveyor.OptEnd.DI_WPLight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154959273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LargeSortingConveyor.Seperator1.DI_Extended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739838092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LargeSortingConveyor.Seperator1.DI_Retracted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340941176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LargeSortingConveyor.Seperator2.DI_Extended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755318731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2&amp;3.6.4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LargeSortingConveyor.Seperator2.DI_Retracted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251126457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2&amp;3.7.3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Stamp.Panel.DI_EmergencyStop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939875202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2&amp;3.7.4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Stamp.Panel.DI_StartButton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705953245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2&amp;3.10.1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Stamp.SlidingCylinder.DO_Extend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185411775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2&amp;3.10.2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Stamp.SlidingCylinder.DO_Retract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02556114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2&amp;3.10.3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Stamp.StampingCylinder.DO_Extend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4047100745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2&amp;3.10.4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Stamp.Panel.DO_LampGreen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648690300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2&amp;3.11.1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Stamp.Panel.DO_LampWhite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00451535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2&amp;3.11.2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LargeSortingConveyor.Seperator1.DO_Extend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830473472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2&amp;3.11.3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LargeSortingConveyor.Seperator2.DO_Extend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503453438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2&amp;3.11.4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LargeSortingConveyor.Motor.DO_TurnClockwise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902105891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2&amp;3.12.1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LargeSortingConveyor.Motor.DO_TurnCounterclockwise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432335022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2&amp;3.12.2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LargeSortingConveyor.Panel.DO_LampGreen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947576065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2&amp;3.12.3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LargeSortingConveyor.Panel.DO_LampWhite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814905997"/>
                  </a:ext>
                </a:extLst>
              </a:tr>
              <a:tr h="78057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Crane.CraneSpeed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578898319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Stamp.PropValve.AO_SetPressure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482767602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LargeSortingConveyor.ConveyorSpeed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78084257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448696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6132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BC4</a:t>
            </a:r>
          </a:p>
        </p:txBody>
      </p:sp>
      <p:grpSp>
        <p:nvGrpSpPr>
          <p:cNvPr id="3" name="Gruppieren 2"/>
          <p:cNvGrpSpPr/>
          <p:nvPr/>
        </p:nvGrpSpPr>
        <p:grpSpPr>
          <a:xfrm>
            <a:off x="1956535" y="219231"/>
            <a:ext cx="5142591" cy="1652928"/>
            <a:chOff x="1956535" y="219231"/>
            <a:chExt cx="5142591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200431" y="219231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1961047" y="381932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037823" y="5633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1994349" y="6060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038493" y="117182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1995019" y="121449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2850846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174825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498804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3822797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149722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5116123" y="219231"/>
              <a:ext cx="420326" cy="1652928"/>
              <a:chOff x="1688847" y="1141150"/>
              <a:chExt cx="420326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4796588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Textfeld 9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6" name="Textfeld 9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Textfeld 9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60" name="Textfeld 9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5448176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1036" name="Gruppieren 1035"/>
            <p:cNvGrpSpPr/>
            <p:nvPr/>
          </p:nvGrpSpPr>
          <p:grpSpPr>
            <a:xfrm>
              <a:off x="5770847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6093884" y="225905"/>
              <a:ext cx="357561" cy="1646254"/>
              <a:chOff x="1692724" y="1147824"/>
              <a:chExt cx="357561" cy="1646254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Ellipse 10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Textfeld 10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8" name="Ellipse 10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Textfeld 1079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1" name="Textfeld 1080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Ellipse 10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5" name="Textfeld 10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Ellipse 10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89" name="Textfeld 10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16" name="Gruppieren 1115"/>
            <p:cNvGrpSpPr/>
            <p:nvPr/>
          </p:nvGrpSpPr>
          <p:grpSpPr>
            <a:xfrm>
              <a:off x="6415859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1117" name="Gruppieren 111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119" name="Gruppieren 111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7" name="Ellipse 11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Textfeld 11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1" name="Ellipse 11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Ellipse 11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Textfeld 11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4" name="Textfeld 11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5" name="Ellipse 11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Ellipse 11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Textfeld 11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8" name="Textfeld 11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Rechteck 11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Rechteck 11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Rechteck 11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Rechteck 11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20" name="Textfeld 11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118" name="Textfeld 11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47" name="Gruppieren 1146"/>
            <p:cNvGrpSpPr/>
            <p:nvPr/>
          </p:nvGrpSpPr>
          <p:grpSpPr>
            <a:xfrm>
              <a:off x="6743133" y="225905"/>
              <a:ext cx="355993" cy="1646254"/>
              <a:chOff x="1694292" y="1147824"/>
              <a:chExt cx="355993" cy="1646254"/>
            </a:xfrm>
          </p:grpSpPr>
          <p:grpSp>
            <p:nvGrpSpPr>
              <p:cNvPr id="1148" name="Gruppieren 114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152" name="Rechteck 11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151" name="Textfeld 11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149" name="Textfeld 11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4473934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565" name="Gruppieren 5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67" name="Rechteck 5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68" name="Rechteck 5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Ellipse 5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0" name="Ellipse 5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1" name="Textfeld 5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72" name="Textfeld 5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73" name="Ellipse 5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Ellipse 5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Textfeld 5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76" name="Textfeld 575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77" name="Ellipse 5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Ellipse 5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9" name="Textfeld 5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80" name="Textfeld 579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85" name="Rechteck 5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Rechteck 5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Rechteck 5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8" name="Rechteck 5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9" name="Rechteck 5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Rechteck 5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Rechteck 5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2" name="Rechteck 5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66" name="Textfeld 5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536" name="Textfeld 535"/>
            <p:cNvSpPr txBox="1"/>
            <p:nvPr/>
          </p:nvSpPr>
          <p:spPr>
            <a:xfrm>
              <a:off x="1956535" y="1702276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" name="Gruppieren 6"/>
            <p:cNvGrpSpPr/>
            <p:nvPr/>
          </p:nvGrpSpPr>
          <p:grpSpPr>
            <a:xfrm>
              <a:off x="2526020" y="269422"/>
              <a:ext cx="324950" cy="1602737"/>
              <a:chOff x="2526020" y="269422"/>
              <a:chExt cx="324950" cy="1602737"/>
            </a:xfrm>
          </p:grpSpPr>
          <p:sp>
            <p:nvSpPr>
              <p:cNvPr id="488" name="Rechteck 487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490" name="Ellipse 48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491" name="Ellipse 49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94" name="Ellipse 49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95" name="Ellipse 49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87" name="Textfeld 48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485" name="Textfeld 48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544" name="Ellipse 543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54" name="Ellipse 553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5" name="Ellipse 554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7" name="Ellipse 556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8" name="Ellipse 557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59" name="Ellipse 558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60" name="Ellipse 559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61" name="Ellipse 560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3" name="Ellipse 592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94" name="Ellipse 593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5" name="Ellipse 594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6" name="Ellipse 595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6" name="Gruppieren 5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489" name="Rechteck 48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09" name="Rechteck 508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97" name="Rechteck 59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99" name="Rechteck 598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00" name="Rechteck 599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1" name="Rechteck 600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2" name="Rechteck 601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3" name="Rechteck 602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4" name="Rechteck 603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5" name="Rechteck 604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6" name="Rechteck 605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7" name="Rechteck 606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8" name="Rechteck 607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9" name="Rechteck 608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0" name="Rechteck 609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1" name="Rechteck 610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2" name="Rechteck 61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613" name="Gruppieren 612"/>
          <p:cNvGrpSpPr/>
          <p:nvPr/>
        </p:nvGrpSpPr>
        <p:grpSpPr>
          <a:xfrm>
            <a:off x="1304608" y="3272629"/>
            <a:ext cx="1426015" cy="1498824"/>
            <a:chOff x="2761121" y="3144844"/>
            <a:chExt cx="1426015" cy="1498824"/>
          </a:xfrm>
        </p:grpSpPr>
        <p:grpSp>
          <p:nvGrpSpPr>
            <p:cNvPr id="614" name="Gruppieren 613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616" name="Gruppieren 615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631" name="Textfeld 63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2" name="Ellipse 63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7" name="Gruppieren 616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629" name="Textfeld 62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630" name="Ellipse 62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8" name="Gruppieren 617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627" name="Textfeld 62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628" name="Ellipse 62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9" name="Gruppieren 618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625" name="Textfeld 624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626" name="Ellipse 62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20" name="Gruppieren 619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623" name="Textfeld 622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624" name="Ellipse 62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621" name="Textfeld 620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</a:p>
            </p:txBody>
          </p:sp>
          <p:sp>
            <p:nvSpPr>
              <p:cNvPr id="622" name="Rechteck 62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5" name="Ellipse 614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aphicFrame>
        <p:nvGraphicFramePr>
          <p:cNvPr id="8" name="Tabelle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7277286"/>
              </p:ext>
            </p:extLst>
          </p:nvPr>
        </p:nvGraphicFramePr>
        <p:xfrm>
          <a:off x="4642493" y="2324994"/>
          <a:ext cx="4330700" cy="42195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1213">
                  <a:extLst>
                    <a:ext uri="{9D8B030D-6E8A-4147-A177-3AD203B41FA5}">
                      <a16:colId xmlns:a16="http://schemas.microsoft.com/office/drawing/2014/main" val="22216287"/>
                    </a:ext>
                  </a:extLst>
                </a:gridCol>
                <a:gridCol w="3789487">
                  <a:extLst>
                    <a:ext uri="{9D8B030D-6E8A-4147-A177-3AD203B41FA5}">
                      <a16:colId xmlns:a16="http://schemas.microsoft.com/office/drawing/2014/main" val="1893155924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Crane.Table.AtStampInd.DI_InductiveSwitchTrue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64688187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Crane.Table.BetweenConveyorStamp.DI_InductiveSwitchTrue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35097992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Crane.Table.AtStackInd.DI_InductiveSwitchTrue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50084222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Crane.Table.BetweenStackConveyor.DI_InductiveSwitchTrue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79147929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Crane.Table.AtConveyorInd.DI_InductiveSwitchTrue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79525673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LargeSortingConveyor.Ramp1.RampFull.DI_WPDetected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98063796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>
                          <a:effectLst/>
                        </a:rPr>
                        <a:t>LargeSortingConveyor.Ramp2.RampFull.DI_WPDetected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74927989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>
                          <a:effectLst/>
                        </a:rPr>
                        <a:t>LargeSortingConveyor.Ramp3.RampFull.DI_WPDetected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60089942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Stack.Seperator.DI_BoundaryPressure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23138564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Stamp.SlidingCylinder.DI_BoundaryPressure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31907464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Block_LSCSep1_LSCSep2.DI_BoundaryPressure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69201896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Block_SSC_PAC.DI_BoundaryPressure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92359034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PicAlpha.Gripper.DI_BoundaryVacuumPressure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16418724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smtClean="0">
                          <a:effectLst/>
                        </a:rPr>
                        <a:t>PicAlpha.Gripper.DI_VacuumBoundaryFlowPressure1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99862446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smtClean="0">
                          <a:effectLst/>
                        </a:rPr>
                        <a:t>PicAlpha.Gripper.DI_VacuumBoundaryFlowPressure2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02291688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Stamp.StampingCylinder.DI_BoundaryPressure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56865513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SmallSortingConveyor.OptSensor.DI_WPLight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09921583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SmallSortingConveyor.IndSensor.DI_WPMetallic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37586388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SmallSortingConveyor.Ramp.RampFull.DI_WPDetected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4475703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Stamp.StampingCylinder.DI_BoundaryFlowPressure</a:t>
                      </a:r>
                      <a:r>
                        <a:rPr lang="de-DE" sz="1100" u="none" strike="noStrike" dirty="0">
                          <a:effectLst/>
                        </a:rPr>
                        <a:t> 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90943426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Block_Stack_Crane.DI_BoundaryFlowPressure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3516522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Block_LSCSep1_LSCSep2.DI_BoundaryFlowPressure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300393941"/>
                  </a:ext>
                </a:extLst>
              </a:tr>
            </a:tbl>
          </a:graphicData>
        </a:graphic>
      </p:graphicFrame>
      <p:graphicFrame>
        <p:nvGraphicFramePr>
          <p:cNvPr id="11" name="Tabel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1716615"/>
              </p:ext>
            </p:extLst>
          </p:nvPr>
        </p:nvGraphicFramePr>
        <p:xfrm>
          <a:off x="9326531" y="2337328"/>
          <a:ext cx="4380591" cy="41882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3156">
                  <a:extLst>
                    <a:ext uri="{9D8B030D-6E8A-4147-A177-3AD203B41FA5}">
                      <a16:colId xmlns:a16="http://schemas.microsoft.com/office/drawing/2014/main" val="273872125"/>
                    </a:ext>
                  </a:extLst>
                </a:gridCol>
                <a:gridCol w="3877435">
                  <a:extLst>
                    <a:ext uri="{9D8B030D-6E8A-4147-A177-3AD203B41FA5}">
                      <a16:colId xmlns:a16="http://schemas.microsoft.com/office/drawing/2014/main" val="3113684332"/>
                    </a:ext>
                  </a:extLst>
                </a:gridCol>
              </a:tblGrid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4.8.1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Block_Stack_Crane.AI_PressureSensor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52633839"/>
                  </a:ext>
                </a:extLst>
              </a:tr>
              <a:tr h="141891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4.8.2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Block_Stamp_RC.AI_PressureSensor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495078660"/>
                  </a:ext>
                </a:extLst>
              </a:tr>
              <a:tr h="12837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4.8.3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Block_LSCSep1_LSCSep2.AI_PressureSensor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2769118910"/>
                  </a:ext>
                </a:extLst>
              </a:tr>
              <a:tr h="12837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4.8.4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PicAlpha.Gripper.AI_VacuumSensor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451457921"/>
                  </a:ext>
                </a:extLst>
              </a:tr>
              <a:tr h="12837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4.9.1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LargeSortingConveyor.UltrasonicSensor.AI_UltraSonic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984644078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4.9.2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Stamp.PressureSensor.AI_CurrentPressure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680292064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4.9.3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Block_LSCSep1_LSCSep2.AI_FlowPressure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716079542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4.10.1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EngergyMonitoringHardware.BK_1_6_Wattmeter.AI_Energy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794677229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4.10.2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EngergyMonitoringHardware.BK_2_3_7_Wattmeter.AI_Energy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841496923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4.10.3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EngergyMonitoringHardware.BK_4_5_8_9_10_11_Wattmeter.AI_Energy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413264696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4.11.1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PicAlpha.LiftingCylinder.AI_PressureSensor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397125371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4.11.2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PicAlpha.LiftingCylinder.AI_FlowPressure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977242213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4.11.3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Block_Stamp_RC.AI_FlowPressure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2251459"/>
                  </a:ext>
                </a:extLst>
              </a:tr>
              <a:tr h="141891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4.11.4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Block_Stack_Crane.AI_FlowPressure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4147142804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Crane.LiftingCylinder.AI_PositionTransmitter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4021802297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Stack.Seperator.AI_PositionTransmitter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2235980667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Stamp.SlidingCylinder.AI_PositionTransmitter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636587268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Stamp.StampingCylinder.AI_PositionTransmitter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636832915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LargeSortingConveyor.Seperator2.AI_PositionTransmitter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807476073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LargeSortingConveyor.Seperator1.AI_PositionTransmitter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707842553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Crane.Gripper.AI_VacuumPressure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989706867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Block_Stack_Crane.DO_BlockPressure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2223939219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Block_Stamp_RC.DO_BlockPressure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6007179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4.14.1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Block_LSCSep1_LSCSep2.DO_BlockPressure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265116692"/>
                  </a:ext>
                </a:extLst>
              </a:tr>
              <a:tr h="141891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4.14.4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Block_SSC_PAC.DO_BlockPressure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8185229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513525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BC5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2482736" y="3465860"/>
            <a:ext cx="1426015" cy="1533559"/>
            <a:chOff x="1304608" y="3314999"/>
            <a:chExt cx="1426015" cy="1533559"/>
          </a:xfrm>
        </p:grpSpPr>
        <p:grpSp>
          <p:nvGrpSpPr>
            <p:cNvPr id="288" name="Gruppieren 28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303" name="Textfeld 302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Ellipse 303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89" name="Gruppieren 28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301" name="Textfeld 300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302" name="Ellipse 301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0" name="Gruppieren 28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299" name="Textfeld 298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300" name="Ellipse 299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1" name="Gruppieren 29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297" name="Textfeld 296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298" name="Ellipse 297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2" name="Gruppieren 29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295" name="Textfeld 294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296" name="Ellipse 295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293" name="Textfeld 29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</a:p>
          </p:txBody>
        </p:sp>
        <p:sp>
          <p:nvSpPr>
            <p:cNvPr id="294" name="Rechteck 29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Ellipse 286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" name="Textfeld 304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Integer OUT</a:t>
              </a:r>
            </a:p>
          </p:txBody>
        </p:sp>
        <p:sp>
          <p:nvSpPr>
            <p:cNvPr id="306" name="Ellipse 305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grpSp>
        <p:nvGrpSpPr>
          <p:cNvPr id="8" name="Gruppieren 7"/>
          <p:cNvGrpSpPr/>
          <p:nvPr/>
        </p:nvGrpSpPr>
        <p:grpSpPr>
          <a:xfrm>
            <a:off x="2585049" y="1276147"/>
            <a:ext cx="2844318" cy="1655156"/>
            <a:chOff x="2585049" y="1276147"/>
            <a:chExt cx="2844318" cy="1655156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567" name="Rechteck 56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566" name="Textfeld 565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36" name="Rechteck 535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83" name="Textfeld 282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4" name="Gruppieren 3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514" name="Gruppieren 513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515" name="Gruppieren 514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517" name="Gruppieren 516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519" name="Rechteck 51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520" name="Rechteck 51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1" name="Ellipse 52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2" name="Ellipse 52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3" name="Textfeld 522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525" name="Ellipse 52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6" name="Ellipse 52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7" name="Textfeld 52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28" name="Textfeld 52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29" name="Ellipse 52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0" name="Ellipse 52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1" name="Textfeld 53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532" name="Textfeld 53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533" name="Ellipse 53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534" name="Ellipse 53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8" name="Rechteck 5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9" name="Rechteck 5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0" name="Rechteck 5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1" name="Rechteck 5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2" name="Rechteck 5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3" name="Rechteck 5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5" name="Rechteck 54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6" name="Rechteck 54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518" name="Textfeld 51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516" name="Textfeld 51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08" name="Textfeld 30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309" name="Textfeld 30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310" name="Textfeld 30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aphicFrame>
        <p:nvGraphicFramePr>
          <p:cNvPr id="3" name="Tabel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1181071"/>
              </p:ext>
            </p:extLst>
          </p:nvPr>
        </p:nvGraphicFramePr>
        <p:xfrm>
          <a:off x="7863840" y="1385240"/>
          <a:ext cx="3291839" cy="41507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42609">
                  <a:extLst>
                    <a:ext uri="{9D8B030D-6E8A-4147-A177-3AD203B41FA5}">
                      <a16:colId xmlns:a16="http://schemas.microsoft.com/office/drawing/2014/main" val="1496796030"/>
                    </a:ext>
                  </a:extLst>
                </a:gridCol>
                <a:gridCol w="2849230">
                  <a:extLst>
                    <a:ext uri="{9D8B030D-6E8A-4147-A177-3AD203B41FA5}">
                      <a16:colId xmlns:a16="http://schemas.microsoft.com/office/drawing/2014/main" val="4190623484"/>
                    </a:ext>
                  </a:extLst>
                </a:gridCol>
              </a:tblGrid>
              <a:tr h="10613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Input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120729712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Input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346303398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Input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4272372228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SafetyDoor.Panel.DI_StartButton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138728221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SafetyDoor.Panel.DI_StopButton</a:t>
                      </a: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923962308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SafetyDoor.Panel.DI_AutomaticButton</a:t>
                      </a:r>
                      <a:r>
                        <a:rPr lang="de-DE" sz="1100" b="0" i="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  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124084542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SafetyDoor.Panel.DI_ResetButton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567215257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RefillConveyor.PsBegining.DI_WPDetected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54628778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RefillConveyor.PsSwitch.DI_WPDetected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277663172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RefillConveyor.Switch.DI_Retracted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132365019"/>
                  </a:ext>
                </a:extLst>
              </a:tr>
              <a:tr h="111437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RefillConveyor.Switch.DI_Extended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552980162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5.3.A1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RefillConveyor.Motor.AI_Position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338275326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5.3.B1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RefillConveyor.Motor.AI_Speed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450727140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Output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541087543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Output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3429819464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Output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393911360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SafetyDoor.Panel.DO_LampGreen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325099148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SafetyDoor.Panel.DO_LampReset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676317382"/>
                  </a:ext>
                </a:extLst>
              </a:tr>
              <a:tr h="10082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SafetyDoor.Panel.DO_Q1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552255867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SafetyDoor.Panel.DO_Q2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4090496853"/>
                  </a:ext>
                </a:extLst>
              </a:tr>
              <a:tr h="10082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RefillConveyor.Motor.DO_TurnClockwise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3692808454"/>
                  </a:ext>
                </a:extLst>
              </a:tr>
              <a:tr h="10082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RefillConveyor.Motor.DO_TurnClockwise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3121416823"/>
                  </a:ext>
                </a:extLst>
              </a:tr>
              <a:tr h="10082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RefillConveyor.Switch.DO_Extend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608644874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RefillConveyor.ConveyorSpeed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0810045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311252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64253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BC6</a:t>
            </a:r>
          </a:p>
        </p:txBody>
      </p:sp>
      <p:grpSp>
        <p:nvGrpSpPr>
          <p:cNvPr id="187" name="Gruppieren 186"/>
          <p:cNvGrpSpPr/>
          <p:nvPr/>
        </p:nvGrpSpPr>
        <p:grpSpPr>
          <a:xfrm>
            <a:off x="2482736" y="3465860"/>
            <a:ext cx="1426015" cy="1533559"/>
            <a:chOff x="1304608" y="3314999"/>
            <a:chExt cx="1426015" cy="1533559"/>
          </a:xfrm>
        </p:grpSpPr>
        <p:grpSp>
          <p:nvGrpSpPr>
            <p:cNvPr id="188" name="Gruppieren 18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206" name="Textfeld 20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Ellipse 20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89" name="Gruppieren 18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204" name="Textfeld 20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205" name="Ellipse 20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0" name="Gruppieren 18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202" name="Textfeld 201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203" name="Ellipse 20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1" name="Gruppieren 19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200" name="Textfeld 199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201" name="Ellipse 20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2" name="Gruppieren 19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198" name="Textfeld 197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199" name="Ellipse 19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193" name="Textfeld 19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</a:p>
          </p:txBody>
        </p:sp>
        <p:sp>
          <p:nvSpPr>
            <p:cNvPr id="194" name="Rechteck 19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" name="Ellipse 194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6" name="Textfeld 195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Data</a:t>
              </a:r>
            </a:p>
          </p:txBody>
        </p:sp>
        <p:sp>
          <p:nvSpPr>
            <p:cNvPr id="197" name="Ellipse 196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grpSp>
        <p:nvGrpSpPr>
          <p:cNvPr id="14" name="Gruppieren 13"/>
          <p:cNvGrpSpPr/>
          <p:nvPr/>
        </p:nvGrpSpPr>
        <p:grpSpPr>
          <a:xfrm>
            <a:off x="2584649" y="1278375"/>
            <a:ext cx="1551780" cy="1652928"/>
            <a:chOff x="2584649" y="1278375"/>
            <a:chExt cx="1551780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" name="Textfeld 7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4" name="Textfeld 7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" name="Textfeld 726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8" name="Textfeld 7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" name="Textfeld 7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" name="Textfeld 7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" name="Textfeld 7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6" name="Textfeld 7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88" name="Rechteck 787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85" name="Textfeld 184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08" name="Gruppieren 207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209" name="Rechteck 20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0" name="Ellipse 20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1" name="Ellipse 21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2" name="Ellipse 21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3" name="Ellipse 21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4" name="Textfeld 21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215" name="Textfeld 21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</a:p>
            </p:txBody>
          </p:sp>
          <p:sp>
            <p:nvSpPr>
              <p:cNvPr id="216" name="Ellipse 21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7" name="Ellipse 21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8" name="Ellipse 21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9" name="Ellipse 21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0" name="Ellipse 21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21" name="Ellipse 22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2" name="Ellipse 22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3" name="Ellipse 22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4" name="Ellipse 22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25" name="Ellipse 22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6" name="Ellipse 22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7" name="Ellipse 22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28" name="Gruppieren 22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29" name="Rechteck 22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0" name="Rechteck 22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1" name="Rechteck 23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2" name="Rechteck 23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33" name="Rechteck 23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4" name="Rechteck 23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5" name="Rechteck 23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6" name="Rechteck 23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7" name="Rechteck 23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8" name="Rechteck 23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9" name="Rechteck 23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0" name="Rechteck 23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1" name="Rechteck 24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2" name="Rechteck 24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3" name="Rechteck 24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4" name="Rechteck 24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5" name="Rechteck 24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246" name="Textfeld 245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aphicFrame>
        <p:nvGraphicFramePr>
          <p:cNvPr id="4" name="Tabel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4675808"/>
              </p:ext>
            </p:extLst>
          </p:nvPr>
        </p:nvGraphicFramePr>
        <p:xfrm>
          <a:off x="6256019" y="1424023"/>
          <a:ext cx="2732705" cy="13335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7306">
                  <a:extLst>
                    <a:ext uri="{9D8B030D-6E8A-4147-A177-3AD203B41FA5}">
                      <a16:colId xmlns:a16="http://schemas.microsoft.com/office/drawing/2014/main" val="3178602725"/>
                    </a:ext>
                  </a:extLst>
                </a:gridCol>
                <a:gridCol w="2105399">
                  <a:extLst>
                    <a:ext uri="{9D8B030D-6E8A-4147-A177-3AD203B41FA5}">
                      <a16:colId xmlns:a16="http://schemas.microsoft.com/office/drawing/2014/main" val="193900423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 smtClean="0">
                          <a:effectLst/>
                        </a:rPr>
                        <a:t>Stack.WeightModule.AI_WPWeight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32891043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GND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76219197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GND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8060196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Data - Crane.RFID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17218879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Data - Crane.RFID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88922566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24 Volt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89825650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BC6.3.10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>
                          <a:effectLst/>
                        </a:rPr>
                        <a:t>0 Volt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68503392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289583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0472164"/>
              </p:ext>
            </p:extLst>
          </p:nvPr>
        </p:nvGraphicFramePr>
        <p:xfrm>
          <a:off x="5890574" y="1281316"/>
          <a:ext cx="4770711" cy="2038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</a:t>
                      </a:r>
                      <a:r>
                        <a:rPr lang="de-DE" sz="1100" b="0" i="0" u="none" strike="noStrike" baseline="0" dirty="0">
                          <a:effectLst/>
                          <a:latin typeface="Calibri" panose="020F0502020204030204" pitchFamily="34" charset="0"/>
                        </a:rPr>
                        <a:t> Volt Input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LargeSortingConveyor.Switch.DI_Retracted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LargeSortingConveyor.Switch.DI_Extended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BC7.4.6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BC7.4.7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BC7.5.3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 -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LargeSortingConveyor.RFID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 -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LargeSortingConveyor.RFID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BC7.6.10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BC7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2586406" y="1278376"/>
            <a:ext cx="2517156" cy="1652928"/>
            <a:chOff x="2586406" y="1278376"/>
            <a:chExt cx="2517156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347923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5309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718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518976" y="133911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40" name="Gruppieren 339"/>
            <p:cNvGrpSpPr/>
            <p:nvPr/>
          </p:nvGrpSpPr>
          <p:grpSpPr>
            <a:xfrm>
              <a:off x="4778612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41" name="Gruppieren 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45" name="Rechteck 3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4" name="Textfeld 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42" name="Textfeld 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279" name="Textfeld 278"/>
            <p:cNvSpPr txBox="1"/>
            <p:nvPr/>
          </p:nvSpPr>
          <p:spPr>
            <a:xfrm>
              <a:off x="2586406" y="276305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281" name="Gruppieren 280"/>
            <p:cNvGrpSpPr/>
            <p:nvPr/>
          </p:nvGrpSpPr>
          <p:grpSpPr>
            <a:xfrm>
              <a:off x="4454058" y="1327262"/>
              <a:ext cx="324950" cy="1602737"/>
              <a:chOff x="2526020" y="269422"/>
              <a:chExt cx="324950" cy="1602737"/>
            </a:xfrm>
          </p:grpSpPr>
          <p:sp>
            <p:nvSpPr>
              <p:cNvPr id="372" name="Rechteck 371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3" name="Ellipse 372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4" name="Ellipse 373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5" name="Ellipse 374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6" name="Ellipse 375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7" name="Textfeld 37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378" name="Textfeld 377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</a:p>
            </p:txBody>
          </p:sp>
          <p:sp>
            <p:nvSpPr>
              <p:cNvPr id="379" name="Ellipse 378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0" name="Ellipse 379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1" name="Ellipse 380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2" name="Ellipse 381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3" name="Ellipse 382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4" name="Ellipse 383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5" name="Ellipse 384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6" name="Ellipse 385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7" name="Ellipse 386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8" name="Ellipse 387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9" name="Ellipse 388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90" name="Ellipse 389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91" name="Gruppieren 390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92" name="Rechteck 391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3" name="Rechteck 392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4" name="Rechteck 393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5" name="Rechteck 394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6" name="Rechteck 395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7" name="Rechteck 396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8" name="Rechteck 397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9" name="Rechteck 398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0" name="Rechteck 399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1" name="Rechteck 400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2" name="Rechteck 401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3" name="Rechteck 402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4" name="Rechteck 403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5" name="Rechteck 404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6" name="Rechteck 405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7" name="Rechteck 406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8" name="Rechteck 407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409" name="Gruppieren 408"/>
          <p:cNvGrpSpPr/>
          <p:nvPr/>
        </p:nvGrpSpPr>
        <p:grpSpPr>
          <a:xfrm>
            <a:off x="2741148" y="3340045"/>
            <a:ext cx="1426015" cy="1533559"/>
            <a:chOff x="1304608" y="3314999"/>
            <a:chExt cx="1426015" cy="1533559"/>
          </a:xfrm>
        </p:grpSpPr>
        <p:grpSp>
          <p:nvGrpSpPr>
            <p:cNvPr id="410" name="Gruppieren 409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428" name="Textfeld 427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9" name="Ellipse 42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1" name="Gruppieren 410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426" name="Textfeld 42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427" name="Ellipse 42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2" name="Gruppieren 411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424" name="Textfeld 42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425" name="Ellipse 42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3" name="Gruppieren 412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422" name="Textfeld 421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423" name="Ellipse 42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4" name="Gruppieren 413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420" name="Textfeld 419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421" name="Ellipse 42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415" name="Textfeld 414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</a:p>
          </p:txBody>
        </p:sp>
        <p:sp>
          <p:nvSpPr>
            <p:cNvPr id="416" name="Rechteck 415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Ellipse 416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18" name="Textfeld 417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Data</a:t>
              </a:r>
            </a:p>
          </p:txBody>
        </p:sp>
        <p:sp>
          <p:nvSpPr>
            <p:cNvPr id="419" name="Ellipse 418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344680139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688292"/>
              </p:ext>
            </p:extLst>
          </p:nvPr>
        </p:nvGraphicFramePr>
        <p:xfrm>
          <a:off x="5890574" y="1281316"/>
          <a:ext cx="4770711" cy="5086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PicAlpha.Gripper.VacuumSwitch.DI_TakenIn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PicAlpha.AtPosition1.DI_PositionReached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PicAlpha.AtPosition4.DI_PositionReached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PicAlpha.AtPosition3.DI_PositionReached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PicAlpha.LiftingCylinder.DI_Extended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PicAlpha.LiftingCylinder.DI_Retracted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PicAlpha.AtPosition2.DI_PositionReached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LightGrid.Panel.DI_EmergencyStop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LightGrid.Panel.DI_StartButton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LightGrid.Panel.DI_StopButton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LightGrid.Panel.DI_AutomaticButton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LightGrid.Panel.DI_ResetButton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8.5.1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PicAlpha.Gripper.Valve.DO_VacuumOn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48802028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4239119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PicAlpha.Motor.DO_TurnCounterclockwise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3452217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PicAlpha.Motor.DO_TurnClockwise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PicAlpha.LiftingCylinder.DO_Extend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PicAlpha.Gripper.VacuumHit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LightGrid.Panel.DO_LampGreen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56196212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LightGrid.ExtendedPanel.DO_LampReset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37917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LightGrid.Panel.DO_Q1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2286386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LightGrid.Panel.DO_Q2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9990107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BC8</a:t>
            </a:r>
          </a:p>
        </p:txBody>
      </p:sp>
      <p:grpSp>
        <p:nvGrpSpPr>
          <p:cNvPr id="337" name="Gruppieren 336"/>
          <p:cNvGrpSpPr/>
          <p:nvPr/>
        </p:nvGrpSpPr>
        <p:grpSpPr>
          <a:xfrm>
            <a:off x="2684703" y="3418716"/>
            <a:ext cx="1426015" cy="1498824"/>
            <a:chOff x="2761121" y="3144844"/>
            <a:chExt cx="1426015" cy="1498824"/>
          </a:xfrm>
        </p:grpSpPr>
        <p:grpSp>
          <p:nvGrpSpPr>
            <p:cNvPr id="338" name="Gruppieren 337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340" name="Gruppieren 339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355" name="Textfeld 354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6" name="Ellipse 35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1" name="Gruppieren 340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353" name="Textfeld 352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354" name="Ellipse 35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2" name="Gruppieren 341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351" name="Textfeld 35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352" name="Ellipse 35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3" name="Gruppieren 342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349" name="Textfeld 348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350" name="Ellipse 34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4" name="Gruppieren 343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347" name="Textfeld 346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348" name="Ellipse 34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345" name="Textfeld 344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</a:p>
            </p:txBody>
          </p:sp>
          <p:sp>
            <p:nvSpPr>
              <p:cNvPr id="346" name="Rechteck 345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9" name="Ellipse 338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4" name="Gruppieren 3"/>
          <p:cNvGrpSpPr/>
          <p:nvPr/>
        </p:nvGrpSpPr>
        <p:grpSpPr>
          <a:xfrm>
            <a:off x="2261157" y="1277106"/>
            <a:ext cx="3493712" cy="1654198"/>
            <a:chOff x="2261157" y="1277106"/>
            <a:chExt cx="3493712" cy="165419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50496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26558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34235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29888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34302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29955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28284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315538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47935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10231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65" name="Gruppieren 5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67" name="Rechteck 5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68" name="Rechteck 5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Ellipse 5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0" name="Ellipse 5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1" name="Textfeld 5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72" name="Textfeld 5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73" name="Ellipse 5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Ellipse 5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Textfeld 5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76" name="Textfeld 5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77" name="Ellipse 5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Ellipse 5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9" name="Textfeld 5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80" name="Textfeld 5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85" name="Rechteck 5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Rechteck 5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Rechteck 5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8" name="Rechteck 5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9" name="Rechteck 5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Rechteck 5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Rechteck 5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2" name="Rechteck 5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66" name="Textfeld 565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282" name="Gruppieren 281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283" name="Gruppieren 28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87" name="Rechteck 28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86" name="Textfeld 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84" name="Textfeld 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14" name="Textfeld 313"/>
            <p:cNvSpPr txBox="1"/>
            <p:nvPr/>
          </p:nvSpPr>
          <p:spPr>
            <a:xfrm>
              <a:off x="226115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269" name="Gruppieren 268"/>
            <p:cNvGrpSpPr/>
            <p:nvPr/>
          </p:nvGrpSpPr>
          <p:grpSpPr>
            <a:xfrm>
              <a:off x="3803505" y="1277106"/>
              <a:ext cx="327049" cy="1652928"/>
              <a:chOff x="1692193" y="1141150"/>
              <a:chExt cx="327049" cy="1652928"/>
            </a:xfrm>
          </p:grpSpPr>
          <p:grpSp>
            <p:nvGrpSpPr>
              <p:cNvPr id="270" name="Gruppieren 2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2" name="Gruppieren 2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4" name="Rechteck 2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" name="Rechteck 2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" name="Ellipse 2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" name="Ellipse 2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" name="Textfeld 2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" name="Textfeld 2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" name="Ellipse 2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" name="Ellipse 2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" name="Textfeld 28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8" name="Textfeld 2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9" name="Ellipse 2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" name="Ellipse 2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" name="Textfeld 2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2" name="Textfeld 2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3" name="Ellipse 2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" name="Ellipse 2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" name="Textfeld 2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6" name="Textfeld 2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7" name="Rechteck 2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" name="Rechteck 2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" name="Rechteck 2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" name="Rechteck 2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" name="Rechteck 3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" name="Rechteck 3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" name="Rechteck 3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" name="Rechteck 3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3" name="Textfeld 272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71" name="Textfeld 2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1990336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BC9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4415" y="1276473"/>
            <a:ext cx="2876963" cy="1654831"/>
            <a:chOff x="2584415" y="1276473"/>
            <a:chExt cx="2876963" cy="1654831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567" name="Rechteck 56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566" name="Textfeld 5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4" name="Gruppieren 313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315" name="Gruppieren 31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317" name="Gruppieren 31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19" name="Rechteck 3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" name="Rechteck 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" name="Ellipse 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" name="Ellipse 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" name="Ellipse 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" name="Ellipse 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" name="Textfeld 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" name="Textfeld 3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" name="Ellipse 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" name="Ellipse 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" name="Textfeld 330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2" name="Textfeld 331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3" name="Ellipse 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" name="Ellipse 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" name="Rechteck 3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" name="Rechteck 3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" name="Rechteck 3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" name="Rechteck 3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" name="Rechteck 3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" name="Rechteck 3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" name="Rechteck 3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" name="Rechteck 3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" name="Textfeld 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6" name="Textfeld 3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280" name="Textfeld 27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376" name="Textfeld 375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377" name="Textfeld 376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378" name="Textfeld 377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379" name="Textfeld 378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380" name="Gruppieren 379"/>
          <p:cNvGrpSpPr/>
          <p:nvPr/>
        </p:nvGrpSpPr>
        <p:grpSpPr>
          <a:xfrm>
            <a:off x="2622256" y="3308434"/>
            <a:ext cx="1426015" cy="1533559"/>
            <a:chOff x="1304608" y="3314999"/>
            <a:chExt cx="1426015" cy="1533559"/>
          </a:xfrm>
        </p:grpSpPr>
        <p:grpSp>
          <p:nvGrpSpPr>
            <p:cNvPr id="381" name="Gruppieren 380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399" name="Textfeld 398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0" name="Ellipse 399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2" name="Gruppieren 381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397" name="Textfeld 396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398" name="Ellipse 397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3" name="Gruppieren 382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395" name="Textfeld 394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396" name="Ellipse 395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4" name="Gruppieren 383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393" name="Textfeld 392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394" name="Ellipse 393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5" name="Gruppieren 384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391" name="Textfeld 390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392" name="Ellipse 391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386" name="Textfeld 385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</a:p>
          </p:txBody>
        </p:sp>
        <p:sp>
          <p:nvSpPr>
            <p:cNvPr id="387" name="Rechteck 386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Ellipse 387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9" name="Textfeld 388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Integer OUT</a:t>
              </a:r>
            </a:p>
          </p:txBody>
        </p:sp>
        <p:sp>
          <p:nvSpPr>
            <p:cNvPr id="390" name="Ellipse 389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graphicFrame>
        <p:nvGraphicFramePr>
          <p:cNvPr id="3" name="Tabel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3852716"/>
              </p:ext>
            </p:extLst>
          </p:nvPr>
        </p:nvGraphicFramePr>
        <p:xfrm>
          <a:off x="7133971" y="1420050"/>
          <a:ext cx="3305066" cy="22521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9369">
                  <a:extLst>
                    <a:ext uri="{9D8B030D-6E8A-4147-A177-3AD203B41FA5}">
                      <a16:colId xmlns:a16="http://schemas.microsoft.com/office/drawing/2014/main" val="308135345"/>
                    </a:ext>
                  </a:extLst>
                </a:gridCol>
                <a:gridCol w="2765697">
                  <a:extLst>
                    <a:ext uri="{9D8B030D-6E8A-4147-A177-3AD203B41FA5}">
                      <a16:colId xmlns:a16="http://schemas.microsoft.com/office/drawing/2014/main" val="3192584014"/>
                    </a:ext>
                  </a:extLst>
                </a:gridCol>
              </a:tblGrid>
              <a:tr h="14572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Input</a:t>
                      </a: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2010493577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Input</a:t>
                      </a: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4281039693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PicAlphaConveyor.PsSwitch.DI_WPDetected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1988573416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PicAlphaConveyor.PsEnd.DI_WPDetected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2378662097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PicAlphaConveyor.Switch.DI_Retracted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2961049444"/>
                  </a:ext>
                </a:extLst>
              </a:tr>
              <a:tr h="153011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PicAlphaConveyor.Switch.DI_Extended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862954848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9.3.A1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PicAlphaConveyor.Motor.AI_Position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3556378889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9.3.B1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PicAlphaConveyor.Motor.AI_Speed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1080464023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Output</a:t>
                      </a: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3835739611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Output</a:t>
                      </a: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1491472724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PicAlphaConveyor.Motor.DO_TurnClockwise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29295142"/>
                  </a:ext>
                </a:extLst>
              </a:tr>
              <a:tr h="17620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PicAlphaConveyor.Motor.DO_TurnCounterclockwise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2145131137"/>
                  </a:ext>
                </a:extLst>
              </a:tr>
              <a:tr h="13843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PicAlphaConveyor.Switch.DO_Extend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509505150"/>
                  </a:ext>
                </a:extLst>
              </a:tr>
              <a:tr h="13843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PicAlphaConveyor.ConveyorSpeed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31330891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15184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3209199"/>
              </p:ext>
            </p:extLst>
          </p:nvPr>
        </p:nvGraphicFramePr>
        <p:xfrm>
          <a:off x="6683054" y="1326664"/>
          <a:ext cx="3977325" cy="26009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2765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3334560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SmallSortingConveyor.PsBeginning.DI_WPDetected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SmallSortingConveyor.PsBevorSwitch.DI_WPDetected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SmallSortingConveyor.Switch.DI_Retracted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SmallSortingConveyor.Switch.DI_Extended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10.3.A1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SmallSortingConveyor.Motor.AI_Position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10.3.B1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SmallSortingConveyor.Motor.AI_Speed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SmallSortingConveyor.Motor.DO_TurnClockwise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SmallSortingConveyor.Motor.DO_TurnCounterclockwise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SmallSortingConveyor.ConveyorSpeed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BC10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4415" y="1276473"/>
            <a:ext cx="2876963" cy="1654831"/>
            <a:chOff x="2584415" y="1276473"/>
            <a:chExt cx="2876963" cy="1654831"/>
          </a:xfrm>
        </p:grpSpPr>
        <p:grpSp>
          <p:nvGrpSpPr>
            <p:cNvPr id="355" name="Gruppieren 354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56" name="Gruppieren 3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8" name="Gruppieren 3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0" name="Rechteck 3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" name="Rechteck 3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" name="Ellipse 3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3" name="Ellipse 3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" name="Ellipse 3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" name="Ellipse 3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" name="Ellipse 3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" name="Ellipse 3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" name="Ellipse 3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" name="Ellipse 3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" name="Rechteck 3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" name="Rechteck 3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" name="Rechteck 3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" name="Rechteck 3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" name="Rechteck 3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" name="Rechteck 3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6" name="Rechteck 3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7" name="Rechteck 3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9" name="Textfeld 3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57" name="Textfeld 3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78" name="Rechteck 377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79" name="Rechteck 378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0" name="Rechteck 379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1" name="Rechteck 38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2" name="Rechteck 38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83" name="Gruppieren 382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84" name="Gruppieren 3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86" name="Gruppieren 3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88" name="Rechteck 3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89" name="Rechteck 3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0" name="Ellipse 3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" name="Ellipse 3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" name="Textfeld 3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3" name="Textfeld 3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4" name="Ellipse 3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" name="Ellipse 3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" name="Textfeld 3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" name="Textfeld 3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8" name="Ellipse 3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" name="Ellipse 3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" name="Textfeld 3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1" name="Textfeld 4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2" name="Ellipse 4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3" name="Ellipse 4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" name="Textfeld 4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5" name="Textfeld 4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6" name="Rechteck 4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" name="Rechteck 4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" name="Rechteck 4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" name="Rechteck 4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Rechteck 4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Rechteck 4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" name="Rechteck 4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" name="Rechteck 4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87" name="Textfeld 3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85" name="Textfeld 3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414" name="Gruppieren 413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15" name="Gruppieren 4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7" name="Gruppieren 4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9" name="Rechteck 4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0" name="Rechteck 4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" name="Ellipse 4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Ellipse 4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Textfeld 4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4" name="Textfeld 4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25" name="Ellipse 4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Ellipse 4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Textfeld 4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8" name="Textfeld 4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29" name="Ellipse 4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" name="Ellipse 4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" name="Textfeld 4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32" name="Textfeld 4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33" name="Ellipse 4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" name="Ellipse 4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5" name="Textfeld 4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36" name="Textfeld 4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37" name="Rechteck 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8" name="Rechteck 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" name="Rechteck 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Rechteck 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Rechteck 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" name="Rechteck 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3" name="Rechteck 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Rechteck 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8" name="Textfeld 4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16" name="Textfeld 4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445" name="Gruppieren 444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446" name="Gruppieren 4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48" name="Gruppieren 4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50" name="Rechteck 4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1" name="Rechteck 4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Ellipse 4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Ellipse 4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" name="Ellipse 45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" name="Ellipse 45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Ellipse 4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7" name="Ellipse 4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Ellipse 4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" name="Ellipse 4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" name="Rechteck 4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" name="Rechteck 4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" name="Rechteck 4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3" name="Rechteck 4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4" name="Rechteck 4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5" name="Rechteck 4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6" name="Rechteck 4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7" name="Rechteck 4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9" name="Textfeld 4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47" name="Textfeld 4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468" name="Gruppieren 467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69" name="Gruppieren 4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71" name="Gruppieren 4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73" name="Rechteck 4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74" name="Rechteck 4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Ellipse 4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6" name="Ellipse 4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7" name="Textfeld 4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78" name="Textfeld 4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79" name="Ellipse 4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0" name="Ellipse 4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1" name="Textfeld 4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2" name="Textfeld 481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3" name="Ellipse 4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4" name="Ellipse 4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5" name="Textfeld 484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6" name="Textfeld 485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7" name="Ellipse 4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Ellipse 4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9" name="Textfeld 4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0" name="Textfeld 4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1" name="Rechteck 4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Rechteck 4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3" name="Rechteck 4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4" name="Rechteck 4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Rechteck 4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Rechteck 4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7" name="Rechteck 4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8" name="Rechteck 4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72" name="Textfeld 4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70" name="Textfeld 4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499" name="Gruppieren 498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500" name="Gruppieren 49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502" name="Gruppieren 50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504" name="Rechteck 5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5" name="Rechteck 5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6" name="Ellipse 5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Textfeld 5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10" name="Ellipse 5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Ellipse 5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12" name="Ellipse 5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Ellipse 5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44" name="Textfeld 5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54" name="Ellipse 5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7" name="Ellipse 5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8" name="Textfeld 5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59" name="Textfeld 5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60" name="Rechteck 5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1" name="Rechteck 5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3" name="Rechteck 5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Rechteck 5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Rechteck 5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6" name="Rechteck 5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7" name="Rechteck 5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Rechteck 5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03" name="Textfeld 5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501" name="Textfeld 5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99" name="Gruppieren 598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600" name="Gruppieren 599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602" name="Rechteck 60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03" name="Textfeld 60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601" name="Textfeld 6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04" name="Rechteck 603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605" name="Gruppieren 604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606" name="Gruppieren 605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608" name="Gruppieren 60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610" name="Rechteck 6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1" name="Rechteck 6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2" name="Ellipse 6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3" name="Ellipse 6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4" name="Ellipse 6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Textfeld 6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8" name="Ellipse 6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Textfeld 619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22" name="Ellipse 6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Rechteck 6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Rechteck 6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6" name="Rechteck 6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7" name="Rechteck 6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8" name="Rechteck 6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Rechteck 6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0" name="Rechteck 6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09" name="Textfeld 6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07" name="Textfeld 6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632" name="Textfeld 631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633" name="Textfeld 632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634" name="Textfeld 633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635" name="Textfeld 634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636" name="Textfeld 635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637" name="Gruppieren 636"/>
          <p:cNvGrpSpPr/>
          <p:nvPr/>
        </p:nvGrpSpPr>
        <p:grpSpPr>
          <a:xfrm>
            <a:off x="2622256" y="3308434"/>
            <a:ext cx="1426015" cy="1533559"/>
            <a:chOff x="1304608" y="3314999"/>
            <a:chExt cx="1426015" cy="1533559"/>
          </a:xfrm>
        </p:grpSpPr>
        <p:grpSp>
          <p:nvGrpSpPr>
            <p:cNvPr id="638" name="Gruppieren 63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656" name="Textfeld 65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7" name="Ellipse 65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39" name="Gruppieren 63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654" name="Textfeld 65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655" name="Ellipse 65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0" name="Gruppieren 63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652" name="Textfeld 651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653" name="Ellipse 65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1" name="Gruppieren 64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650" name="Textfeld 649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651" name="Ellipse 65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2" name="Gruppieren 64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648" name="Textfeld 647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649" name="Ellipse 64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643" name="Textfeld 64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</a:p>
          </p:txBody>
        </p:sp>
        <p:sp>
          <p:nvSpPr>
            <p:cNvPr id="644" name="Rechteck 64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5" name="Ellipse 644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6" name="Textfeld 645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Integer OUT</a:t>
              </a:r>
            </a:p>
          </p:txBody>
        </p:sp>
        <p:sp>
          <p:nvSpPr>
            <p:cNvPr id="647" name="Ellipse 646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241749713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BC11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5049" y="1277585"/>
            <a:ext cx="2520106" cy="1653719"/>
            <a:chOff x="2585049" y="1277585"/>
            <a:chExt cx="2520106" cy="1653719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078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43754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9287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118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5728" y="19596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4171" y="219913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8020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81" name="Rechteck 8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837924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4" name="Gruppieren 313"/>
            <p:cNvGrpSpPr/>
            <p:nvPr/>
          </p:nvGrpSpPr>
          <p:grpSpPr>
            <a:xfrm>
              <a:off x="3469788" y="1277585"/>
              <a:ext cx="331945" cy="1652928"/>
              <a:chOff x="1687297" y="1141150"/>
              <a:chExt cx="331945" cy="1652928"/>
            </a:xfrm>
          </p:grpSpPr>
          <p:grpSp>
            <p:nvGrpSpPr>
              <p:cNvPr id="315" name="Gruppieren 314"/>
              <p:cNvGrpSpPr/>
              <p:nvPr/>
            </p:nvGrpSpPr>
            <p:grpSpPr>
              <a:xfrm>
                <a:off x="1692193" y="1141150"/>
                <a:ext cx="327049" cy="1537301"/>
                <a:chOff x="1692193" y="1141150"/>
                <a:chExt cx="327049" cy="1537301"/>
              </a:xfrm>
            </p:grpSpPr>
            <p:grpSp>
              <p:nvGrpSpPr>
                <p:cNvPr id="317" name="Gruppieren 316"/>
                <p:cNvGrpSpPr/>
                <p:nvPr/>
              </p:nvGrpSpPr>
              <p:grpSpPr>
                <a:xfrm>
                  <a:off x="1692193" y="1191340"/>
                  <a:ext cx="327049" cy="1487111"/>
                  <a:chOff x="1692193" y="1191340"/>
                  <a:chExt cx="327049" cy="1487111"/>
                </a:xfrm>
              </p:grpSpPr>
              <p:sp>
                <p:nvSpPr>
                  <p:cNvPr id="319" name="Rechteck 318"/>
                  <p:cNvSpPr/>
                  <p:nvPr/>
                </p:nvSpPr>
                <p:spPr>
                  <a:xfrm>
                    <a:off x="1694134" y="1191340"/>
                    <a:ext cx="325108" cy="1438663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" name="Rechteck 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" name="Ellipse 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" name="Ellipse 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3" name="Textfeld 3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4" name="Textfeld 3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5" name="Ellipse 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" name="Ellipse 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" name="Textfeld 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" name="Textfeld 327"/>
                  <p:cNvSpPr txBox="1"/>
                  <p:nvPr/>
                </p:nvSpPr>
                <p:spPr>
                  <a:xfrm>
                    <a:off x="1809195" y="196793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9" name="Ellipse 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" name="Ellipse 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" name="Textfeld 3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" name="Textfeld 3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3" name="Ellipse 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" name="Ellipse 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" name="Textfeld 3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36" name="Textfeld 335"/>
                  <p:cNvSpPr txBox="1"/>
                  <p:nvPr/>
                </p:nvSpPr>
                <p:spPr>
                  <a:xfrm>
                    <a:off x="1813062" y="24245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37" name="Rechteck 3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" name="Rechteck 3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" name="Rechteck 3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" name="Rechteck 3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" name="Rechteck 3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" name="Rechteck 3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" name="Rechteck 3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" name="Rechteck 3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" name="Textfeld 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6" name="Textfeld 315"/>
              <p:cNvSpPr txBox="1"/>
              <p:nvPr/>
            </p:nvSpPr>
            <p:spPr>
              <a:xfrm>
                <a:off x="1687297" y="2628305"/>
                <a:ext cx="33194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249" name="Textfeld 248"/>
            <p:cNvSpPr txBox="1"/>
            <p:nvPr/>
          </p:nvSpPr>
          <p:spPr>
            <a:xfrm>
              <a:off x="2585049" y="2761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BC11</a:t>
              </a:r>
            </a:p>
          </p:txBody>
        </p:sp>
      </p:grpSp>
      <p:grpSp>
        <p:nvGrpSpPr>
          <p:cNvPr id="251" name="Gruppieren 250"/>
          <p:cNvGrpSpPr/>
          <p:nvPr/>
        </p:nvGrpSpPr>
        <p:grpSpPr>
          <a:xfrm>
            <a:off x="2622733" y="3317438"/>
            <a:ext cx="1426015" cy="1498824"/>
            <a:chOff x="2761121" y="3144844"/>
            <a:chExt cx="1426015" cy="1498824"/>
          </a:xfrm>
        </p:grpSpPr>
        <p:grpSp>
          <p:nvGrpSpPr>
            <p:cNvPr id="252" name="Gruppieren 251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254" name="Gruppieren 253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269" name="Textfeld 26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0" name="Ellipse 26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5" name="Gruppieren 254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267" name="Textfeld 26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268" name="Ellipse 26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6" name="Gruppieren 255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265" name="Textfeld 264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266" name="Ellipse 26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7" name="Gruppieren 256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263" name="Textfeld 262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264" name="Ellipse 26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8" name="Gruppieren 257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261" name="Textfeld 260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262" name="Ellipse 26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259" name="Textfeld 258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</a:p>
            </p:txBody>
          </p:sp>
          <p:sp>
            <p:nvSpPr>
              <p:cNvPr id="260" name="Rechteck 259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53" name="Ellipse 252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aphicFrame>
        <p:nvGraphicFramePr>
          <p:cNvPr id="3" name="Tabel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949669"/>
              </p:ext>
            </p:extLst>
          </p:nvPr>
        </p:nvGraphicFramePr>
        <p:xfrm>
          <a:off x="6269388" y="1329708"/>
          <a:ext cx="4662737" cy="257005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0106">
                  <a:extLst>
                    <a:ext uri="{9D8B030D-6E8A-4147-A177-3AD203B41FA5}">
                      <a16:colId xmlns:a16="http://schemas.microsoft.com/office/drawing/2014/main" val="1453262695"/>
                    </a:ext>
                  </a:extLst>
                </a:gridCol>
                <a:gridCol w="4032631">
                  <a:extLst>
                    <a:ext uri="{9D8B030D-6E8A-4147-A177-3AD203B41FA5}">
                      <a16:colId xmlns:a16="http://schemas.microsoft.com/office/drawing/2014/main" val="3521138739"/>
                    </a:ext>
                  </a:extLst>
                </a:gridCol>
              </a:tblGrid>
              <a:tr h="155349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Input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590530214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Input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1333770097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EngergyMonitoringHardware.GearPoint_80l_min.DI_ReachedGearPoint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3870645321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EngergyMonitoringHardware.GearPoint_120l_min.DI_ReachedGearPoint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1504321568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EngergyMonitoringHardware.PressureSensor_4bar.DI_PressureReached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2921197945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EngergyMonitoringHardware.Flow_2to200l_min.AI_Flow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2343709211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EngergyMonitoringHardware.Transducer_0to10AC_0to10V.AI_AmperToVolt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3281779981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EngergyMonitoringHardware.ExtSensor_0to10V.AI_Voltage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1231230308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EngergyMonitoringHardware.PressureSensor.AI_CurrentPressure</a:t>
                      </a:r>
                      <a:r>
                        <a:rPr lang="de-DE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2893274796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11.3.G(8)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GND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3955794453"/>
                  </a:ext>
                </a:extLst>
              </a:tr>
              <a:tr h="163117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GND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1771922544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Output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2325080839"/>
                  </a:ext>
                </a:extLst>
              </a:tr>
              <a:tr h="16460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Output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973173445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EngergyMonitoringHardware.SmallContacter_left.DO_Plug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1144525273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EngergyMonitoringHardware.SmallContacter_right.DO_Plug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3135365408"/>
                  </a:ext>
                </a:extLst>
              </a:tr>
              <a:tr h="147582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EngergyMonitoringHardware.ChangeoverMagnetVaveRelay.DO_Changeover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393180767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103618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0-1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4" name="Gruppieren 3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309" name="Gruppieren 308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665" name="Gruppieren 66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67" name="Gruppieren 66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69" name="Rechteck 6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70" name="Rechteck 6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1" name="Ellipse 6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72" name="Ellipse 6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3" name="Ellipse 6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4" name="Ellipse 6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5" name="Ellipse 6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6" name="Ellipse 6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7" name="Ellipse 6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8" name="Ellipse 6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9" name="Rechteck 67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0" name="Rechteck 67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1" name="Rechteck 68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2" name="Rechteck 68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3" name="Rechteck 68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4" name="Rechteck 68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5" name="Rechteck 68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6" name="Rechteck 68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68" name="Textfeld 6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66" name="Textfeld 6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0" name="Rechteck 309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" name="Rechteck 310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" name="Rechteck 311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3" name="Rechteck 312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4" name="Rechteck 313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5" name="Gruppieren 314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635" name="Gruppieren 6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37" name="Gruppieren 6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39" name="Rechteck 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0" name="Rechteck 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" name="Ellipse 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" name="Ellipse 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" name="Textfeld 6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4" name="Textfeld 6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5" name="Ellipse 6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" name="Ellipse 6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" name="Textfeld 6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" name="Textfeld 6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9" name="Ellipse 6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" name="Ellipse 6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" name="Textfeld 6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2" name="Textfeld 6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3" name="Ellipse 6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4" name="Ellipse 6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5" name="Textfeld 6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56" name="Textfeld 6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57" name="Rechteck 6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8" name="Rechteck 6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9" name="Rechteck 6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0" name="Rechteck 6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1" name="Rechteck 6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2" name="Rechteck 6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3" name="Rechteck 6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4" name="Rechteck 6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38" name="Textfeld 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36" name="Textfeld 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6" name="Gruppieren 315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605" name="Gruppieren 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07" name="Gruppieren 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09" name="Rechteck 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0" name="Rechteck 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1" name="Ellipse 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2" name="Ellipse 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3" name="Textfeld 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14" name="Textfeld 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Ellipse 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8" name="Textfeld 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Ellipse 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2" name="Textfeld 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Ellipse 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Textfeld 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26" name="Textfeld 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27" name="Rechteck 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8" name="Rechteck 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Rechteck 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0" name="Rechteck 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2" name="Rechteck 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3" name="Rechteck 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4" name="Rechteck 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08" name="Textfeld 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606" name="Textfeld 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7" name="Gruppieren 316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575" name="Gruppieren 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77" name="Gruppieren 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79" name="Rechteck 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80" name="Rechteck 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85" name="Ellipse 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Ellipse 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Textfeld 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88" name="Textfeld 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89" name="Ellipse 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Ellipse 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Textfeld 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2" name="Textfeld 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3" name="Ellipse 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Ellipse 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Textfeld 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96" name="Textfeld 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97" name="Rechteck 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Rechteck 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9" name="Rechteck 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0" name="Rechteck 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1" name="Rechteck 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2" name="Rechteck 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3" name="Rechteck 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4" name="Rechteck 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78" name="Textfeld 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576" name="Textfeld 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9" name="Gruppieren 318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523" name="Gruppieren 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25" name="Gruppieren 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27" name="Rechteck 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8" name="Rechteck 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7" name="Ellipse 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8" name="Ellipse 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Textfeld 5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40" name="Textfeld 53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41" name="Ellipse 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42" name="Ellipse 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Textfeld 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44" name="Textfeld 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7" name="Rechteck 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8" name="Rechteck 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9" name="Rechteck 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0" name="Rechteck 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1" name="Rechteck 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2" name="Rechteck 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26" name="Textfeld 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524" name="Textfeld 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0" name="Gruppieren 319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493" name="Gruppieren 492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495" name="Gruppieren 4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97" name="Rechteck 4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8" name="Rechteck 4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Ellipse 4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02" name="Textfeld 5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Ellipse 5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6" name="Textfeld 5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Ellipse 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10" name="Textfeld 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11" name="Ellipse 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Ellipse 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Textfeld 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14" name="Textfeld 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15" name="Rechteck 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6" name="Rechteck 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7" name="Rechteck 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8" name="Rechteck 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9" name="Rechteck 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Rechteck 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Rechteck 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96" name="Textfeld 495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494" name="Textfeld 4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1" name="Gruppieren 320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463" name="Gruppieren 46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465" name="Gruppieren 4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67" name="Rechteck 4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8" name="Rechteck 4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9" name="Ellipse 4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0" name="Ellipse 4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1" name="Textfeld 4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72" name="Textfeld 4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73" name="Ellipse 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4" name="Ellipse 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Textfeld 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6" name="Textfeld 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7" name="Ellipse 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8" name="Ellipse 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9" name="Textfeld 4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0" name="Textfeld 4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1" name="Ellipse 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2" name="Ellipse 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3" name="Textfeld 4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84" name="Textfeld 4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85" name="Rechteck 4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6" name="Rechteck 4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7" name="Rechteck 4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Rechteck 4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Rechteck 4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1" name="Rechteck 4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Rechteck 4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6" name="Textfeld 4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464" name="Textfeld 4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2" name="Gruppieren 321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433" name="Gruppieren 4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35" name="Gruppieren 4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37" name="Rechteck 4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8" name="Rechteck 4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" name="Ellipse 4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Ellipse 4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Textfeld 4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2" name="Textfeld 4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3" name="Ellipse 4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Ellipse 4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" name="Textfeld 4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6" name="Textfeld 4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7" name="Ellipse 4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" name="Ellipse 4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" name="Textfeld 4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0" name="Textfeld 4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1" name="Ellipse 4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Ellipse 4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Textfeld 4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4" name="Textfeld 4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5" name="Rechteck 4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Rechteck 4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" name="Rechteck 4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Rechteck 4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" name="Rechteck 4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" name="Rechteck 4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" name="Rechteck 4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" name="Rechteck 4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6" name="Textfeld 4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434" name="Textfeld 4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26" name="Gruppieren 325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403" name="Gruppieren 40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5" name="Gruppieren 4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7" name="Rechteck 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" name="Rechteck 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" name="Ellipse 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Ellipse 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Textfeld 4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2" name="Textfeld 4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3" name="Ellipse 4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" name="Ellipse 4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" name="Textfeld 4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6" name="Textfeld 4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7" name="Ellipse 4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" name="Ellipse 4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" name="Textfeld 4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0" name="Textfeld 4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1" name="Ellipse 4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Ellipse 4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Textfeld 4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4" name="Textfeld 4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5" name="Rechteck 4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Rechteck 4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Rechteck 4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" name="Rechteck 4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" name="Rechteck 4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" name="Rechteck 4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" name="Rechteck 4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" name="Rechteck 4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6" name="Textfeld 40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404" name="Textfeld 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27" name="Gruppieren 326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399" name="Gruppieren 39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401" name="Rechteck 40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02" name="Textfeld 40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400" name="Textfeld 3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28" name="Textfeld 327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29" name="Gruppieren 328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368" name="Gruppieren 36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70" name="Gruppieren 36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72" name="Gruppieren 37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74" name="Rechteck 37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5" name="Rechteck 37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6" name="Ellipse 37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7" name="Ellipse 37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8" name="Textfeld 37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79" name="Ellipse 3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0" name="Ellipse 3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1" name="Textfeld 3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2" name="Textfeld 3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3" name="Ellipse 3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4" name="Ellipse 3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5" name="Textfeld 3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6" name="Textfeld 3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7" name="Ellipse 3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8" name="Ellipse 3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9" name="Textfeld 3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90" name="Textfeld 3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91" name="Rechteck 3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2" name="Rechteck 3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3" name="Rechteck 3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4" name="Rechteck 3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5" name="Rechteck 3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6" name="Rechteck 3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7" name="Rechteck 39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8" name="Rechteck 39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73" name="Textfeld 37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71" name="Textfeld 37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69" name="Textfeld 36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037" name="Gruppieren 1036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038" name="Gruppieren 10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40" name="Gruppieren 10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3" name="Rechteck 10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Ellipse 10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7" name="Textfeld 10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Ellipse 10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1" name="Textfeld 10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Ellipse 10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5" name="Textfeld 105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Ellipse 10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59" name="Textfeld 10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1" name="Textfeld 1040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039" name="Textfeld 10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0424641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2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309" name="Gruppieren 308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639" name="Gruppieren 63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41" name="Gruppieren 64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43" name="Rechteck 6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4" name="Rechteck 6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" name="Ellipse 6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6" name="Ellipse 6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" name="Ellipse 6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" name="Ellipse 6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" name="Ellipse 6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" name="Ellipse 6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" name="Ellipse 6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" name="Ellipse 6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" name="Rechteck 6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" name="Rechteck 6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5" name="Rechteck 6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6" name="Rechteck 6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7" name="Rechteck 6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8" name="Rechteck 6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9" name="Rechteck 6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0" name="Rechteck 6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2" name="Textfeld 6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40" name="Textfeld 6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0" name="Rechteck 309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" name="Rechteck 310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" name="Rechteck 311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3" name="Rechteck 312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4" name="Rechteck 313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5" name="Gruppieren 314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609" name="Gruppieren 6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11" name="Gruppieren 6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13" name="Rechteck 6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4" name="Rechteck 6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Ellipse 6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18" name="Textfeld 6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Ellipse 6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2" name="Textfeld 6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Ellipse 6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Textfeld 6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6" name="Textfeld 6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7" name="Ellipse 6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28" name="Ellipse 6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Textfeld 6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30" name="Textfeld 6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2" name="Rechteck 6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3" name="Rechteck 6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4" name="Rechteck 6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5" name="Rechteck 6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" name="Rechteck 6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" name="Rechteck 6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" name="Rechteck 6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12" name="Textfeld 6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10" name="Textfeld 6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6" name="Gruppieren 315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579" name="Gruppieren 5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81" name="Gruppieren 5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83" name="Rechteck 5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84" name="Rechteck 5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5" name="Ellipse 5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Ellipse 5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Textfeld 5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88" name="Textfeld 5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89" name="Ellipse 5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Ellipse 5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Textfeld 5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2" name="Textfeld 5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3" name="Ellipse 5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Ellipse 5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Textfeld 5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6" name="Textfeld 5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7" name="Ellipse 5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Ellipse 5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9" name="Textfeld 5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00" name="Textfeld 5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01" name="Rechteck 6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2" name="Rechteck 6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3" name="Rechteck 6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4" name="Rechteck 6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5" name="Rechteck 6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6" name="Rechteck 6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7" name="Rechteck 6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8" name="Rechteck 6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82" name="Textfeld 5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80" name="Textfeld 5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7" name="Gruppieren 316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549" name="Gruppieren 5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1" name="Gruppieren 5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3" name="Rechteck 5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4" name="Rechteck 5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5" name="Ellipse 5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7" name="Textfeld 5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58" name="Textfeld 5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59" name="Ellipse 5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0" name="Ellipse 5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1" name="Textfeld 5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2" name="Textfeld 5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3" name="Ellipse 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4" name="Ellipse 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5" name="Textfeld 5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6" name="Textfeld 5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7" name="Ellipse 5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8" name="Ellipse 5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Textfeld 5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70" name="Textfeld 5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71" name="Rechteck 5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2" name="Rechteck 5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3" name="Rechteck 5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Rechteck 5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Rechteck 5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6" name="Rechteck 5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7" name="Rechteck 5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Rechteck 5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2" name="Textfeld 5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550" name="Textfeld 5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8" name="Gruppieren 317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519" name="Gruppieren 5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21" name="Gruppieren 5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23" name="Rechteck 5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4" name="Rechteck 5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7" name="Ellipse 5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8" name="Ellipse 5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Textfeld 5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40" name="Textfeld 5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4" name="Rechteck 5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7" name="Rechteck 5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8" name="Rechteck 5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22" name="Textfeld 5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520" name="Textfeld 5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9" name="Gruppieren 318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489" name="Gruppieren 488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491" name="Gruppieren 4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93" name="Rechteck 4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4" name="Rechteck 4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Ellipse 4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8" name="Textfeld 4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Ellipse 4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2" name="Textfeld 5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Ellipse 5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6" name="Textfeld 5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Ellipse 5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10" name="Textfeld 5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4" name="Rechteck 5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5" name="Rechteck 5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6" name="Rechteck 5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7" name="Rechteck 5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8" name="Rechteck 5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92" name="Textfeld 491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490" name="Textfeld 4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0" name="Gruppieren 319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459" name="Gruppieren 45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461" name="Gruppieren 4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63" name="Rechteck 4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4" name="Rechteck 4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5" name="Ellipse 4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6" name="Ellipse 4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7" name="Textfeld 4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68" name="Textfeld 4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69" name="Ellipse 4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0" name="Ellipse 4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1" name="Textfeld 4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2" name="Textfeld 4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3" name="Ellipse 4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4" name="Ellipse 4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Textfeld 4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6" name="Textfeld 4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7" name="Ellipse 4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8" name="Ellipse 4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9" name="Textfeld 4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80" name="Textfeld 4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81" name="Rechteck 4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2" name="Rechteck 4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3" name="Rechteck 4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4" name="Rechteck 4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5" name="Rechteck 4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6" name="Rechteck 4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7" name="Rechteck 4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Rechteck 4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2" name="Textfeld 46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460" name="Textfeld 4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1" name="Gruppieren 320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429" name="Gruppieren 42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31" name="Gruppieren 4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33" name="Rechteck 4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4" name="Rechteck 4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5" name="Ellipse 4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6" name="Ellipse 4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7" name="Textfeld 4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38" name="Textfeld 4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39" name="Ellipse 4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Ellipse 4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Textfeld 4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2" name="Textfeld 4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3" name="Ellipse 4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Ellipse 4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" name="Textfeld 4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6" name="Textfeld 4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7" name="Ellipse 4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" name="Ellipse 4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" name="Textfeld 4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0" name="Textfeld 4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1" name="Rechteck 4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Rechteck 4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Rechteck 4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" name="Rechteck 4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" name="Rechteck 4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Rechteck 4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" name="Rechteck 4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Rechteck 4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2" name="Textfeld 4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430" name="Textfeld 4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22" name="Gruppieren 321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399" name="Gruppieren 3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1" name="Gruppieren 4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3" name="Rechteck 4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4" name="Rechteck 4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" name="Ellipse 4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" name="Ellipse 4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" name="Textfeld 4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8" name="Textfeld 4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9" name="Ellipse 4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Ellipse 4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Textfeld 4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2" name="Textfeld 4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3" name="Ellipse 4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" name="Ellipse 4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" name="Textfeld 4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6" name="Textfeld 4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7" name="Ellipse 4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" name="Ellipse 4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" name="Textfeld 4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0" name="Textfeld 4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1" name="Rechteck 4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Rechteck 4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Rechteck 4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" name="Rechteck 4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" name="Rechteck 4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Rechteck 4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Rechteck 4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" name="Rechteck 4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2" name="Textfeld 4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400" name="Textfeld 3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23" name="Gruppieren 322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395" name="Gruppieren 394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97" name="Rechteck 396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8" name="Textfeld 397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396" name="Textfeld 3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24" name="Textfeld 323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25" name="Gruppieren 324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364" name="Gruppieren 363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66" name="Gruppieren 36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68" name="Gruppieren 36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70" name="Rechteck 36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1" name="Rechteck 37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2" name="Ellipse 37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3" name="Ellipse 37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4" name="Textfeld 37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75" name="Ellipse 37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6" name="Ellipse 37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7" name="Textfeld 37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78" name="Textfeld 37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79" name="Ellipse 37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0" name="Ellipse 37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1" name="Textfeld 38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2" name="Textfeld 38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3" name="Ellipse 38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4" name="Ellipse 38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5" name="Textfeld 38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86" name="Textfeld 38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87" name="Rechteck 38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8" name="Rechteck 38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9" name="Rechteck 38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0" name="Rechteck 38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1" name="Rechteck 39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2" name="Rechteck 39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3" name="Rechteck 39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4" name="Rechteck 39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69" name="Textfeld 36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67" name="Textfeld 36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65" name="Textfeld 364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661" name="Gruppieren 660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662" name="Gruppieren 6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64" name="Gruppieren 6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66" name="Rechteck 6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67" name="Rechteck 6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8" name="Ellipse 6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9" name="Ellipse 6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0" name="Textfeld 6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71" name="Textfeld 6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72" name="Ellipse 6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3" name="Ellipse 6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4" name="Textfeld 6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75" name="Textfeld 6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76" name="Ellipse 6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7" name="Ellipse 6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8" name="Textfeld 6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79" name="Textfeld 6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80" name="Ellipse 6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1" name="Ellipse 6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2" name="Textfeld 6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83" name="Textfeld 6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84" name="Rechteck 6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5" name="Rechteck 6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6" name="Rechteck 6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7" name="Rechteck 6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8" name="Rechteck 6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9" name="Rechteck 6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90" name="Rechteck 6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91" name="Rechteck 6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65" name="Textfeld 664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663" name="Textfeld 6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3875241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3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5396147" y="917816"/>
            <a:ext cx="4172409" cy="1654781"/>
            <a:chOff x="5190114" y="934009"/>
            <a:chExt cx="4172409" cy="1654781"/>
          </a:xfrm>
        </p:grpSpPr>
        <p:grpSp>
          <p:nvGrpSpPr>
            <p:cNvPr id="793" name="Gruppieren 792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258" name="Gruppieren 125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260" name="Gruppieren 125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262" name="Rechteck 12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Ellipse 12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65" name="Ellipse 12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6" name="Ellipse 12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7" name="Ellipse 12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Ellipse 12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Ellipse 12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Ellipse 12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Ellipse 12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Rechteck 12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Rechteck 12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4" name="Rechteck 12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5" name="Rechteck 12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6" name="Rechteck 12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Rechteck 12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8" name="Rechteck 12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61" name="Textfeld 12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259" name="Textfeld 12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94" name="Rechteck 793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5" name="Rechteck 794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6" name="Rechteck 795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7" name="Rechteck 796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8" name="Rechteck 797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99" name="Gruppieren 798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228" name="Gruppieren 12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30" name="Gruppieren 12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Ellipse 12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35" name="Ellipse 12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6" name="Textfeld 12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37" name="Textfeld 12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38" name="Ellipse 12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Ellipse 12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0" name="Textfeld 12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1" name="Textfeld 12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2" name="Ellipse 12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Ellipse 12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5" name="Textfeld 12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6" name="Ellipse 12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Ellipse 12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8" name="Textfeld 12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49" name="Textfeld 12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50" name="Rechteck 12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Rechteck 12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Rechteck 12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Rechteck 12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4" name="Rechteck 12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5" name="Rechteck 12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Rechteck 12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Rechteck 12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31" name="Textfeld 12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229" name="Textfeld 12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0" name="Gruppieren 799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98" name="Gruppieren 11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00" name="Gruppieren 11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Ellipse 12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Ellipse 12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Textfeld 12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7" name="Textfeld 12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8" name="Ellipse 12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9" name="Ellipse 12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0" name="Textfeld 12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1" name="Textfeld 121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2" name="Ellipse 12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3" name="Ellipse 12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4" name="Textfeld 12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5" name="Textfeld 12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Textfeld 12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20" name="Rechteck 12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Rechteck 12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Rechteck 12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Rechteck 12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4" name="Rechteck 12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5" name="Rechteck 12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Rechteck 12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Rechteck 12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01" name="Textfeld 12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199" name="Textfeld 11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4" name="Gruppieren 80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078" name="Gruppieren 10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80" name="Gruppieren 10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82" name="Rechteck 10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83" name="Rechteck 10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Ellipse 10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Textfeld 10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88" name="Ellipse 10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9" name="Ellipse 10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Textfeld 10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1" name="Textfeld 10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2" name="Ellipse 10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Ellipse 10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Textfeld 10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5" name="Textfeld 10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6" name="Ellipse 10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97" name="Ellipse 10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Textfeld 10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99" name="Textfeld 10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5" name="Rechteck 11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6" name="Rechteck 11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7" name="Rechteck 11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81" name="Textfeld 10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079" name="Textfeld 10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5" name="Gruppieren 80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048" name="Gruppieren 104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050" name="Gruppieren 10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52" name="Rechteck 10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3" name="Rechteck 10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4" name="Ellipse 10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Textfeld 10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Textfeld 10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1" name="Textfeld 10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Textfeld 10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5" name="Textfeld 10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6" name="Ellipse 10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Ellipse 10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Textfeld 10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69" name="Textfeld 10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Rechteck 10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Rechteck 10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Rechteck 10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7" name="Rechteck 10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1" name="Textfeld 105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049" name="Textfeld 10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07" name="Gruppieren 806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996" name="Gruppieren 99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98" name="Gruppieren 9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00" name="Rechteck 9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01" name="Rechteck 10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4" name="Ellipse 10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Ellipse 10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Textfeld 10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7" name="Textfeld 10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Rechteck 10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Rechteck 10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4" name="Rechteck 10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5" name="Rechteck 10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9" name="Textfeld 99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97" name="Textfeld 9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10" name="Gruppieren 809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933" name="Gruppieren 9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5" name="Gruppieren 9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7" name="Rechteck 9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8" name="Rechteck 9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Ellipse 9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Textfeld 9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Ellipse 9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4" name="Textfeld 9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6" name="Textfeld 9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34" name="Textfeld 9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11" name="Gruppieren 810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903" name="Gruppieren 90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5" name="Gruppieren 9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" name="Rechteck 9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8" name="Rechteck 9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Ellipse 9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" name="Textfeld 9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6" name="Textfeld 90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904" name="Textfeld 9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12" name="Gruppieren 811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Ellipse 8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Textfeld 8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9" name="Ellipse 8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Textfeld 890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3" name="Ellipse 8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" name="Ellipse 8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13" name="Gruppieren 812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849" name="Gruppieren 84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51" name="Gruppieren 85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53" name="Rechteck 8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4" name="Rechteck 8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" name="Ellipse 8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Textfeld 8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9" name="Ellipse 8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Ellipse 86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4" name="Textfeld 86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Ellipse 8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68" name="Textfeld 8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" name="Rechteck 8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" name="Textfeld 85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50" name="Textfeld 8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14" name="Gruppieren 813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821" name="Gruppieren 820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23" name="Gruppieren 822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5" name="Rechteck 8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6" name="Rechteck 8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Ellipse 8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0" name="Textfeld 8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Ellipse 8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" name="Ellipse 8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" name="Ellipse 8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Textfeld 8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36" name="Textfeld 8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37" name="Ellipse 8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Ellipse 8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Textfeld 8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40" name="Textfeld 8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" name="Rechteck 8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" name="Rechteck 8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" name="Rechteck 8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5" name="Rechteck 8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6" name="Rechteck 8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Rechteck 8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4" name="Textfeld 82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22" name="Textfeld 8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15" name="Gruppieren 814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817" name="Gruppieren 816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19" name="Rechteck 81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0" name="Textfeld 8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18" name="Textfeld 8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16" name="Textfeld 815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" name="Gruppieren 2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646" name="Gruppieren 645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312" name="Gruppieren 131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314" name="Gruppieren 131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316" name="Rechteck 13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17" name="Rechteck 13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8" name="Ellipse 13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Ellipse 13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Ellipse 13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2" name="Ellipse 13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Ellipse 13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Ellipse 1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Ellipse 1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6" name="Rechteck 13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1" name="Rechteck 13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15" name="Textfeld 13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313" name="Textfeld 13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647" name="Rechteck 646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8" name="Rechteck 647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9" name="Rechteck 648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0" name="Rechteck 649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1" name="Rechteck 650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52" name="Gruppieren 651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282" name="Gruppieren 128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84" name="Gruppieren 12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86" name="Rechteck 12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87" name="Rechteck 12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8" name="Ellipse 12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Textfeld 12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92" name="Ellipse 12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Ellipse 12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Textfeld 12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95" name="Textfeld 12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96" name="Ellipse 12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7" name="Ellipse 12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Textfeld 12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99" name="Textfeld 12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00" name="Ellipse 12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1" name="Ellipse 13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Textfeld 13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03" name="Textfeld 13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04" name="Rechteck 13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5" name="Rechteck 13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6" name="Rechteck 13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Rechteck 13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8" name="Rechteck 13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9" name="Rechteck 13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Rechteck 13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Rechteck 13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85" name="Textfeld 128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283" name="Textfeld 12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3" name="Gruppieren 652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70" name="Gruppieren 11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72" name="Gruppieren 11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74" name="Rechteck 11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75" name="Rechteck 11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Ellipse 11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79" name="Textfeld 11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80" name="Ellipse 11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Ellipse 11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Textfeld 11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3" name="Textfeld 11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4" name="Ellipse 11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Ellipse 11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Textfeld 11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7" name="Textfeld 11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8" name="Ellipse 11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9" name="Ellipse 11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Textfeld 11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91" name="Textfeld 11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Rechteck 11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Rechteck 11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Rechteck 11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6" name="Rechteck 11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7" name="Rechteck 11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Rechteck 12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Rechteck 12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73" name="Textfeld 11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71" name="Textfeld 11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4" name="Gruppieren 653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40" name="Gruppieren 11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42" name="Gruppieren 11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Ellipse 11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49" name="Textfeld 11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50" name="Ellipse 11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Ellipse 11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2" name="Textfeld 11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3" name="Textfeld 11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Ellipse 11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Textfeld 11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7" name="Textfeld 11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8" name="Ellipse 11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Ellipse 11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Textfeld 11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61" name="Textfeld 11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Rechteck 11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Rechteck 11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5" name="Rechteck 11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6" name="Rechteck 11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7" name="Rechteck 11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8" name="Rechteck 11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Rechteck 11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43" name="Textfeld 11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141" name="Textfeld 11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5" name="Gruppieren 654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10" name="Gruppieren 11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12" name="Gruppieren 11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14" name="Rechteck 11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15" name="Rechteck 11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Ellipse 11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19" name="Textfeld 11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0" name="Ellipse 11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Ellipse 11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Textfeld 11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3" name="Textfeld 11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Ellipse 11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7" name="Textfeld 11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9" name="Ellipse 11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1" name="Textfeld 11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Rechteck 11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Rechteck 11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5" name="Rechteck 11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Rechteck 11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Rechteck 11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8" name="Rechteck 11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13" name="Textfeld 11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111" name="Textfeld 11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656" name="Gruppieren 655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990" name="Gruppieren 989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92" name="Gruppieren 9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94" name="Rechteck 9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Ellipse 10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29" name="Textfeld 10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30" name="Ellipse 10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Ellipse 10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Textfeld 10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3" name="Textfeld 10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4" name="Ellipse 10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Ellipse 10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Textfeld 10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7" name="Textfeld 10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8" name="Ellipse 10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9" name="Ellipse 10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0" name="Textfeld 10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41" name="Textfeld 10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Rechteck 10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Rechteck 10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Rechteck 10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8" name="Rechteck 11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Rechteck 11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3" name="Textfeld 992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91" name="Textfeld 9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657" name="Gruppieren 656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806" name="Gruppieren 80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09" name="Gruppieren 80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64" name="Rechteck 9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Ellipse 9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Ellipse 9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Textfeld 9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69" name="Textfeld 9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70" name="Ellipse 9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1" name="Ellipse 9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2" name="Textfeld 9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3" name="Textfeld 9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4" name="Ellipse 9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5" name="Ellipse 9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Textfeld 9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7" name="Textfeld 9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8" name="Ellipse 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9" name="Ellipse 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0" name="Textfeld 9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1" name="Textfeld 9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Rechteck 9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Rechteck 9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Rechteck 9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7" name="Rechteck 9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Rechteck 9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63" name="Textfeld 96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808" name="Textfeld 80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658" name="Gruppieren 657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766" name="Gruppieren 76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68" name="Gruppieren 7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0" name="Rechteck 7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1" name="Rechteck 7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Ellipse 7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5" name="Textfeld 7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6" name="Ellipse 7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Ellipse 7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Textfeld 7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9" name="Textfeld 7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80" name="Ellipse 7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Ellipse 7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Textfeld 7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83" name="Textfeld 7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84" name="Ellipse 7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5" name="Ellipse 7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" name="Textfeld 7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" name="Textfeld 7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8" name="Rechteck 7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Rechteck 7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Rechteck 7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Rechteck 7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" name="Rechteck 8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Rechteck 8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Rechteck 8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69" name="Textfeld 76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67" name="Textfeld 7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9" name="Gruppieren 658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736" name="Gruppieren 73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38" name="Gruppieren 7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" name="Rechteck 7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Ellipse 7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Ellipse 7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Textfeld 7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5" name="Textfeld 7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6" name="Ellipse 7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" name="Ellipse 7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8" name="Textfeld 7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9" name="Textfeld 7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50" name="Ellipse 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1" name="Ellipse 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2" name="Textfeld 7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53" name="Textfeld 7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54" name="Ellipse 7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5" name="Ellipse 7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6" name="Textfeld 7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57" name="Textfeld 7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58" name="Rechteck 7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9" name="Rechteck 7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0" name="Rechteck 7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1" name="Rechteck 7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2" name="Rechteck 7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Rechteck 7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4" name="Rechteck 7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Rechteck 7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" name="Textfeld 73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37" name="Textfeld 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660" name="Gruppieren 659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732" name="Gruppieren 731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734" name="Rechteck 733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" name="Textfeld 734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33" name="Textfeld 7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61" name="Textfeld 660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662" name="Gruppieren 661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701" name="Gruppieren 700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03" name="Gruppieren 702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05" name="Gruppieren 704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07" name="Rechteck 70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08" name="Rechteck 70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09" name="Ellipse 70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0" name="Ellipse 70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" name="Textfeld 71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2" name="Ellipse 71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" name="Ellipse 71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" name="Textfeld 71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15" name="Textfeld 71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16" name="Ellipse 71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" name="Ellipse 71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" name="Textfeld 71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19" name="Textfeld 71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0" name="Ellipse 71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" name="Ellipse 72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" name="Textfeld 72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23" name="Textfeld 72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4" name="Rechteck 72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" name="Rechteck 72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" name="Rechteck 72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" name="Rechteck 72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" name="Rechteck 72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" name="Rechteck 72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" name="Rechteck 72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" name="Rechteck 73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06" name="Textfeld 70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04" name="Textfeld 70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702" name="Textfeld 701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334" name="Gruppieren 1333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335" name="Gruppieren 13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37" name="Gruppieren 13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9" name="Rechteck 13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40" name="Rechteck 13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Ellipse 13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2" name="Textfeld 13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3" name="Ellipse 1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Ellipse 1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Textfeld 13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6" name="Textfeld 13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8" name="Textfeld 1337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336" name="Textfeld 13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8116349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1936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4a-6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1425" name="Gruppieren 1424"/>
          <p:cNvGrpSpPr/>
          <p:nvPr/>
        </p:nvGrpSpPr>
        <p:grpSpPr>
          <a:xfrm>
            <a:off x="5394517" y="919541"/>
            <a:ext cx="4172409" cy="1654781"/>
            <a:chOff x="5190114" y="934009"/>
            <a:chExt cx="4172409" cy="1654781"/>
          </a:xfrm>
        </p:grpSpPr>
        <p:grpSp>
          <p:nvGrpSpPr>
            <p:cNvPr id="1426" name="Gruppieren 1425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740" name="Gruppieren 17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742" name="Gruppieren 17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744" name="Rechteck 1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5" name="Rechteck 1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6" name="Ellipse 1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7" name="Ellipse 1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8" name="Ellipse 1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9" name="Ellipse 1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Rechteck 17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5" name="Rechteck 17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6" name="Rechteck 17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Rechteck 17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Rechteck 17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9" name="Rechteck 17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0" name="Rechteck 17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Rechteck 17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3" name="Textfeld 1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741" name="Textfeld 1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427" name="Rechteck 1426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8" name="Rechteck 1427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9" name="Rechteck 1428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0" name="Rechteck 1429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1" name="Rechteck 1430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432" name="Gruppieren 1431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710" name="Gruppieren 17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712" name="Gruppieren 17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6" name="Ellipse 17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7" name="Ellipse 17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8" name="Textfeld 17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19" name="Textfeld 17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0" name="Ellipse 17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1" name="Ellipse 17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Textfeld 17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3" name="Textfeld 17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4" name="Ellipse 1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5" name="Ellipse 1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6" name="Textfeld 1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7" name="Textfeld 1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32" name="Rechteck 1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Rechteck 1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Rechteck 1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5" name="Rechteck 1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3" name="Textfeld 17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711" name="Textfeld 17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3" name="Gruppieren 1432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680" name="Gruppieren 16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82" name="Gruppieren 16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4" name="Rechteck 16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5" name="Rechteck 16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Ellipse 16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Ellipse 16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Textfeld 16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9" name="Textfeld 16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0" name="Ellipse 16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Ellipse 16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Textfeld 16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3" name="Textfeld 16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Textfeld 16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01" name="Textfeld 17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Rechteck 17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7" name="Rechteck 17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83" name="Textfeld 16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681" name="Textfeld 16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4" name="Gruppieren 143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650" name="Gruppieren 16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52" name="Gruppieren 16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5" name="Rechteck 16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6" name="Ellipse 16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7" name="Ellipse 16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8" name="Textfeld 16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59" name="Textfeld 16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Textfeld 16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3" name="Textfeld 16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Textfeld 16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7" name="Textfeld 16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9" name="Ellipse 16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Textfeld 16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71" name="Textfeld 16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7" name="Rechteck 16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8" name="Rechteck 16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9" name="Rechteck 16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3" name="Textfeld 16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651" name="Textfeld 16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5" name="Gruppieren 143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620" name="Gruppieren 161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622" name="Gruppieren 16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24" name="Rechteck 16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25" name="Rechteck 16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Ellipse 16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Ellipse 16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Textfeld 16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29" name="Textfeld 16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0" name="Ellipse 16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Ellipse 16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Textfeld 16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3" name="Textfeld 16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2" name="Rechteck 16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Rechteck 16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4" name="Rechteck 16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23" name="Textfeld 162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621" name="Textfeld 16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6" name="Gruppieren 1435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1590" name="Gruppieren 158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92" name="Gruppieren 15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94" name="Rechteck 15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5" name="Rechteck 15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4" name="Ellipse 16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Ellipse 16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Textfeld 16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7" name="Textfeld 16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8" name="Ellipse 16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Ellipse 16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Textfeld 16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11" name="Textfeld 16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12" name="Rechteck 16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3" name="Rechteck 16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4" name="Rechteck 16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5" name="Rechteck 16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Rechteck 16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9" name="Rechteck 16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93" name="Textfeld 159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591" name="Textfeld 15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7" name="Gruppieren 1436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60" name="Gruppieren 15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62" name="Gruppieren 15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64" name="Rechteck 15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65" name="Rechteck 15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4" name="Ellipse 15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Ellipse 15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Textfeld 15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7" name="Textfeld 15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8" name="Ellipse 15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Ellipse 15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Textfeld 15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81" name="Textfeld 15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82" name="Rechteck 15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3" name="Rechteck 15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4" name="Rechteck 15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5" name="Rechteck 15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Rechteck 15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9" name="Rechteck 15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63" name="Textfeld 15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561" name="Textfeld 15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8" name="Gruppieren 1437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30" name="Gruppieren 15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32" name="Gruppieren 15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4" name="Ellipse 15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Ellipse 15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Textfeld 15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7" name="Textfeld 15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8" name="Ellipse 15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Ellipse 15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Textfeld 15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51" name="Textfeld 15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52" name="Rechteck 15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3" name="Rechteck 15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4" name="Rechteck 15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5" name="Rechteck 15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Rechteck 15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Rechteck 15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33" name="Textfeld 15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531" name="Textfeld 15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9" name="Gruppieren 1438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04" name="Gruppieren 150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506" name="Gruppieren 150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Ellipse 15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Ellipse 15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4" name="Textfeld 15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5" name="Textfeld 15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6" name="Ellipse 15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Ellipse 15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Textfeld 151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9" name="Textfeld 15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Rechteck 15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Rechteck 15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7" name="Textfeld 15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505" name="Textfeld 15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440" name="Gruppieren 1439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76" name="Gruppieren 147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78" name="Gruppieren 147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Ellipse 14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4" name="Textfeld 14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85" name="Textfeld 14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Textfeld 14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1" name="Textfeld 14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Textfeld 14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5" name="Textfeld 14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Rechteck 15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79" name="Textfeld 147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477" name="Textfeld 14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1" name="Gruppieren 1440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48" name="Gruppieren 144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50" name="Gruppieren 144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Ellipse 14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7" name="Textfeld 14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Ellipse 14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8" name="Rechteck 14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1" name="Textfeld 14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449" name="Textfeld 14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2" name="Gruppieren 1441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1444" name="Gruppieren 144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446" name="Rechteck 144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47" name="Textfeld 14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445" name="Textfeld 14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443" name="Textfeld 1442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052" name="Gruppieren 10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054" name="Gruppieren 10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056" name="Rechteck 1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7" name="Rechteck 1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Ellipse 10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Ellipse 10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Ellipse 10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Ellipse 10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9" name="Rechteck 10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5" name="Textfeld 10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053" name="Textfeld 1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022" name="Gruppieren 10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24" name="Gruppieren 1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26" name="Rechteck 1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7" name="Rechteck 1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Ellipse 1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9" name="Ellipse 1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Textfeld 1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31" name="Textfeld 1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32" name="Ellipse 1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Ellipse 1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Textfeld 1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5" name="Textfeld 1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6" name="Ellipse 1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7" name="Ellipse 1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8" name="Textfeld 1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9" name="Textfeld 1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40" name="Ellipse 1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1" name="Ellipse 1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2" name="Textfeld 1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43" name="Textfeld 1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44" name="Rechteck 1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Rechteck 1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Rechteck 1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Rechteck 1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0" name="Rechteck 1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1" name="Rechteck 1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25" name="Textfeld 1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023" name="Textfeld 1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92" name="Gruppieren 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94" name="Gruppieren 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96" name="Rechteck 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Ellipse 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Ellipse 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Textfeld 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1" name="Textfeld 1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4" name="Rechteck 1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Rechteck 1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Rechteck 1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7" name="Rechteck 1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5" name="Textfeld 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93" name="Textfeld 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62" name="Gruppieren 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64" name="Gruppieren 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66" name="Rechteck 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Ellipse 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9" name="Ellipse 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0" name="Textfeld 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1" name="Textfeld 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72" name="Ellipse 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3" name="Ellipse 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4" name="Textfeld 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5" name="Textfeld 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Rechteck 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Rechteck 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7" name="Rechteck 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Rechteck 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Rechteck 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Rechteck 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65" name="Textfeld 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63" name="Textfeld 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7" name="Gruppieren 726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32" name="Gruppieren 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4" name="Gruppieren 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6" name="Rechteck 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8" name="Ellipse 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Textfeld 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2" name="Ellipse 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Textfeld 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5" name="Textfeld 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33" name="Textfeld 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8" name="Gruppieren 727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902" name="Gruppieren 901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04" name="Gruppieren 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6" name="Rechteck 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" name="Rechteck 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Ellipse 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Textfeld 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" name="Ellipse 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Textfeld 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6" name="Ellipse 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Textfeld 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0" name="Ellipse 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Textfeld 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4" name="Rechteck 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5" name="Textfeld 904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3" name="Textfeld 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872" name="Gruppieren 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74" name="Gruppieren 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" name="Rechteck 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7" name="Rechteck 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Ellipse 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" name="Ellipse 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" name="Textfeld 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1" name="Textfeld 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2" name="Ellipse 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Textfeld 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4" name="Rechteck 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5" name="Textfeld 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873" name="Textfeld 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842" name="Gruppieren 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44" name="Gruppieren 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46" name="Rechteck 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Ellipse 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" name="Ellipse 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" name="Textfeld 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1" name="Textfeld 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4" name="Rechteck 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Rechteck 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Rechteck 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5" name="Textfeld 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843" name="Textfeld 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31" name="Gruppieren 730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812" name="Gruppieren 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14" name="Gruppieren 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6" name="Rechteck 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7" name="Rechteck 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Textfeld 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5" name="Textfeld 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" name="Ellipse 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Textfeld 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0" name="Ellipse 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Textfeld 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3" name="Textfeld 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4" name="Rechteck 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Rechteck 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" name="Rechteck 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Rechteck 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Rechteck 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Rechteck 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5" name="Textfeld 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813" name="Textfeld 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808" name="Gruppieren 80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810" name="Rechteck 809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11" name="Textfeld 81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09" name="Textfeld 8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37" name="Textfeld 736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738" name="Gruppieren 737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777" name="Gruppieren 776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9" name="Gruppieren 77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81" name="Gruppieren 78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83" name="Rechteck 7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4" name="Rechteck 7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5" name="Ellipse 7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6" name="Ellipse 7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" name="Textfeld 78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88" name="Ellipse 78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" name="Ellipse 78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" name="Textfeld 78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1" name="Textfeld 79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2" name="Ellipse 7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" name="Ellipse 7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" name="Textfeld 79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" name="Textfeld 79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6" name="Ellipse 7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" name="Ellipse 7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" name="Textfeld 79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9" name="Textfeld 79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00" name="Rechteck 7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1" name="Rechteck 8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2" name="Rechteck 8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3" name="Rechteck 8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4" name="Rechteck 8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5" name="Rechteck 8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6" name="Rechteck 8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7" name="Rechteck 8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2" name="Textfeld 7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80" name="Textfeld 7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778" name="Textfeld 777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074" name="Gruppieren 1073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075" name="Gruppieren 10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77" name="Gruppieren 10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79" name="Rechteck 10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80" name="Rechteck 10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1" name="Ellipse 10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Textfeld 10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9" name="Ellipse 10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Ellipse 10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Textfeld 10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92" name="Textfeld 10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93" name="Ellipse 10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Ellipse 10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Textfeld 10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96" name="Textfeld 10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8" name="Textfeld 1077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076" name="Textfeld 10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6869110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7-8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1425" name="Gruppieren 1424"/>
          <p:cNvGrpSpPr/>
          <p:nvPr/>
        </p:nvGrpSpPr>
        <p:grpSpPr>
          <a:xfrm>
            <a:off x="5395992" y="919542"/>
            <a:ext cx="4172409" cy="1654781"/>
            <a:chOff x="5190114" y="934009"/>
            <a:chExt cx="4172409" cy="1654781"/>
          </a:xfrm>
        </p:grpSpPr>
        <p:grpSp>
          <p:nvGrpSpPr>
            <p:cNvPr id="1426" name="Gruppieren 1425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740" name="Gruppieren 17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742" name="Gruppieren 17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744" name="Rechteck 1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5" name="Rechteck 1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6" name="Ellipse 1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7" name="Ellipse 1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8" name="Ellipse 1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9" name="Ellipse 1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Rechteck 17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5" name="Rechteck 17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6" name="Rechteck 17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Rechteck 17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Rechteck 17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9" name="Rechteck 17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0" name="Rechteck 17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Rechteck 17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3" name="Textfeld 1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741" name="Textfeld 1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427" name="Rechteck 1426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8" name="Rechteck 1427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9" name="Rechteck 1428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0" name="Rechteck 1429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1" name="Rechteck 1430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432" name="Gruppieren 1431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710" name="Gruppieren 17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712" name="Gruppieren 17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6" name="Ellipse 17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7" name="Ellipse 17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8" name="Textfeld 17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19" name="Textfeld 17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0" name="Ellipse 17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1" name="Ellipse 17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Textfeld 17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3" name="Textfeld 17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4" name="Ellipse 1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5" name="Ellipse 1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6" name="Textfeld 1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7" name="Textfeld 1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32" name="Rechteck 1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Rechteck 1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Rechteck 1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5" name="Rechteck 1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3" name="Textfeld 17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711" name="Textfeld 17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3" name="Gruppieren 1432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680" name="Gruppieren 16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82" name="Gruppieren 16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4" name="Rechteck 16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5" name="Rechteck 16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Ellipse 16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Ellipse 16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Textfeld 16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9" name="Textfeld 16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0" name="Ellipse 16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Ellipse 16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Textfeld 16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3" name="Textfeld 16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Textfeld 16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01" name="Textfeld 17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Rechteck 17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7" name="Rechteck 17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83" name="Textfeld 16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681" name="Textfeld 16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4" name="Gruppieren 143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650" name="Gruppieren 16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52" name="Gruppieren 16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5" name="Rechteck 16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6" name="Ellipse 16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7" name="Ellipse 16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8" name="Textfeld 16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59" name="Textfeld 16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Textfeld 16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3" name="Textfeld 16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Textfeld 16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7" name="Textfeld 16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9" name="Ellipse 16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Textfeld 16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71" name="Textfeld 16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7" name="Rechteck 16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8" name="Rechteck 16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9" name="Rechteck 16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3" name="Textfeld 16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651" name="Textfeld 16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5" name="Gruppieren 143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620" name="Gruppieren 161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622" name="Gruppieren 16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24" name="Rechteck 16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25" name="Rechteck 16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Ellipse 16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Ellipse 16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Textfeld 16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29" name="Textfeld 16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0" name="Ellipse 16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Ellipse 16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Textfeld 16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3" name="Textfeld 16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2" name="Rechteck 16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Rechteck 16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4" name="Rechteck 16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23" name="Textfeld 162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621" name="Textfeld 16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6" name="Gruppieren 1435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1590" name="Gruppieren 158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92" name="Gruppieren 15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94" name="Rechteck 15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5" name="Rechteck 15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4" name="Ellipse 16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Ellipse 16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Textfeld 16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7" name="Textfeld 16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8" name="Ellipse 16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Ellipse 16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Textfeld 16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11" name="Textfeld 16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12" name="Rechteck 16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3" name="Rechteck 16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4" name="Rechteck 16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5" name="Rechteck 16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Rechteck 16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9" name="Rechteck 16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93" name="Textfeld 159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591" name="Textfeld 15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7" name="Gruppieren 1436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60" name="Gruppieren 15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62" name="Gruppieren 15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64" name="Rechteck 15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65" name="Rechteck 15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4" name="Ellipse 15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Ellipse 15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Textfeld 15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7" name="Textfeld 15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8" name="Ellipse 15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Ellipse 15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Textfeld 15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81" name="Textfeld 15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82" name="Rechteck 15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3" name="Rechteck 15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4" name="Rechteck 15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5" name="Rechteck 15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Rechteck 15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9" name="Rechteck 15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63" name="Textfeld 15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561" name="Textfeld 15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8" name="Gruppieren 1437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30" name="Gruppieren 15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32" name="Gruppieren 15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4" name="Ellipse 15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Ellipse 15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Textfeld 15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7" name="Textfeld 15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8" name="Ellipse 15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Ellipse 15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Textfeld 15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51" name="Textfeld 15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52" name="Rechteck 15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3" name="Rechteck 15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4" name="Rechteck 15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5" name="Rechteck 15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Rechteck 15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Rechteck 15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33" name="Textfeld 15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531" name="Textfeld 15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9" name="Gruppieren 1438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04" name="Gruppieren 150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506" name="Gruppieren 150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Ellipse 15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Ellipse 15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4" name="Textfeld 15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5" name="Textfeld 15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6" name="Ellipse 15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Ellipse 15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Textfeld 151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9" name="Textfeld 15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Rechteck 15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Rechteck 15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7" name="Textfeld 15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505" name="Textfeld 15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440" name="Gruppieren 1439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76" name="Gruppieren 147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78" name="Gruppieren 147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Ellipse 14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4" name="Textfeld 14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85" name="Textfeld 14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Textfeld 14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1" name="Textfeld 14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Textfeld 14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5" name="Textfeld 14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Rechteck 15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79" name="Textfeld 147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477" name="Textfeld 14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1" name="Gruppieren 1440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48" name="Gruppieren 144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50" name="Gruppieren 144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Ellipse 14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7" name="Textfeld 14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Ellipse 14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8" name="Rechteck 14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1" name="Textfeld 14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449" name="Textfeld 14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2" name="Gruppieren 1441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1444" name="Gruppieren 144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446" name="Rechteck 144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47" name="Textfeld 14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445" name="Textfeld 14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443" name="Textfeld 1442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052" name="Gruppieren 10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054" name="Gruppieren 10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056" name="Rechteck 1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7" name="Rechteck 1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Ellipse 10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Ellipse 10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Ellipse 10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Ellipse 10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9" name="Rechteck 10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5" name="Textfeld 10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053" name="Textfeld 1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022" name="Gruppieren 10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24" name="Gruppieren 1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26" name="Rechteck 1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7" name="Rechteck 1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Ellipse 1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9" name="Ellipse 1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Textfeld 1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31" name="Textfeld 1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32" name="Ellipse 1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Ellipse 1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Textfeld 1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5" name="Textfeld 1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6" name="Ellipse 1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7" name="Ellipse 1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8" name="Textfeld 1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9" name="Textfeld 1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40" name="Ellipse 1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1" name="Ellipse 1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2" name="Textfeld 1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43" name="Textfeld 1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44" name="Rechteck 1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Rechteck 1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Rechteck 1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Rechteck 1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0" name="Rechteck 1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1" name="Rechteck 1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25" name="Textfeld 1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023" name="Textfeld 1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92" name="Gruppieren 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94" name="Gruppieren 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96" name="Rechteck 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Ellipse 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Ellipse 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Textfeld 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1" name="Textfeld 1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4" name="Rechteck 1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Rechteck 1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Rechteck 1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7" name="Rechteck 1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5" name="Textfeld 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93" name="Textfeld 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62" name="Gruppieren 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64" name="Gruppieren 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66" name="Rechteck 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Ellipse 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9" name="Ellipse 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0" name="Textfeld 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1" name="Textfeld 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72" name="Ellipse 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3" name="Ellipse 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4" name="Textfeld 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5" name="Textfeld 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Rechteck 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Rechteck 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7" name="Rechteck 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Rechteck 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Rechteck 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Rechteck 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65" name="Textfeld 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63" name="Textfeld 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7" name="Gruppieren 726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32" name="Gruppieren 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4" name="Gruppieren 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6" name="Rechteck 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8" name="Ellipse 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Textfeld 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2" name="Ellipse 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Textfeld 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5" name="Textfeld 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33" name="Textfeld 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8" name="Gruppieren 727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902" name="Gruppieren 901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04" name="Gruppieren 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6" name="Rechteck 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" name="Rechteck 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Ellipse 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Textfeld 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" name="Ellipse 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Textfeld 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6" name="Ellipse 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Textfeld 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0" name="Ellipse 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Textfeld 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4" name="Rechteck 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5" name="Textfeld 904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3" name="Textfeld 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872" name="Gruppieren 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74" name="Gruppieren 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" name="Rechteck 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7" name="Rechteck 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Ellipse 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" name="Ellipse 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" name="Textfeld 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1" name="Textfeld 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2" name="Ellipse 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Textfeld 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4" name="Rechteck 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5" name="Textfeld 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873" name="Textfeld 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842" name="Gruppieren 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44" name="Gruppieren 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46" name="Rechteck 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Ellipse 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" name="Ellipse 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" name="Textfeld 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1" name="Textfeld 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4" name="Rechteck 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Rechteck 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Rechteck 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5" name="Textfeld 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843" name="Textfeld 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31" name="Gruppieren 730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812" name="Gruppieren 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14" name="Gruppieren 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6" name="Rechteck 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7" name="Rechteck 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Textfeld 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5" name="Textfeld 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" name="Ellipse 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Textfeld 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0" name="Ellipse 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Textfeld 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3" name="Textfeld 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4" name="Rechteck 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Rechteck 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" name="Rechteck 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Rechteck 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Rechteck 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Rechteck 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5" name="Textfeld 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813" name="Textfeld 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808" name="Gruppieren 80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810" name="Rechteck 809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11" name="Textfeld 81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09" name="Textfeld 8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37" name="Textfeld 736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738" name="Gruppieren 737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777" name="Gruppieren 776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9" name="Gruppieren 77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81" name="Gruppieren 78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83" name="Rechteck 7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4" name="Rechteck 7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5" name="Ellipse 7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6" name="Ellipse 7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" name="Textfeld 78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88" name="Ellipse 78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" name="Ellipse 78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" name="Textfeld 78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1" name="Textfeld 79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2" name="Ellipse 7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" name="Ellipse 7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" name="Textfeld 79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" name="Textfeld 79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6" name="Ellipse 7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" name="Ellipse 7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" name="Textfeld 79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9" name="Textfeld 79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00" name="Rechteck 7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1" name="Rechteck 8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2" name="Rechteck 8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3" name="Rechteck 8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4" name="Rechteck 8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5" name="Rechteck 8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6" name="Rechteck 8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7" name="Rechteck 8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2" name="Textfeld 7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80" name="Textfeld 7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778" name="Textfeld 777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074" name="Gruppieren 1073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075" name="Gruppieren 10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77" name="Gruppieren 10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79" name="Rechteck 10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80" name="Rechteck 10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1" name="Ellipse 10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Textfeld 10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9" name="Ellipse 10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Ellipse 10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Textfeld 10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92" name="Textfeld 10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93" name="Ellipse 10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Ellipse 10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Textfeld 10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96" name="Textfeld 10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8" name="Textfeld 1077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076" name="Textfeld 10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2303963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9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2" name="Gruppieren 1"/>
          <p:cNvGrpSpPr/>
          <p:nvPr/>
        </p:nvGrpSpPr>
        <p:grpSpPr>
          <a:xfrm>
            <a:off x="5394914" y="920253"/>
            <a:ext cx="4813733" cy="1654228"/>
            <a:chOff x="5190114" y="934542"/>
            <a:chExt cx="4813733" cy="1654228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187" name="Gruppieren 118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189" name="Gruppieren 118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Ellipse 11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4" name="Ellipse 11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Ellipse 11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6" name="Ellipse 11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7" name="Ellipse 11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8" name="Ellipse 11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Ellipse 11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0" name="Ellipse 11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Rechteck 1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Rechteck 1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Rechteck 1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Rechteck 1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Rechteck 1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Rechteck 1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0" name="Textfeld 118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188" name="Textfeld 11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57" name="Gruppieren 115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59" name="Gruppieren 115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Ellipse 11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4" name="Ellipse 11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5" name="Textfeld 11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66" name="Textfeld 11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67" name="Ellipse 11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8" name="Ellipse 11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Textfeld 116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0" name="Textfeld 116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1" name="Ellipse 117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Ellipse 117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Textfeld 117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4" name="Textfeld 117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5" name="Ellipse 117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Textfeld 117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79" name="Rechteck 117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0" name="Rechteck 117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Rechteck 118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Rechteck 118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3" name="Rechteck 118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4" name="Rechteck 118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Rechteck 118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Rechteck 118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0" name="Textfeld 115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158" name="Textfeld 11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27" name="Gruppieren 112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29" name="Gruppieren 112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Ellipse 113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Ellipse 113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5" name="Textfeld 113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36" name="Textfeld 113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37" name="Ellipse 11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8" name="Ellipse 11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Textfeld 113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0" name="Textfeld 113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1" name="Ellipse 11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Ellipse 11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Textfeld 11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4" name="Textfeld 11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5" name="Ellipse 11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Textfeld 11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49" name="Rechteck 11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0" name="Rechteck 11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Rechteck 11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2" name="Rechteck 11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3" name="Rechteck 11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4" name="Rechteck 11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Rechteck 11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Rechteck 11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0" name="Textfeld 112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128" name="Textfeld 112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6409141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097" name="Gruppieren 109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99" name="Gruppieren 109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Ellipse 1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Ellipse 1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5" name="Textfeld 110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06" name="Textfeld 110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07" name="Ellipse 110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8" name="Ellipse 110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Textfeld 110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0" name="Textfeld 110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1" name="Ellipse 111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2" name="Ellipse 111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3" name="Textfeld 111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4" name="Textfeld 111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5" name="Ellipse 111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Textfeld 111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19" name="Rechteck 111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0" name="Rechteck 111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Rechteck 112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Rechteck 112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Rechteck 112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Rechteck 112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0" name="Textfeld 109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098" name="Textfeld 1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6736635" y="934542"/>
              <a:ext cx="327049" cy="1652928"/>
              <a:chOff x="1692193" y="1141150"/>
              <a:chExt cx="327049" cy="1652928"/>
            </a:xfrm>
          </p:grpSpPr>
          <p:grpSp>
            <p:nvGrpSpPr>
              <p:cNvPr id="1007" name="Gruppieren 100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09" name="Gruppieren 100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3" name="Ellipse 101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4" name="Ellipse 101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Textfeld 101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16" name="Textfeld 101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17" name="Ellipse 101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Ellipse 101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Textfeld 101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0" name="Textfeld 101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1" name="Ellipse 10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Ellipse 10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Textfeld 102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4" name="Textfeld 102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5" name="Ellipse 102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Textfeld 102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29" name="Rechteck 102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Rechteck 102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Rechteck 103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Rechteck 103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Rechteck 103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Rechteck 103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Rechteck 103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Rechteck 103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0" name="Textfeld 100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008" name="Textfeld 100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7057683" y="935842"/>
              <a:ext cx="420326" cy="1652928"/>
              <a:chOff x="1688847" y="1141150"/>
              <a:chExt cx="420326" cy="1652928"/>
            </a:xfrm>
          </p:grpSpPr>
          <p:grpSp>
            <p:nvGrpSpPr>
              <p:cNvPr id="977" name="Gruppieren 976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79" name="Gruppieren 9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1" name="Rechteck 9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Ellipse 9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Textfeld 9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7" name="Ellipse 9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Textfeld 9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1" name="Ellipse 9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2" name="Ellipse 9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Textfeld 9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4" name="Textfeld 9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5" name="Ellipse 9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Ellipse 9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Textfeld 9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8" name="Textfeld 9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Rechteck 9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1" name="Rechteck 10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Rechteck 10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Rechteck 10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Rechteck 10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5" name="Rechteck 10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6" name="Rechteck 10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0" name="Textfeld 979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78" name="Textfeld 9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7387263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925" name="Gruppieren 92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27" name="Gruppieren 9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9" name="Rechteck 9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Ellipse 9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2" name="Ellipse 9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Textfeld 9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4" name="Textfeld 9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5" name="Ellipse 9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Ellipse 9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Textfeld 9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38" name="Textfeld 9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47" name="Rechteck 9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Rechteck 9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Rechteck 9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Rechteck 9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Rechteck 9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Rechteck 9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Rechteck 9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8" name="Textfeld 92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26" name="Textfeld 9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8" name="Gruppieren 737"/>
            <p:cNvGrpSpPr/>
            <p:nvPr/>
          </p:nvGrpSpPr>
          <p:grpSpPr>
            <a:xfrm>
              <a:off x="7709934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92" name="Gruppieren 89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4" name="Gruppieren 8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6" name="Rechteck 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Ellipse 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Ellipse 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Textfeld 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" name="Textfeld 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2" name="Ellipse 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Ellipse 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Textfeld 9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" name="Textfeld 9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6" name="Ellipse 9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" name="Ellipse 9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Textfeld 9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9" name="Textfeld 9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0" name="Ellipse 9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" name="Ellipse 9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" name="Textfeld 9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3" name="Textfeld 9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" name="Rechteck 9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Rechteck 9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Rechteck 9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Rechteck 9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Rechteck 9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Rechteck 9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Rechteck 9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Rechteck 9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" name="Textfeld 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893" name="Textfeld 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9" name="Gruppieren 738"/>
            <p:cNvGrpSpPr/>
            <p:nvPr/>
          </p:nvGrpSpPr>
          <p:grpSpPr>
            <a:xfrm>
              <a:off x="8032440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62" name="Gruppieren 86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64" name="Gruppieren 8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6" name="Rechteck 8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Ellipse 8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Ellipse 8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Textfeld 8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1" name="Textfeld 8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2" name="Ellipse 8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Ellipse 8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Textfeld 8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5" name="Textfeld 8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6" name="Ellipse 8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" name="Ellipse 8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Textfeld 8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9" name="Textfeld 8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0" name="Ellipse 8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" name="Ellipse 8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" name="Textfeld 8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83" name="Textfeld 8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84" name="Rechteck 8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Rechteck 8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6" name="Rechteck 8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Rechteck 8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Rechteck 8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Rechteck 8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" name="Rechteck 8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Rechteck 8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5" name="Textfeld 86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863" name="Textfeld 8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40" name="Gruppieren 739"/>
            <p:cNvGrpSpPr/>
            <p:nvPr/>
          </p:nvGrpSpPr>
          <p:grpSpPr>
            <a:xfrm>
              <a:off x="8354946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32" name="Gruppieren 83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34" name="Gruppieren 8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" name="Rechteck 8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Ellipse 8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Ellipse 8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Textfeld 8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1" name="Textfeld 8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2" name="Ellipse 8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" name="Ellipse 8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" name="Textfeld 8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5" name="Textfeld 8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6" name="Ellipse 8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" name="Ellipse 8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Textfeld 8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9" name="Textfeld 8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0" name="Ellipse 8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" name="Ellipse 8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Textfeld 8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3" name="Textfeld 8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" name="Rechteck 8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" name="Rechteck 8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Rechteck 8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Rechteck 8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Rechteck 8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" name="Rechteck 8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" name="Rechteck 8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Rechteck 8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5" name="Textfeld 83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33" name="Textfeld 8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41" name="Gruppieren 740"/>
            <p:cNvGrpSpPr/>
            <p:nvPr/>
          </p:nvGrpSpPr>
          <p:grpSpPr>
            <a:xfrm>
              <a:off x="8672452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06" name="Gruppieren 805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08" name="Gruppieren 80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10" name="Rechteck 8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Ellipse 8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Ellipse 8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" name="Ellipse 8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" name="Ellipse 8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" name="Textfeld 8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7" name="Textfeld 8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Rechteck 8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" name="Rechteck 8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" name="Rechteck 8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Rechteck 8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Rechteck 8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" name="Rechteck 8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" name="Rechteck 8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Rechteck 8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9" name="Textfeld 80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07" name="Textfeld 8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742" name="Gruppieren 741"/>
            <p:cNvGrpSpPr/>
            <p:nvPr/>
          </p:nvGrpSpPr>
          <p:grpSpPr>
            <a:xfrm>
              <a:off x="8997588" y="941765"/>
              <a:ext cx="357561" cy="1646254"/>
              <a:chOff x="1692724" y="1147824"/>
              <a:chExt cx="357561" cy="1646254"/>
            </a:xfrm>
          </p:grpSpPr>
          <p:grpSp>
            <p:nvGrpSpPr>
              <p:cNvPr id="778" name="Gruppieren 77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80" name="Gruppieren 77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82" name="Rechteck 7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3" name="Rechteck 7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" name="Ellipse 7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5" name="Ellipse 7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" name="Textfeld 7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7" name="Textfeld 7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8" name="Ellipse 7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" name="Ellipse 7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98" name="Rechteck 7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Rechteck 7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Rechteck 7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" name="Rechteck 8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Rechteck 8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Rechteck 8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Rechteck 8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" name="Rechteck 8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1" name="Textfeld 78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779" name="Textfeld 7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743" name="Gruppieren 742"/>
            <p:cNvGrpSpPr/>
            <p:nvPr/>
          </p:nvGrpSpPr>
          <p:grpSpPr>
            <a:xfrm>
              <a:off x="9322028" y="941765"/>
              <a:ext cx="357561" cy="1646254"/>
              <a:chOff x="1692724" y="1147824"/>
              <a:chExt cx="357561" cy="1646254"/>
            </a:xfrm>
          </p:grpSpPr>
          <p:grpSp>
            <p:nvGrpSpPr>
              <p:cNvPr id="750" name="Gruppieren 74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52" name="Gruppieren 75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54" name="Rechteck 7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55" name="Rechteck 7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6" name="Ellipse 7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7" name="Ellipse 7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8" name="Textfeld 7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59" name="Textfeld 7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0" name="Ellipse 7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1" name="Ellipse 7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2" name="Ellipse 7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4" name="Textfeld 7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66" name="Ellipse 7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Textfeld 7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0" name="Rechteck 7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1" name="Rechteck 7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Rechteck 7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Rechteck 7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" name="Rechteck 7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53" name="Textfeld 7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751" name="Textfeld 7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744" name="Gruppieren 743"/>
            <p:cNvGrpSpPr/>
            <p:nvPr/>
          </p:nvGrpSpPr>
          <p:grpSpPr>
            <a:xfrm>
              <a:off x="9647854" y="941765"/>
              <a:ext cx="355993" cy="1646254"/>
              <a:chOff x="1694292" y="1147824"/>
              <a:chExt cx="355993" cy="1646254"/>
            </a:xfrm>
          </p:grpSpPr>
          <p:grpSp>
            <p:nvGrpSpPr>
              <p:cNvPr id="746" name="Gruppieren 745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48" name="Rechteck 74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9" name="Textfeld 74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747" name="Textfeld 7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45" name="Textfeld 744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" name="Gruppieren 2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923" name="Gruppieren 922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477" name="Gruppieren 147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79" name="Gruppieren 147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2" name="Rechteck 14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4" name="Ellipse 14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5" name="Ellipse 14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Ellipse 14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Rechteck 14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2" name="Rechteck 14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Rechteck 14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Rechteck 14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5" name="Rechteck 14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80" name="Textfeld 14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78" name="Textfeld 14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924" name="Rechteck 923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5" name="Rechteck 954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6" name="Rechteck 955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7" name="Rechteck 956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8" name="Rechteck 957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959" name="Gruppieren 958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47" name="Gruppieren 144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49" name="Gruppieren 144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51" name="Rechteck 145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3" name="Ellipse 145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Textfeld 145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7" name="Ellipse 145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Textfeld 145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0" name="Textfeld 145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Ellipse 146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4" name="Textfeld 146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66" name="Ellipse 14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68" name="Textfeld 14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6" name="Rechteck 14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0" name="Textfeld 144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448" name="Textfeld 144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0" name="Gruppieren 959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95" name="Gruppieren 139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97" name="Gruppieren 13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99" name="Rechteck 13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00" name="Rechteck 13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1" name="Ellipse 14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2" name="Ellipse 14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5" name="Textfeld 14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26" name="Textfeld 14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27" name="Ellipse 14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Ellipse 14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Textfeld 14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0" name="Textfeld 14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1" name="Ellipse 14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2" name="Ellipse 14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3" name="Textfeld 14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4" name="Textfeld 14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5" name="Ellipse 1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Ellipse 1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7" name="Textfeld 14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38" name="Textfeld 14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39" name="Rechteck 14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Rechteck 14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1" name="Rechteck 14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2" name="Rechteck 14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Rechteck 14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Rechteck 14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5" name="Rechteck 14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6" name="Rechteck 14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98" name="Textfeld 13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396" name="Textfeld 13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1" name="Gruppieren 960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65" name="Gruppieren 136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67" name="Gruppieren 13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69" name="Rechteck 13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0" name="Rechteck 13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1" name="Ellipse 13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Ellipse 13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3" name="Textfeld 13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4" name="Textfeld 13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0" name="Ellipse 13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1" name="Textfeld 13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82" name="Textfeld 13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83" name="Ellipse 13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4" name="Ellipse 13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5" name="Textfeld 13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86" name="Textfeld 13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87" name="Rechteck 13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Rechteck 13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Rechteck 13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Rechteck 13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Rechteck 13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Rechteck 13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3" name="Rechteck 13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4" name="Rechteck 13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68" name="Textfeld 13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366" name="Textfeld 13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2" name="Gruppieren 961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35" name="Gruppieren 13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37" name="Gruppieren 13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9" name="Rechteck 13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40" name="Rechteck 13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Ellipse 13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2" name="Textfeld 13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3" name="Ellipse 1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54" name="Ellipse 1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Textfeld 13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6" name="Textfeld 13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8" name="Textfeld 13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336" name="Textfeld 13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3" name="Gruppieren 962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1305" name="Gruppieren 1304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307" name="Gruppieren 13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09" name="Rechteck 13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10" name="Rechteck 13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Ellipse 13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2" name="Ellipse 13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3" name="Textfeld 13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14" name="Textfeld 13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15" name="Ellipse 13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6" name="Ellipse 13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7" name="Textfeld 13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8" name="Textfeld 13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Ellipse 13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Textfeld 13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22" name="Textfeld 13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23" name="Ellipse 13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Ellipse 13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Textfeld 13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26" name="Textfeld 13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1" name="Rechteck 13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4" name="Rechteck 13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08" name="Textfeld 1307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306" name="Textfeld 13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4" name="Gruppieren 963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1275" name="Gruppieren 127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277" name="Gruppieren 12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80" name="Rechteck 12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Ellipse 12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2" name="Ellipse 12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3" name="Textfeld 12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84" name="Textfeld 12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85" name="Ellipse 12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6" name="Ellipse 12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7" name="Textfeld 12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8" name="Textfeld 12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Ellipse 12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2" name="Textfeld 12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3" name="Ellipse 12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Ellipse 12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5" name="Textfeld 12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96" name="Textfeld 12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97" name="Rechteck 12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Rechteck 12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Rechteck 13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Rechteck 13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Rechteck 13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4" name="Rechteck 13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78" name="Textfeld 127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276" name="Textfeld 12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5" name="Gruppieren 964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245" name="Gruppieren 124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47" name="Gruppieren 124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49" name="Rechteck 124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50" name="Rechteck 124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Ellipse 125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Ellipse 125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Textfeld 125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54" name="Textfeld 125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55" name="Ellipse 125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Ellipse 125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Textfeld 125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8" name="Textfeld 125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9" name="Ellipse 125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Ellipse 125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Textfeld 126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62" name="Textfeld 126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63" name="Ellipse 126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Ellipse 126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5" name="Textfeld 126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66" name="Textfeld 126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67" name="Rechteck 12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Rechteck 12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Rechteck 12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Rechteck 12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Rechteck 12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4" name="Rechteck 12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48" name="Textfeld 124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246" name="Textfeld 124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6" name="Gruppieren 965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215" name="Gruppieren 121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17" name="Gruppieren 12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19" name="Rechteck 12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20" name="Rechteck 12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Ellipse 12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Textfeld 12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24" name="Textfeld 12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Ellipse 12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Textfeld 12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8" name="Textfeld 12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9" name="Ellipse 12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Ellipse 12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1" name="Textfeld 12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32" name="Textfeld 12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33" name="Ellipse 12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Ellipse 12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5" name="Textfeld 12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6" name="Textfeld 12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7" name="Rechteck 12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8" name="Rechteck 12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0" name="Rechteck 12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1" name="Rechteck 12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2" name="Rechteck 12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Rechteck 12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4" name="Rechteck 12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8" name="Textfeld 121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216" name="Textfeld 12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967" name="Gruppieren 966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1211" name="Gruppieren 1210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213" name="Rechteck 1212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14" name="Textfeld 1213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212" name="Textfeld 12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968" name="Textfeld 967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969" name="Gruppieren 968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072" name="Gruppieren 107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074" name="Rechteck 107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075" name="Rechteck 107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76" name="Ellipse 107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077" name="Ellipse 107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78" name="Textfeld 107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079" name="Ellipse 10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0" name="Ellipse 10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1" name="Textfeld 10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2" name="Textfeld 10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3" name="Ellipse 10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4" name="Ellipse 10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5" name="Textfeld 10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6" name="Textfeld 10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7" name="Ellipse 10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8" name="Ellipse 10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9" name="Textfeld 10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1090" name="Textfeld 10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1091" name="Rechteck 10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2" name="Rechteck 10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3" name="Rechteck 10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4" name="Rechteck 10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5" name="Rechteck 10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6" name="Rechteck 10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09" name="Rechteck 120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0" name="Rechteck 120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073" name="Textfeld 107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499" name="Gruppieren 1498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500" name="Gruppieren 149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02" name="Gruppieren 15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04" name="Rechteck 15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5" name="Rechteck 15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6" name="Ellipse 15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7" name="Ellipse 15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8" name="Textfeld 15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09" name="Textfeld 15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Textfeld 15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3" name="Textfeld 15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4" name="Ellipse 15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5" name="Ellipse 15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6" name="Textfeld 15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7" name="Textfeld 15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8" name="Ellipse 15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9" name="Ellipse 15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Textfeld 15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21" name="Textfeld 15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22" name="Rechteck 15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Rechteck 15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3" name="Textfeld 1502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501" name="Textfeld 15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8890229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10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4" name="Gruppieren 3"/>
          <p:cNvGrpSpPr/>
          <p:nvPr/>
        </p:nvGrpSpPr>
        <p:grpSpPr>
          <a:xfrm>
            <a:off x="395599" y="2872756"/>
            <a:ext cx="1249214" cy="1652928"/>
            <a:chOff x="395599" y="2872756"/>
            <a:chExt cx="1249214" cy="1652928"/>
          </a:xfrm>
        </p:grpSpPr>
        <p:grpSp>
          <p:nvGrpSpPr>
            <p:cNvPr id="645" name="Gruppieren 644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1403" name="Gruppieren 140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05" name="Gruppieren 140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07" name="Rechteck 1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08" name="Rechteck 1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10" name="Ellipse 1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1" name="Ellipse 14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2" name="Ellipse 14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3" name="Ellipse 14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Ellipse 14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5" name="Ellipse 141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6" name="Ellipse 141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1" name="Rechteck 142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2" name="Rechteck 142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3" name="Rechteck 14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4" name="Rechteck 14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06" name="Textfeld 140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04" name="Textfeld 1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646" name="Rechteck 645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7" name="Rechteck 646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8" name="Rechteck 647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9" name="Rechteck 648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0" name="Rechteck 649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62" name="Gruppieren 661"/>
            <p:cNvGrpSpPr/>
            <p:nvPr/>
          </p:nvGrpSpPr>
          <p:grpSpPr>
            <a:xfrm>
              <a:off x="1288820" y="2877343"/>
              <a:ext cx="355993" cy="1646254"/>
              <a:chOff x="1694292" y="1147824"/>
              <a:chExt cx="355993" cy="1646254"/>
            </a:xfrm>
          </p:grpSpPr>
          <p:grpSp>
            <p:nvGrpSpPr>
              <p:cNvPr id="733" name="Gruppieren 732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35" name="Rechteck 73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6" name="Textfeld 7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34" name="Textfeld 7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64" name="Textfeld 663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665" name="Gruppieren 664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666" name="Rechteck 665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7" name="Ellipse 666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8" name="Ellipse 667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69" name="Ellipse 668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0" name="Ellipse 669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1" name="Textfeld 670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672" name="Textfeld 671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673" name="Ellipse 672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4" name="Ellipse 673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5" name="Ellipse 674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6" name="Ellipse 675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7" name="Ellipse 676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8" name="Ellipse 677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9" name="Ellipse 678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0" name="Ellipse 679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1" name="Ellipse 680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82" name="Ellipse 681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3" name="Ellipse 682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4" name="Ellipse 683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685" name="Gruppieren 684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686" name="Rechteck 685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7" name="Rechteck 686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8" name="Rechteck 687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9" name="Rechteck 688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90" name="Rechteck 689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1" name="Rechteck 690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2" name="Rechteck 691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3" name="Rechteck 692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4" name="Rechteck 693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5" name="Rechteck 694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6" name="Rechteck 695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7" name="Rechteck 696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8" name="Rechteck 697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9" name="Rechteck 698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0" name="Rechteck 699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1" name="Rechteck 700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2" name="Rechteck 70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2" name="Gruppieren 1"/>
          <p:cNvGrpSpPr/>
          <p:nvPr/>
        </p:nvGrpSpPr>
        <p:grpSpPr>
          <a:xfrm>
            <a:off x="5396266" y="920650"/>
            <a:ext cx="5462740" cy="1653922"/>
            <a:chOff x="5396266" y="920650"/>
            <a:chExt cx="5462740" cy="1653922"/>
          </a:xfrm>
        </p:grpSpPr>
        <p:grpSp>
          <p:nvGrpSpPr>
            <p:cNvPr id="923" name="Gruppieren 922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1612" name="Gruppieren 161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14" name="Gruppieren 161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Ellipse 16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19" name="Ellipse 16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0" name="Ellipse 16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1" name="Ellipse 16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2" name="Ellipse 1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3" name="Ellipse 1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4" name="Ellipse 16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5" name="Ellipse 16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Rechteck 16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Rechteck 16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Rechteck 16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9" name="Rechteck 16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0" name="Rechteck 16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Rechteck 16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Rechteck 16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3" name="Rechteck 16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15" name="Textfeld 16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13" name="Textfeld 16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924" name="Rechteck 923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5" name="Rechteck 954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6" name="Rechteck 955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7" name="Rechteck 956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8" name="Rechteck 957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959" name="Gruppieren 958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82" name="Gruppieren 158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84" name="Gruppieren 15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Ellipse 15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89" name="Ellipse 15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0" name="Textfeld 15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1" name="Textfeld 15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92" name="Ellipse 15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3" name="Ellipse 15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4" name="Textfeld 15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5" name="Textfeld 15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04" name="Rechteck 16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Rechteck 16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Rechteck 16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7" name="Rechteck 16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8" name="Rechteck 16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Rechteck 16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Rechteck 16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1" name="Rechteck 16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85" name="Textfeld 158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583" name="Textfeld 15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0" name="Gruppieren 959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52" name="Gruppieren 155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54" name="Gruppieren 15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Ellipse 15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Ellipse 15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0" name="Textfeld 15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1" name="Textfeld 15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62" name="Ellipse 15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3" name="Ellipse 15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4" name="Textfeld 15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5" name="Textfeld 15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74" name="Rechteck 15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Rechteck 15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Rechteck 15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7" name="Rechteck 15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8" name="Rechteck 15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Rechteck 15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Rechteck 15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1" name="Rechteck 15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55" name="Textfeld 15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553" name="Textfeld 15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1" name="Gruppieren 960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22" name="Gruppieren 15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24" name="Gruppieren 15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Ellipse 15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Ellipse 15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0" name="Textfeld 15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1" name="Textfeld 15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32" name="Ellipse 15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3" name="Ellipse 15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4" name="Textfeld 15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5" name="Textfeld 15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44" name="Rechteck 15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Rechteck 15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Rechteck 15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7" name="Rechteck 15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8" name="Rechteck 15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Rechteck 15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Rechteck 15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1" name="Rechteck 15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25" name="Textfeld 15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523" name="Textfeld 15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2" name="Gruppieren 961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92" name="Gruppieren 14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94" name="Gruppieren 14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Ellipse 14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Ellipse 14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Textfeld 14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01" name="Textfeld 15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02" name="Ellipse 15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Ellipse 15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4" name="Textfeld 15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5" name="Textfeld 15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6" name="Ellipse 15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7" name="Ellipse 15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8" name="Textfeld 15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9" name="Textfeld 15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Textfeld 15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13" name="Textfeld 15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14" name="Rechteck 15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5" name="Rechteck 15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6" name="Rechteck 15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Rechteck 15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Rechteck 15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9" name="Rechteck 15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Rechteck 15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Rechteck 15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95" name="Textfeld 14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493" name="Textfeld 14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3" name="Gruppieren 962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62" name="Gruppieren 14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64" name="Gruppieren 14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66" name="Rechteck 14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67" name="Rechteck 14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8" name="Ellipse 14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Textfeld 14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72" name="Ellipse 14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3" name="Ellipse 14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4" name="Textfeld 14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5" name="Textfeld 14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6" name="Ellipse 14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Ellipse 14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8" name="Textfeld 1477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9" name="Textfeld 14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80" name="Ellipse 14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1" name="Ellipse 14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Textfeld 14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83" name="Textfeld 14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84" name="Rechteck 14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5" name="Rechteck 14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6" name="Rechteck 14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Rechteck 14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Rechteck 14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Rechteck 14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Rechteck 14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Rechteck 14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65" name="Textfeld 14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463" name="Textfeld 14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4" name="Gruppieren 963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32" name="Gruppieren 14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34" name="Gruppieren 14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36" name="Rechteck 14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37" name="Rechteck 14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8" name="Ellipse 14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Textfeld 14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42" name="Ellipse 14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Ellipse 14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Textfeld 14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5" name="Textfeld 14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6" name="Ellipse 14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Ellipse 14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Textfeld 14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9" name="Textfeld 14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50" name="Ellipse 14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1" name="Ellipse 14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2" name="Textfeld 14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53" name="Textfeld 14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54" name="Rechteck 14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Rechteck 14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Rechteck 14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7" name="Rechteck 14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Rechteck 14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Rechteck 14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Rechteck 14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Rechteck 14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35" name="Textfeld 14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433" name="Textfeld 14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5" name="Gruppieren 964"/>
            <p:cNvGrpSpPr/>
            <p:nvPr/>
          </p:nvGrpSpPr>
          <p:grpSpPr>
            <a:xfrm>
              <a:off x="7910369" y="921644"/>
              <a:ext cx="420326" cy="1652928"/>
              <a:chOff x="1688847" y="1141150"/>
              <a:chExt cx="420326" cy="1652928"/>
            </a:xfrm>
          </p:grpSpPr>
          <p:grpSp>
            <p:nvGrpSpPr>
              <p:cNvPr id="1380" name="Gruppieren 137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382" name="Gruppieren 13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84" name="Rechteck 13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85" name="Rechteck 13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6" name="Ellipse 13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Ellipse 13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Textfeld 13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89" name="Textfeld 13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90" name="Ellipse 13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Ellipse 13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Textfeld 13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3" name="Textfeld 13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4" name="Ellipse 13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5" name="Ellipse 13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6" name="Textfeld 13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7" name="Textfeld 13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8" name="Ellipse 13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9" name="Ellipse 13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0" name="Textfeld 13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01" name="Textfeld 14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02" name="Rechteck 14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5" name="Rechteck 14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6" name="Rechteck 14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7" name="Rechteck 14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Rechteck 14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Rechteck 14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0" name="Rechteck 14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1" name="Rechteck 14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83" name="Textfeld 138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381" name="Textfeld 13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7" name="Gruppieren 966"/>
            <p:cNvGrpSpPr/>
            <p:nvPr/>
          </p:nvGrpSpPr>
          <p:grpSpPr>
            <a:xfrm>
              <a:off x="8242422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328" name="Gruppieren 132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330" name="Gruppieren 13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4" name="Ellipse 13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5" name="Ellipse 13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6" name="Textfeld 13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37" name="Textfeld 13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38" name="Ellipse 13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9" name="Ellipse 13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0" name="Textfeld 13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1" name="Textfeld 13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Ellipse 13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5" name="Textfeld 13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Ellipse 13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49" name="Textfeld 13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0" name="Rechteck 13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Rechteck 13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2" name="Rechteck 13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3" name="Rechteck 13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Rechteck 13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Rechteck 13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1" name="Textfeld 133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329" name="Textfeld 13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8565093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95" name="Gruppieren 129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97" name="Gruppieren 12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Ellipse 13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Ellipse 13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Textfeld 13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04" name="Textfeld 13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05" name="Ellipse 13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6" name="Ellipse 13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Textfeld 130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08" name="Textfeld 130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09" name="Ellipse 130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Ellipse 130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Textfeld 131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2" name="Textfeld 131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3" name="Ellipse 131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4" name="Ellipse 131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5" name="Textfeld 131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16" name="Textfeld 131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17" name="Rechteck 131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8" name="Rechteck 131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9" name="Rechteck 131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Rechteck 131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Rechteck 132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2" name="Rechteck 132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Rechteck 13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Rechteck 13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98" name="Textfeld 129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296" name="Textfeld 12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70" name="Gruppieren 969"/>
            <p:cNvGrpSpPr/>
            <p:nvPr/>
          </p:nvGrpSpPr>
          <p:grpSpPr>
            <a:xfrm>
              <a:off x="8887599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65" name="Gruppieren 126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67" name="Gruppieren 12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Ellipse 12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Ellipse 12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Textfeld 12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74" name="Textfeld 12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75" name="Ellipse 12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6" name="Ellipse 12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Textfeld 12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78" name="Textfeld 12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79" name="Ellipse 12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Ellipse 12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Textfeld 12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2" name="Textfeld 12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3" name="Ellipse 12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4" name="Ellipse 12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5" name="Textfeld 12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86" name="Textfeld 12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87" name="Rechteck 12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8" name="Rechteck 12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Rechteck 12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Rechteck 12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Rechteck 12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2" name="Rechteck 12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Rechteck 12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Rechteck 12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68" name="Textfeld 126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266" name="Textfeld 12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71" name="Gruppieren 970"/>
            <p:cNvGrpSpPr/>
            <p:nvPr/>
          </p:nvGrpSpPr>
          <p:grpSpPr>
            <a:xfrm>
              <a:off x="9210105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35" name="Gruppieren 123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37" name="Gruppieren 12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40" name="Rechteck 12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1" name="Ellipse 12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2" name="Ellipse 12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Textfeld 12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45" name="Ellipse 12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6" name="Ellipse 12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Textfeld 12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8" name="Textfeld 12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9" name="Ellipse 12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0" name="Ellipse 12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Textfeld 12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2" name="Textfeld 12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3" name="Ellipse 12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4" name="Ellipse 12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5" name="Textfeld 12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56" name="Textfeld 12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57" name="Rechteck 12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8" name="Rechteck 12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9" name="Rechteck 12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Rechteck 12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Rechteck 12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2" name="Rechteck 12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Rechteck 12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38" name="Textfeld 123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236" name="Textfeld 12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72" name="Gruppieren 971"/>
            <p:cNvGrpSpPr/>
            <p:nvPr/>
          </p:nvGrpSpPr>
          <p:grpSpPr>
            <a:xfrm>
              <a:off x="9527611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09" name="Gruppieren 1208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211" name="Gruppieren 1210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213" name="Rechteck 1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4" name="Rechteck 1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5" name="Ellipse 1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Ellipse 121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0" name="Textfeld 121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Ellipse 12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Textfeld 1222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24" name="Textfeld 122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Ellipse 122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Rechteck 12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8" name="Rechteck 12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9" name="Rechteck 12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Rechteck 12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1" name="Rechteck 12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Rechteck 12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2" name="Textfeld 121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210" name="Textfeld 1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973" name="Gruppieren 972"/>
            <p:cNvGrpSpPr/>
            <p:nvPr/>
          </p:nvGrpSpPr>
          <p:grpSpPr>
            <a:xfrm>
              <a:off x="9852747" y="928318"/>
              <a:ext cx="357561" cy="1646254"/>
              <a:chOff x="1692724" y="1147824"/>
              <a:chExt cx="357561" cy="1646254"/>
            </a:xfrm>
          </p:grpSpPr>
          <p:grpSp>
            <p:nvGrpSpPr>
              <p:cNvPr id="1069" name="Gruppieren 106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71" name="Gruppieren 107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4" name="Rechteck 10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Ellipse 10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8" name="Textfeld 10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Ellipse 10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1" name="Ellipse 1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Textfeld 1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89" name="Rechteck 1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2" name="Textfeld 10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070" name="Textfeld 10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974" name="Gruppieren 973"/>
            <p:cNvGrpSpPr/>
            <p:nvPr/>
          </p:nvGrpSpPr>
          <p:grpSpPr>
            <a:xfrm>
              <a:off x="10177187" y="928318"/>
              <a:ext cx="357561" cy="1646254"/>
              <a:chOff x="1692724" y="1147824"/>
              <a:chExt cx="357561" cy="1646254"/>
            </a:xfrm>
          </p:grpSpPr>
          <p:grpSp>
            <p:nvGrpSpPr>
              <p:cNvPr id="1041" name="Gruppieren 1040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43" name="Gruppieren 1042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Ellipse 10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4" name="Ellipse 10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5" name="Textfeld 10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56" name="Textfeld 10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57" name="Ellipse 10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9" name="Textfeld 10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60" name="Textfeld 10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4" name="Textfeld 10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042" name="Textfeld 10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975" name="Gruppieren 974"/>
            <p:cNvGrpSpPr/>
            <p:nvPr/>
          </p:nvGrpSpPr>
          <p:grpSpPr>
            <a:xfrm>
              <a:off x="10503013" y="928318"/>
              <a:ext cx="355993" cy="1646254"/>
              <a:chOff x="1694292" y="1147824"/>
              <a:chExt cx="355993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039" name="Rechteck 103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976" name="Textfeld 975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" name="Gruppieren 2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843" name="Gruppieren 842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655" name="Gruppieren 165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57" name="Gruppieren 165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59" name="Rechteck 165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0" name="Rechteck 165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2" name="Ellipse 166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3" name="Ellipse 16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Ellipse 16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7" name="Ellipse 16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9" name="Rechteck 16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Rechteck 16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1" name="Rechteck 16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8" name="Textfeld 165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56" name="Textfeld 165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844" name="Rechteck 843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" name="Rechteck 844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6" name="Rechteck 845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7" name="Rechteck 846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8" name="Rechteck 847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9" name="Gruppieren 848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71" name="Gruppieren 137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73" name="Gruppieren 13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75" name="Rechteck 13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6" name="Rechteck 13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Ellipse 13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8" name="Ellipse 13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9" name="Textfeld 13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34" name="Textfeld 16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Ellipse 16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8" name="Textfeld 16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Ellipse 16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2" name="Textfeld 16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3" name="Ellipse 16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44" name="Ellipse 16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Textfeld 16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6" name="Textfeld 16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0" name="Rechteck 16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1" name="Rechteck 16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2" name="Rechteck 16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3" name="Rechteck 16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74" name="Textfeld 137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372" name="Textfeld 13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0" name="Gruppieren 849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95" name="Gruppieren 119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97" name="Gruppieren 11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99" name="Rechteck 11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00" name="Rechteck 11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Ellipse 12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Ellipse 12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Textfeld 12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4" name="Textfeld 12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5" name="Ellipse 12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Ellipse 12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Textfeld 120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08" name="Textfeld 120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5" name="Ellipse 1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6" name="Ellipse 1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Textfeld 13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58" name="Textfeld 13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59" name="Ellipse 13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Ellipse 13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Textfeld 13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62" name="Textfeld 13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5" name="Rechteck 13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6" name="Rechteck 13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7" name="Rechteck 13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Rechteck 13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9" name="Rechteck 13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0" name="Rechteck 13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8" name="Textfeld 11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96" name="Textfeld 11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1" name="Gruppieren 850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65" name="Gruppieren 116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67" name="Gruppieren 11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9" name="Rechteck 11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70" name="Rechteck 11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Ellipse 11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Ellipse 11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Textfeld 11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74" name="Textfeld 11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75" name="Ellipse 11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Textfeld 11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9" name="Ellipse 11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0" name="Ellipse 11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Textfeld 11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2" name="Textfeld 11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3" name="Ellipse 11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4" name="Ellipse 11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Textfeld 11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86" name="Textfeld 11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87" name="Rechteck 11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8" name="Rechteck 11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9" name="Rechteck 11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Rechteck 11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Rechteck 11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Rechteck 11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8" name="Textfeld 11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166" name="Textfeld 11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2" name="Gruppieren 851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35" name="Gruppieren 11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37" name="Gruppieren 11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Ellipse 11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Ellipse 11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Textfeld 11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44" name="Textfeld 11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45" name="Ellipse 11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Textfeld 11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9" name="Ellipse 11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0" name="Ellipse 11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Textfeld 11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2" name="Textfeld 11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3" name="Ellipse 11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Textfeld 11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56" name="Textfeld 11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57" name="Rechteck 11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Rechteck 11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Rechteck 11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Rechteck 11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Rechteck 11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Rechteck 11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8" name="Textfeld 11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136" name="Textfeld 11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3" name="Gruppieren 852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1105" name="Gruppieren 1104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107" name="Gruppieren 11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9" name="Rechteck 11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10" name="Rechteck 11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1" name="Ellipse 11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2" name="Ellipse 11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3" name="Textfeld 11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14" name="Textfeld 11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15" name="Ellipse 11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Textfeld 11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9" name="Ellipse 11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0" name="Ellipse 11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Textfeld 11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2" name="Textfeld 11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27" name="Rechteck 11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Rechteck 11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Rechteck 11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0" name="Rechteck 11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Rechteck 11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Rechteck 11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8" name="Textfeld 1107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106" name="Textfeld 11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4" name="Gruppieren 853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1015" name="Gruppieren 101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017" name="Gruppieren 10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Ellipse 10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Ellipse 10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Textfeld 10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24" name="Textfeld 10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25" name="Ellipse 10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Textfeld 10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9" name="Ellipse 10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Ellipse 10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Textfeld 10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2" name="Textfeld 10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3" name="Ellipse 10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Ellipse 10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Textfeld 10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36" name="Textfeld 10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8" name="Textfeld 101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016" name="Textfeld 10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5" name="Gruppieren 854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985" name="Gruppieren 98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87" name="Gruppieren 9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9" name="Rechteck 9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0" name="Rechteck 9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Ellipse 9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2" name="Ellipse 9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Textfeld 9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94" name="Textfeld 9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95" name="Ellipse 9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Ellipse 9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Textfeld 9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8" name="Textfeld 9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9" name="Ellipse 9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Ellipse 9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1" name="Textfeld 10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2" name="Textfeld 10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Ellipse 10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06" name="Textfeld 10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07" name="Rechteck 10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Rechteck 10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9" name="Rechteck 10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0" name="Rechteck 10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3" name="Rechteck 10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4" name="Rechteck 10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8" name="Textfeld 98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86" name="Textfeld 9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6" name="Gruppieren 855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935" name="Gruppieren 93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7" name="Gruppieren 9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9" name="Rechteck 9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0" name="Rechteck 9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Ellipse 9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2" name="Ellipse 9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3" name="Textfeld 9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4" name="Textfeld 9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Textfeld 9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68" name="Textfeld 9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77" name="Rechteck 9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Rechteck 9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9" name="Rechteck 9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0" name="Rechteck 9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Rechteck 9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Rechteck 9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8" name="Textfeld 93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36" name="Textfeld 9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857" name="Gruppieren 856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931" name="Gruppieren 930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933" name="Rechteck 932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4" name="Textfeld 933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932" name="Textfeld 9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58" name="Textfeld 857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859" name="Gruppieren 858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898" name="Gruppieren 89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00" name="Gruppieren 89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02" name="Gruppieren 90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4" name="Rechteck 90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5" name="Rechteck 90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" name="Ellipse 90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7" name="Ellipse 90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" name="Textfeld 90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9" name="Ellipse 90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" name="Ellipse 90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" name="Textfeld 91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2" name="Textfeld 91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3" name="Ellipse 91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" name="Ellipse 91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5" name="Textfeld 91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" name="Textfeld 91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7" name="Ellipse 91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8" name="Ellipse 91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9" name="Textfeld 91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0" name="Textfeld 91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1" name="Rechteck 92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" name="Rechteck 92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" name="Rechteck 92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" name="Rechteck 92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" name="Rechteck 92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" name="Rechteck 92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" name="Rechteck 92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0" name="Rechteck 92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3" name="Textfeld 90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901" name="Textfeld 90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899" name="Textfeld 89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677" name="Gruppieren 1676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678" name="Gruppieren 16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80" name="Gruppieren 16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2" name="Rechteck 16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3" name="Rechteck 16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4" name="Ellipse 16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5" name="Ellipse 16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Textfeld 16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7" name="Textfeld 16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88" name="Ellipse 16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9" name="Ellipse 16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0" name="Textfeld 16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1" name="Textfeld 16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2" name="Ellipse 16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3" name="Ellipse 16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4" name="Textfeld 16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5" name="Textfeld 16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6" name="Ellipse 16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7" name="Ellipse 16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8" name="Textfeld 16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99" name="Textfeld 16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00" name="Rechteck 16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1" name="Rechteck 17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Rechteck 17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7" name="Rechteck 17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81" name="Textfeld 1680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679" name="Textfeld 16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7783659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Clamps</a:t>
            </a:r>
            <a:r>
              <a:rPr lang="de-DE" dirty="0"/>
              <a:t> Scenario 11-12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rgbClr val="5B9BD5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923" name="Gruppieren 922"/>
          <p:cNvGrpSpPr/>
          <p:nvPr/>
        </p:nvGrpSpPr>
        <p:grpSpPr>
          <a:xfrm>
            <a:off x="5640899" y="920650"/>
            <a:ext cx="324950" cy="1652928"/>
            <a:chOff x="1694292" y="1141150"/>
            <a:chExt cx="324950" cy="1652928"/>
          </a:xfrm>
        </p:grpSpPr>
        <p:grpSp>
          <p:nvGrpSpPr>
            <p:cNvPr id="1612" name="Gruppieren 1611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614" name="Gruppieren 1613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616" name="Rechteck 161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17" name="Rechteck 161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8" name="Ellipse 161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19" name="Ellipse 161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0" name="Ellipse 161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1" name="Ellipse 162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2" name="Ellipse 162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3" name="Ellipse 162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4" name="Ellipse 162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5" name="Ellipse 162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6" name="Rechteck 162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7" name="Rechteck 162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8" name="Rechteck 162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9" name="Rechteck 162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0" name="Rechteck 162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1" name="Rechteck 163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2" name="Rechteck 163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3" name="Rechteck 163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615" name="Textfeld 161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613" name="Textfeld 161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924" name="Rechteck 923"/>
          <p:cNvSpPr/>
          <p:nvPr/>
        </p:nvSpPr>
        <p:spPr>
          <a:xfrm>
            <a:off x="5401515" y="1083351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5" name="Rechteck 954"/>
          <p:cNvSpPr/>
          <p:nvPr/>
        </p:nvSpPr>
        <p:spPr>
          <a:xfrm>
            <a:off x="5478291" y="1264751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6" name="Rechteck 955"/>
          <p:cNvSpPr/>
          <p:nvPr/>
        </p:nvSpPr>
        <p:spPr>
          <a:xfrm>
            <a:off x="5434817" y="1307427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7" name="Rechteck 956"/>
          <p:cNvSpPr/>
          <p:nvPr/>
        </p:nvSpPr>
        <p:spPr>
          <a:xfrm>
            <a:off x="5478961" y="1873242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8" name="Rechteck 957"/>
          <p:cNvSpPr/>
          <p:nvPr/>
        </p:nvSpPr>
        <p:spPr>
          <a:xfrm>
            <a:off x="5435487" y="1915918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959" name="Gruppieren 958"/>
          <p:cNvGrpSpPr/>
          <p:nvPr/>
        </p:nvGrpSpPr>
        <p:grpSpPr>
          <a:xfrm>
            <a:off x="5964389" y="920650"/>
            <a:ext cx="327049" cy="1652928"/>
            <a:chOff x="1692193" y="1141150"/>
            <a:chExt cx="327049" cy="1652928"/>
          </a:xfrm>
        </p:grpSpPr>
        <p:grpSp>
          <p:nvGrpSpPr>
            <p:cNvPr id="1582" name="Gruppieren 158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84" name="Gruppieren 158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86" name="Rechteck 158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87" name="Rechteck 158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8" name="Ellipse 158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89" name="Ellipse 158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0" name="Textfeld 158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91" name="Textfeld 159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592" name="Ellipse 159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3" name="Ellipse 159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4" name="Textfeld 159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95" name="Textfeld 159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96" name="Ellipse 159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7" name="Ellipse 159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8" name="Textfeld 159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99" name="Textfeld 159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600" name="Ellipse 159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1" name="Ellipse 160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2" name="Textfeld 160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603" name="Textfeld 160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604" name="Rechteck 160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5" name="Rechteck 160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6" name="Rechteck 160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7" name="Rechteck 160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8" name="Rechteck 160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9" name="Rechteck 160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0" name="Rechteck 160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1" name="Rechteck 161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85" name="Textfeld 158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</p:grpSp>
        <p:sp>
          <p:nvSpPr>
            <p:cNvPr id="1583" name="Textfeld 158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0" name="Gruppieren 959"/>
          <p:cNvGrpSpPr/>
          <p:nvPr/>
        </p:nvGrpSpPr>
        <p:grpSpPr>
          <a:xfrm>
            <a:off x="6291314" y="920650"/>
            <a:ext cx="327049" cy="1652928"/>
            <a:chOff x="1692193" y="1141150"/>
            <a:chExt cx="327049" cy="1652928"/>
          </a:xfrm>
        </p:grpSpPr>
        <p:grpSp>
          <p:nvGrpSpPr>
            <p:cNvPr id="1552" name="Gruppieren 155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54" name="Gruppieren 155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56" name="Rechteck 155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57" name="Rechteck 155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8" name="Ellipse 155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9" name="Ellipse 155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0" name="Textfeld 155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61" name="Textfeld 156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562" name="Ellipse 156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3" name="Ellipse 156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4" name="Textfeld 156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65" name="Textfeld 156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66" name="Ellipse 156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7" name="Ellipse 156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8" name="Textfeld 156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69" name="Textfeld 156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70" name="Ellipse 156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71" name="Ellipse 157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2" name="Textfeld 157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573" name="Textfeld 157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574" name="Rechteck 157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5" name="Rechteck 157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6" name="Rechteck 157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7" name="Rechteck 157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8" name="Rechteck 157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9" name="Rechteck 157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0" name="Rechteck 157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1" name="Rechteck 158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55" name="Textfeld 155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1553" name="Textfeld 155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1" name="Gruppieren 960"/>
          <p:cNvGrpSpPr/>
          <p:nvPr/>
        </p:nvGrpSpPr>
        <p:grpSpPr>
          <a:xfrm>
            <a:off x="6615293" y="920650"/>
            <a:ext cx="327049" cy="1652928"/>
            <a:chOff x="1692193" y="1141150"/>
            <a:chExt cx="327049" cy="1652928"/>
          </a:xfrm>
        </p:grpSpPr>
        <p:grpSp>
          <p:nvGrpSpPr>
            <p:cNvPr id="1522" name="Gruppieren 152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24" name="Gruppieren 152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26" name="Rechteck 152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27" name="Rechteck 152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8" name="Ellipse 152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9" name="Ellipse 152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0" name="Textfeld 152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31" name="Textfeld 153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532" name="Ellipse 153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3" name="Ellipse 153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4" name="Textfeld 153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35" name="Textfeld 153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36" name="Ellipse 153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7" name="Ellipse 153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8" name="Textfeld 153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39" name="Textfeld 153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40" name="Ellipse 153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1" name="Ellipse 154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2" name="Textfeld 154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543" name="Textfeld 154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544" name="Rechteck 154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5" name="Rechteck 154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6" name="Rechteck 154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7" name="Rechteck 154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8" name="Rechteck 154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9" name="Rechteck 154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0" name="Rechteck 154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1" name="Rechteck 155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25" name="Textfeld 152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523" name="Textfeld 152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2" name="Gruppieren 961"/>
          <p:cNvGrpSpPr/>
          <p:nvPr/>
        </p:nvGrpSpPr>
        <p:grpSpPr>
          <a:xfrm>
            <a:off x="6939272" y="920650"/>
            <a:ext cx="327049" cy="1652928"/>
            <a:chOff x="1692193" y="1141150"/>
            <a:chExt cx="327049" cy="1652928"/>
          </a:xfrm>
        </p:grpSpPr>
        <p:grpSp>
          <p:nvGrpSpPr>
            <p:cNvPr id="1492" name="Gruppieren 149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94" name="Gruppieren 149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96" name="Rechteck 1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97" name="Rechteck 14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8" name="Ellipse 14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9" name="Ellipse 14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0" name="Textfeld 14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01" name="Textfeld 15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502" name="Ellipse 15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3" name="Ellipse 15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4" name="Textfeld 150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05" name="Textfeld 150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06" name="Ellipse 150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7" name="Ellipse 150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8" name="Textfeld 150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09" name="Textfeld 150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10" name="Ellipse 150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1" name="Ellipse 151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2" name="Textfeld 151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513" name="Textfeld 151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514" name="Rechteck 151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5" name="Rechteck 151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6" name="Rechteck 151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7" name="Rechteck 151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8" name="Rechteck 151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9" name="Rechteck 151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0" name="Rechteck 151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1" name="Rechteck 152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95" name="Textfeld 149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5</a:t>
                </a:r>
              </a:p>
            </p:txBody>
          </p:sp>
        </p:grpSp>
        <p:sp>
          <p:nvSpPr>
            <p:cNvPr id="1493" name="Textfeld 14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3" name="Gruppieren 962"/>
          <p:cNvGrpSpPr/>
          <p:nvPr/>
        </p:nvGrpSpPr>
        <p:grpSpPr>
          <a:xfrm>
            <a:off x="7263265" y="920650"/>
            <a:ext cx="327049" cy="1652928"/>
            <a:chOff x="1692193" y="1141150"/>
            <a:chExt cx="327049" cy="1652928"/>
          </a:xfrm>
        </p:grpSpPr>
        <p:grpSp>
          <p:nvGrpSpPr>
            <p:cNvPr id="1462" name="Gruppieren 146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64" name="Gruppieren 146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66" name="Rechteck 146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67" name="Rechteck 146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8" name="Ellipse 146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9" name="Ellipse 146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70" name="Textfeld 146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471" name="Textfeld 147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472" name="Ellipse 147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3" name="Ellipse 147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4" name="Textfeld 147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75" name="Textfeld 147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76" name="Ellipse 147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77" name="Ellipse 147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8" name="Textfeld 1477"/>
                <p:cNvSpPr txBox="1"/>
                <p:nvPr/>
              </p:nvSpPr>
              <p:spPr>
                <a:xfrm>
                  <a:off x="1692643" y="2196885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79" name="Textfeld 147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80" name="Ellipse 147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1" name="Ellipse 148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2" name="Textfeld 148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483" name="Textfeld 148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484" name="Rechteck 148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5" name="Rechteck 148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6" name="Rechteck 148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7" name="Rechteck 148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8" name="Rechteck 148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9" name="Rechteck 148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0" name="Rechteck 148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1" name="Rechteck 149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65" name="Textfeld 146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1463" name="Textfeld 146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4" name="Gruppieren 963"/>
          <p:cNvGrpSpPr/>
          <p:nvPr/>
        </p:nvGrpSpPr>
        <p:grpSpPr>
          <a:xfrm>
            <a:off x="7590190" y="920650"/>
            <a:ext cx="327049" cy="1652928"/>
            <a:chOff x="1692193" y="1141150"/>
            <a:chExt cx="327049" cy="1652928"/>
          </a:xfrm>
        </p:grpSpPr>
        <p:grpSp>
          <p:nvGrpSpPr>
            <p:cNvPr id="1432" name="Gruppieren 143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34" name="Gruppieren 143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36" name="Rechteck 143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37" name="Rechteck 143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8" name="Ellipse 143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9" name="Ellipse 143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0" name="Textfeld 143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441" name="Textfeld 144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442" name="Ellipse 144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3" name="Ellipse 144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4" name="Textfeld 144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45" name="Textfeld 144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46" name="Ellipse 144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7" name="Ellipse 144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8" name="Textfeld 144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49" name="Textfeld 144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50" name="Ellipse 144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51" name="Ellipse 145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2" name="Textfeld 145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453" name="Textfeld 145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454" name="Rechteck 145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5" name="Rechteck 145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6" name="Rechteck 145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7" name="Rechteck 145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8" name="Rechteck 145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9" name="Rechteck 145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0" name="Rechteck 145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1" name="Rechteck 146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35" name="Textfeld 143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1433" name="Textfeld 143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5" name="Gruppieren 964"/>
          <p:cNvGrpSpPr/>
          <p:nvPr/>
        </p:nvGrpSpPr>
        <p:grpSpPr>
          <a:xfrm>
            <a:off x="7910369" y="921644"/>
            <a:ext cx="420326" cy="1652928"/>
            <a:chOff x="1688847" y="1141150"/>
            <a:chExt cx="420326" cy="1652928"/>
          </a:xfrm>
        </p:grpSpPr>
        <p:grpSp>
          <p:nvGrpSpPr>
            <p:cNvPr id="1380" name="Gruppieren 1379"/>
            <p:cNvGrpSpPr/>
            <p:nvPr/>
          </p:nvGrpSpPr>
          <p:grpSpPr>
            <a:xfrm>
              <a:off x="1688847" y="1141150"/>
              <a:ext cx="420326" cy="1536639"/>
              <a:chOff x="1688847" y="1141150"/>
              <a:chExt cx="420326" cy="1536639"/>
            </a:xfrm>
          </p:grpSpPr>
          <p:grpSp>
            <p:nvGrpSpPr>
              <p:cNvPr id="1382" name="Gruppieren 1381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384" name="Rechteck 138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85" name="Rechteck 1384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6" name="Ellipse 1385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7" name="Ellipse 1386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8" name="Textfeld 1387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89" name="Textfeld 1388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390" name="Ellipse 138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1" name="Ellipse 139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2" name="Textfeld 1391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93" name="Textfeld 1392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94" name="Ellipse 1393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5" name="Ellipse 1394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6" name="Textfeld 1395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97" name="Textfeld 1396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98" name="Ellipse 139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9" name="Ellipse 139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0" name="Textfeld 1399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401" name="Textfeld 1400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402" name="Rechteck 1401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5" name="Rechteck 142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6" name="Rechteck 142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7" name="Rechteck 142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8" name="Rechteck 142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9" name="Rechteck 142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0" name="Rechteck 142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1" name="Rechteck 143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383" name="Textfeld 1382"/>
              <p:cNvSpPr txBox="1"/>
              <p:nvPr/>
            </p:nvSpPr>
            <p:spPr>
              <a:xfrm>
                <a:off x="1688847" y="1141150"/>
                <a:ext cx="42032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10</a:t>
                </a:r>
              </a:p>
            </p:txBody>
          </p:sp>
        </p:grpSp>
        <p:sp>
          <p:nvSpPr>
            <p:cNvPr id="1381" name="Textfeld 1380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67" name="Gruppieren 966"/>
          <p:cNvGrpSpPr/>
          <p:nvPr/>
        </p:nvGrpSpPr>
        <p:grpSpPr>
          <a:xfrm>
            <a:off x="8242422" y="928318"/>
            <a:ext cx="358092" cy="1646254"/>
            <a:chOff x="1692193" y="1147824"/>
            <a:chExt cx="358092" cy="1646254"/>
          </a:xfrm>
        </p:grpSpPr>
        <p:grpSp>
          <p:nvGrpSpPr>
            <p:cNvPr id="1328" name="Gruppieren 1327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330" name="Gruppieren 1329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332" name="Rechteck 133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33" name="Rechteck 1332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4" name="Ellipse 1333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35" name="Ellipse 1334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6" name="Textfeld 1335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37" name="Textfeld 1336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338" name="Ellipse 1337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9" name="Ellipse 1338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0" name="Textfeld 1339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41" name="Textfeld 1340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42" name="Ellipse 134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3" name="Ellipse 134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4" name="Textfeld 1343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45" name="Textfeld 1344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46" name="Ellipse 1345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7" name="Ellipse 1346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8" name="Textfeld 1347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349" name="Textfeld 1348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350" name="Rechteck 134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1" name="Rechteck 135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2" name="Rechteck 135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3" name="Rechteck 135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4" name="Rechteck 135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5" name="Rechteck 135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6" name="Rechteck 135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7" name="Rechteck 135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331" name="Textfeld 133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1329" name="Textfeld 132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69" name="Gruppieren 968"/>
          <p:cNvGrpSpPr/>
          <p:nvPr/>
        </p:nvGrpSpPr>
        <p:grpSpPr>
          <a:xfrm>
            <a:off x="8565093" y="928318"/>
            <a:ext cx="358092" cy="1646254"/>
            <a:chOff x="1692193" y="1147824"/>
            <a:chExt cx="358092" cy="1646254"/>
          </a:xfrm>
        </p:grpSpPr>
        <p:grpSp>
          <p:nvGrpSpPr>
            <p:cNvPr id="1295" name="Gruppieren 129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97" name="Gruppieren 129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99" name="Rechteck 129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00" name="Rechteck 129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1" name="Ellipse 130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2" name="Ellipse 130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3" name="Textfeld 130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04" name="Textfeld 130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305" name="Ellipse 130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6" name="Ellipse 130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7" name="Textfeld 130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08" name="Textfeld 130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09" name="Ellipse 130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0" name="Ellipse 130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1" name="Textfeld 131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12" name="Textfeld 131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13" name="Ellipse 131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4" name="Ellipse 131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5" name="Textfeld 131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316" name="Textfeld 131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317" name="Rechteck 13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8" name="Rechteck 13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9" name="Rechteck 13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0" name="Rechteck 13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1" name="Rechteck 13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2" name="Rechteck 13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3" name="Rechteck 13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4" name="Rechteck 13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98" name="Textfeld 129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1296" name="Textfeld 129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70" name="Gruppieren 969"/>
          <p:cNvGrpSpPr/>
          <p:nvPr/>
        </p:nvGrpSpPr>
        <p:grpSpPr>
          <a:xfrm>
            <a:off x="8887599" y="928318"/>
            <a:ext cx="358092" cy="1646254"/>
            <a:chOff x="1692193" y="1147824"/>
            <a:chExt cx="358092" cy="1646254"/>
          </a:xfrm>
        </p:grpSpPr>
        <p:grpSp>
          <p:nvGrpSpPr>
            <p:cNvPr id="1265" name="Gruppieren 126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67" name="Gruppieren 126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69" name="Rechteck 126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70" name="Rechteck 126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1" name="Ellipse 127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2" name="Ellipse 127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3" name="Textfeld 127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274" name="Textfeld 127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275" name="Ellipse 127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6" name="Ellipse 127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7" name="Textfeld 127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78" name="Textfeld 127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79" name="Ellipse 127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0" name="Ellipse 127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1" name="Textfeld 128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82" name="Textfeld 128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83" name="Ellipse 128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4" name="Ellipse 128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5" name="Textfeld 128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286" name="Textfeld 128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287" name="Rechteck 128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8" name="Rechteck 128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9" name="Rechteck 128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0" name="Rechteck 128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1" name="Rechteck 129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2" name="Rechteck 129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3" name="Rechteck 129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4" name="Rechteck 129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68" name="Textfeld 126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1266" name="Textfeld 126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71" name="Gruppieren 970"/>
          <p:cNvGrpSpPr/>
          <p:nvPr/>
        </p:nvGrpSpPr>
        <p:grpSpPr>
          <a:xfrm>
            <a:off x="9210105" y="928318"/>
            <a:ext cx="358092" cy="1646254"/>
            <a:chOff x="1692193" y="1147824"/>
            <a:chExt cx="358092" cy="1646254"/>
          </a:xfrm>
        </p:grpSpPr>
        <p:grpSp>
          <p:nvGrpSpPr>
            <p:cNvPr id="1235" name="Gruppieren 123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37" name="Gruppieren 123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39" name="Rechteck 123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0" name="Rechteck 123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1" name="Ellipse 124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2" name="Ellipse 124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3" name="Textfeld 124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244" name="Textfeld 124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245" name="Ellipse 124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6" name="Ellipse 124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7" name="Textfeld 124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48" name="Textfeld 124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49" name="Ellipse 124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0" name="Ellipse 124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1" name="Textfeld 125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52" name="Textfeld 125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53" name="Ellipse 125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4" name="Ellipse 125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5" name="Textfeld 125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256" name="Textfeld 125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257" name="Rechteck 125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8" name="Rechteck 125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9" name="Rechteck 125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0" name="Rechteck 125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1" name="Rechteck 126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2" name="Rechteck 126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3" name="Rechteck 126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4" name="Rechteck 126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38" name="Textfeld 123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1236" name="Textfeld 123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72" name="Gruppieren 971"/>
          <p:cNvGrpSpPr/>
          <p:nvPr/>
        </p:nvGrpSpPr>
        <p:grpSpPr>
          <a:xfrm>
            <a:off x="9527611" y="928318"/>
            <a:ext cx="358092" cy="1646254"/>
            <a:chOff x="1692193" y="1147824"/>
            <a:chExt cx="358092" cy="1646254"/>
          </a:xfrm>
        </p:grpSpPr>
        <p:grpSp>
          <p:nvGrpSpPr>
            <p:cNvPr id="1209" name="Gruppieren 1208"/>
            <p:cNvGrpSpPr/>
            <p:nvPr/>
          </p:nvGrpSpPr>
          <p:grpSpPr>
            <a:xfrm>
              <a:off x="1692193" y="1147824"/>
              <a:ext cx="358092" cy="1481389"/>
              <a:chOff x="1692193" y="1147824"/>
              <a:chExt cx="358092" cy="1481389"/>
            </a:xfrm>
          </p:grpSpPr>
          <p:grpSp>
            <p:nvGrpSpPr>
              <p:cNvPr id="1211" name="Gruppieren 1210"/>
              <p:cNvGrpSpPr/>
              <p:nvPr/>
            </p:nvGrpSpPr>
            <p:grpSpPr>
              <a:xfrm>
                <a:off x="1692193" y="1191341"/>
                <a:ext cx="327049" cy="1437872"/>
                <a:chOff x="1692193" y="1191341"/>
                <a:chExt cx="327049" cy="1437872"/>
              </a:xfrm>
            </p:grpSpPr>
            <p:sp>
              <p:nvSpPr>
                <p:cNvPr id="1213" name="Rechteck 121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14" name="Rechteck 121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5" name="Ellipse 121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6" name="Ellipse 121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7" name="Ellipse 121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8" name="Ellipse 121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9" name="Textfeld 1218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20" name="Textfeld 1219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21" name="Ellipse 122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2" name="Ellipse 122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3" name="Textfeld 1222"/>
                <p:cNvSpPr txBox="1"/>
                <p:nvPr/>
              </p:nvSpPr>
              <p:spPr>
                <a:xfrm>
                  <a:off x="1708599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24" name="Textfeld 122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25" name="Ellipse 122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6" name="Ellipse 122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7" name="Rechteck 122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8" name="Rechteck 122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9" name="Rechteck 122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0" name="Rechteck 122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1" name="Rechteck 123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2" name="Rechteck 123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3" name="Rechteck 123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4" name="Rechteck 123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12" name="Textfeld 1211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1210" name="Textfeld 120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EL9100</a:t>
              </a:r>
            </a:p>
          </p:txBody>
        </p:sp>
      </p:grpSp>
      <p:grpSp>
        <p:nvGrpSpPr>
          <p:cNvPr id="973" name="Gruppieren 972"/>
          <p:cNvGrpSpPr/>
          <p:nvPr/>
        </p:nvGrpSpPr>
        <p:grpSpPr>
          <a:xfrm>
            <a:off x="9852747" y="928318"/>
            <a:ext cx="357561" cy="1646254"/>
            <a:chOff x="1692724" y="1147824"/>
            <a:chExt cx="357561" cy="1646254"/>
          </a:xfrm>
        </p:grpSpPr>
        <p:grpSp>
          <p:nvGrpSpPr>
            <p:cNvPr id="1069" name="Gruppieren 1068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1071" name="Gruppieren 1070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1073" name="Rechteck 107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74" name="Rechteck 107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5" name="Ellipse 107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6" name="Ellipse 107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7" name="Textfeld 107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078" name="Textfeld 107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079" name="Ellipse 107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0" name="Ellipse 107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1" name="Ellipse 108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2" name="Ellipse 108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3" name="Textfeld 1082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1084" name="Textfeld 108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1085" name="Ellipse 108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6" name="Ellipse 108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7" name="Textfeld 1086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1088" name="Textfeld 1087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1089" name="Rechteck 1088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0" name="Rechteck 1089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1" name="Rechteck 1090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2" name="Rechteck 1091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3" name="Rechteck 1092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4" name="Rechteck 1093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5" name="Rechteck 1094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6" name="Rechteck 1095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072" name="Textfeld 1071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16</a:t>
                </a:r>
              </a:p>
            </p:txBody>
          </p:sp>
        </p:grpSp>
        <p:sp>
          <p:nvSpPr>
            <p:cNvPr id="1070" name="Textfeld 106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974" name="Gruppieren 973"/>
          <p:cNvGrpSpPr/>
          <p:nvPr/>
        </p:nvGrpSpPr>
        <p:grpSpPr>
          <a:xfrm>
            <a:off x="10177187" y="928318"/>
            <a:ext cx="357561" cy="1646254"/>
            <a:chOff x="1692724" y="1147824"/>
            <a:chExt cx="357561" cy="1646254"/>
          </a:xfrm>
        </p:grpSpPr>
        <p:grpSp>
          <p:nvGrpSpPr>
            <p:cNvPr id="1041" name="Gruppieren 1040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1043" name="Gruppieren 1042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1045" name="Rechteck 10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46" name="Rechteck 1045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7" name="Ellipse 1046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8" name="Ellipse 1047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9" name="Textfeld 1048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050" name="Textfeld 1049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051" name="Ellipse 105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2" name="Ellipse 105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3" name="Ellipse 105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4" name="Ellipse 105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5" name="Textfeld 105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1056" name="Textfeld 105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1057" name="Ellipse 105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8" name="Ellipse 105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9" name="Textfeld 105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1060" name="Textfeld 105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1061" name="Rechteck 106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2" name="Rechteck 106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3" name="Rechteck 106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4" name="Rechteck 106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5" name="Rechteck 106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6" name="Rechteck 106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7" name="Rechteck 106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8" name="Rechteck 106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044" name="Textfeld 1043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17</a:t>
                </a:r>
              </a:p>
            </p:txBody>
          </p:sp>
        </p:grpSp>
        <p:sp>
          <p:nvSpPr>
            <p:cNvPr id="1042" name="Textfeld 1041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975" name="Gruppieren 974"/>
          <p:cNvGrpSpPr/>
          <p:nvPr/>
        </p:nvGrpSpPr>
        <p:grpSpPr>
          <a:xfrm>
            <a:off x="10503013" y="928318"/>
            <a:ext cx="355993" cy="1646254"/>
            <a:chOff x="1694292" y="1147824"/>
            <a:chExt cx="355993" cy="1646254"/>
          </a:xfrm>
        </p:grpSpPr>
        <p:grpSp>
          <p:nvGrpSpPr>
            <p:cNvPr id="1037" name="Gruppieren 1036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1039" name="Rechteck 1038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40" name="Textfeld 1039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18</a:t>
                </a:r>
              </a:p>
            </p:txBody>
          </p:sp>
        </p:grpSp>
        <p:sp>
          <p:nvSpPr>
            <p:cNvPr id="1038" name="Textfeld 1037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976" name="Textfeld 975"/>
          <p:cNvSpPr txBox="1"/>
          <p:nvPr/>
        </p:nvSpPr>
        <p:spPr>
          <a:xfrm>
            <a:off x="5396266" y="2403787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600" dirty="0">
                <a:latin typeface="Arial" panose="020B0604020202020204" pitchFamily="34" charset="0"/>
                <a:cs typeface="Arial" panose="020B0604020202020204" pitchFamily="34" charset="0"/>
              </a:rPr>
              <a:t>BC2&amp;3</a:t>
            </a:r>
            <a:endParaRPr lang="de-DE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841" name="Gruppieren 840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653" name="Gruppieren 16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55" name="Gruppieren 16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57" name="Rechteck 16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8" name="Rechteck 16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9" name="Ellipse 16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Ellipse 16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3" name="Ellipse 16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Ellipse 16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7" name="Rechteck 16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8" name="Rechteck 16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9" name="Rechteck 16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Rechteck 16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1" name="Rechteck 16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6" name="Textfeld 16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54" name="Textfeld 16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842" name="Rechteck 841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3" name="Rechteck 842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" name="Rechteck 843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" name="Rechteck 844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6" name="Rechteck 845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7" name="Gruppieren 846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69" name="Gruppieren 13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71" name="Gruppieren 13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73" name="Rechteck 13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4" name="Rechteck 13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Textfeld 16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7" name="Ellipse 16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Textfeld 16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1" name="Ellipse 16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42" name="Ellipse 16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Textfeld 16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4" name="Textfeld 16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0" name="Rechteck 16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1" name="Rechteck 16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2" name="Rechteck 16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72" name="Textfeld 13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370" name="Textfeld 13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48" name="Gruppieren 847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93" name="Gruppieren 11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95" name="Gruppieren 11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97" name="Rechteck 11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8" name="Rechteck 11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Ellipse 11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0" name="Ellipse 11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Textfeld 12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2" name="Textfeld 12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3" name="Ellipse 12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Ellipse 12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Textfeld 12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06" name="Textfeld 12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07" name="Ellipse 12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Ellipse 12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Textfeld 13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6" name="Textfeld 13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7" name="Ellipse 13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Ellipse 13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Textfeld 13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60" name="Textfeld 13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5" name="Rechteck 13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6" name="Rechteck 13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7" name="Rechteck 13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Rechteck 13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6" name="Textfeld 11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94" name="Textfeld 11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49" name="Gruppieren 848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63" name="Gruppieren 11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65" name="Gruppieren 11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7" name="Rechteck 11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8" name="Rechteck 11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Ellipse 11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0" name="Ellipse 11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Textfeld 11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72" name="Textfeld 11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73" name="Ellipse 11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4" name="Ellipse 11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5" name="Textfeld 11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6" name="Textfeld 11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7" name="Ellipse 11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8" name="Ellipse 11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9" name="Textfeld 11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0" name="Textfeld 11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1" name="Ellipse 11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Ellipse 11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3" name="Textfeld 11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84" name="Textfeld 11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85" name="Rechteck 11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Rechteck 11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7" name="Rechteck 11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8" name="Rechteck 11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9" name="Rechteck 11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Rechteck 11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6" name="Textfeld 11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164" name="Textfeld 11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0" name="Gruppieren 849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33" name="Gruppieren 113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35" name="Gruppieren 11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7" name="Rechteck 11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38" name="Rechteck 11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Ellipse 11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Ellipse 11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Textfeld 11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42" name="Textfeld 11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43" name="Ellipse 11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Ellipse 11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Textfeld 11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6" name="Textfeld 11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7" name="Ellipse 11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8" name="Ellipse 11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9" name="Textfeld 11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0" name="Textfeld 11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1" name="Ellipse 11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2" name="Ellipse 11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3" name="Textfeld 11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54" name="Textfeld 11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55" name="Rechteck 11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Rechteck 11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7" name="Rechteck 11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Rechteck 11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Rechteck 11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Rechteck 11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6" name="Textfeld 113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134" name="Textfeld 11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1" name="Gruppieren 850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1103" name="Gruppieren 1102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105" name="Gruppieren 11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7" name="Rechteck 11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08" name="Rechteck 11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Ellipse 11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0" name="Ellipse 11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1" name="Textfeld 11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12" name="Textfeld 11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13" name="Ellipse 11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4" name="Ellipse 11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5" name="Textfeld 11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6" name="Textfeld 11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7" name="Ellipse 11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8" name="Ellipse 11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9" name="Textfeld 11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0" name="Textfeld 11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1" name="Ellipse 11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Ellipse 11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Textfeld 11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24" name="Textfeld 11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25" name="Rechteck 11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Rechteck 11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7" name="Rechteck 11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Rechteck 11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Rechteck 11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0" name="Rechteck 11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6" name="Textfeld 1105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104" name="Textfeld 11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2" name="Gruppieren 851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1013" name="Gruppieren 101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015" name="Gruppieren 101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7" name="Rechteck 101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Ellipse 101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Ellipse 101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Textfeld 102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22" name="Textfeld 102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23" name="Ellipse 10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4" name="Ellipse 10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5" name="Textfeld 102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6" name="Textfeld 102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7" name="Ellipse 10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Ellipse 10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9" name="Textfeld 10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0" name="Textfeld 10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1" name="Ellipse 10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Ellipse 10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Textfeld 10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34" name="Textfeld 10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35" name="Rechteck 10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Rechteck 10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6" name="Textfeld 101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014" name="Textfeld 101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3" name="Gruppieren 852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983" name="Gruppieren 98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85" name="Gruppieren 98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7" name="Rechteck 9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Ellipse 9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92" name="Textfeld 9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93" name="Ellipse 9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Ellipse 9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Textfeld 9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6" name="Textfeld 9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7" name="Ellipse 9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Ellipse 9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Textfeld 99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0" name="Textfeld 9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1" name="Ellipse 10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Textfeld 100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05" name="Rechteck 10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6" name="Rechteck 10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Rechteck 10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Rechteck 10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9" name="Rechteck 10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0" name="Rechteck 10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6" name="Textfeld 9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84" name="Textfeld 9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4" name="Gruppieren 853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933" name="Gruppieren 9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5" name="Gruppieren 9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7" name="Rechteck 9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8" name="Rechteck 9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Ellipse 9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Textfeld 9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Ellipse 9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54" name="Textfeld 9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Rechteck 9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Rechteck 9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9" name="Rechteck 9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0" name="Rechteck 9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Rechteck 9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6" name="Textfeld 9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34" name="Textfeld 9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855" name="Gruppieren 854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929" name="Gruppieren 92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931" name="Rechteck 93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2" name="Textfeld 93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930" name="Textfeld 9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56" name="Textfeld 855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857" name="Gruppieren 856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896" name="Gruppieren 895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98" name="Gruppieren 89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00" name="Gruppieren 89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2" name="Rechteck 90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3" name="Rechteck 90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" name="Ellipse 90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5" name="Ellipse 90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" name="Textfeld 90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7" name="Ellipse 90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" name="Ellipse 90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" name="Textfeld 90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0" name="Textfeld 90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1" name="Ellipse 91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2" name="Ellipse 91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" name="Textfeld 91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4" name="Textfeld 91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5" name="Ellipse 91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" name="Ellipse 91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" name="Textfeld 91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18" name="Textfeld 91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19" name="Rechteck 91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" name="Rechteck 91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1" name="Rechteck 92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" name="Rechteck 92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" name="Rechteck 92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" name="Rechteck 92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" name="Rechteck 92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" name="Rechteck 92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1" name="Textfeld 90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899" name="Textfeld 89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897" name="Textfeld 896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675" name="Gruppieren 1674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676" name="Gruppieren 167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78" name="Gruppieren 167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0" name="Rechteck 16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1" name="Rechteck 16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2" name="Ellipse 16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3" name="Ellipse 16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4" name="Textfeld 16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5" name="Textfeld 16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86" name="Ellipse 16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Ellipse 16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Textfeld 168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89" name="Textfeld 168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0" name="Ellipse 16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Ellipse 16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Textfeld 16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3" name="Textfeld 16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98" name="Rechteck 16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9" name="Rechteck 16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Rechteck 16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1" name="Rechteck 17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79" name="Textfeld 1678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677" name="Textfeld 16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1773413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15360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12f</a:t>
            </a:r>
          </a:p>
        </p:txBody>
      </p:sp>
      <p:grpSp>
        <p:nvGrpSpPr>
          <p:cNvPr id="7034" name="Gruppieren 7033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7456" name="Gruppieren 7455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7458" name="Gruppieren 7457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7460" name="Rechteck 745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61" name="Rechteck 746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2" name="Ellipse 746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63" name="Ellipse 746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4" name="Ellipse 746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5" name="Ellipse 746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6" name="Ellipse 746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7" name="Ellipse 746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8" name="Ellipse 746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9" name="Ellipse 746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0" name="Rechteck 746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1" name="Rechteck 747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2" name="Rechteck 747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3" name="Rechteck 747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4" name="Rechteck 747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5" name="Rechteck 747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6" name="Rechteck 747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7" name="Rechteck 747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459" name="Textfeld 745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7457" name="Textfeld 745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7035" name="Rechteck 7034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6" name="Rechteck 7035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7" name="Rechteck 7036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8" name="Rechteck 7037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9" name="Rechteck 7038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7040" name="Gruppieren 7039"/>
          <p:cNvGrpSpPr/>
          <p:nvPr/>
        </p:nvGrpSpPr>
        <p:grpSpPr>
          <a:xfrm>
            <a:off x="1289910" y="2872756"/>
            <a:ext cx="327049" cy="1652928"/>
            <a:chOff x="1692193" y="1141150"/>
            <a:chExt cx="327049" cy="1652928"/>
          </a:xfrm>
        </p:grpSpPr>
        <p:grpSp>
          <p:nvGrpSpPr>
            <p:cNvPr id="7426" name="Gruppieren 742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428" name="Gruppieren 742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430" name="Rechteck 742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31" name="Rechteck 743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2" name="Ellipse 743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3" name="Ellipse 743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4" name="Textfeld 743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435" name="Textfeld 743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436" name="Ellipse 743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7" name="Ellipse 743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8" name="Textfeld 743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39" name="Textfeld 743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40" name="Ellipse 743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1" name="Ellipse 744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2" name="Textfeld 744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43" name="Textfeld 744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44" name="Ellipse 744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45" name="Ellipse 744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6" name="Textfeld 744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447" name="Textfeld 744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448" name="Rechteck 744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9" name="Rechteck 744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0" name="Rechteck 744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1" name="Rechteck 745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2" name="Rechteck 745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3" name="Rechteck 745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4" name="Rechteck 745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5" name="Rechteck 745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429" name="Textfeld 742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7427" name="Textfeld 742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1" name="Gruppieren 7040"/>
          <p:cNvGrpSpPr/>
          <p:nvPr/>
        </p:nvGrpSpPr>
        <p:grpSpPr>
          <a:xfrm>
            <a:off x="1613889" y="2872756"/>
            <a:ext cx="327049" cy="1652928"/>
            <a:chOff x="1692193" y="1141150"/>
            <a:chExt cx="327049" cy="1652928"/>
          </a:xfrm>
        </p:grpSpPr>
        <p:grpSp>
          <p:nvGrpSpPr>
            <p:cNvPr id="7396" name="Gruppieren 739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98" name="Gruppieren 739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400" name="Rechteck 739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01" name="Rechteck 740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2" name="Ellipse 740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3" name="Ellipse 740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4" name="Textfeld 740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405" name="Textfeld 740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406" name="Ellipse 740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7" name="Ellipse 740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8" name="Textfeld 740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09" name="Textfeld 740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10" name="Ellipse 740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1" name="Ellipse 741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2" name="Textfeld 741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13" name="Textfeld 741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14" name="Ellipse 741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5" name="Ellipse 741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6" name="Textfeld 741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417" name="Textfeld 741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418" name="Rechteck 741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9" name="Rechteck 741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0" name="Rechteck 741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1" name="Rechteck 742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2" name="Rechteck 742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3" name="Rechteck 742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4" name="Rechteck 742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5" name="Rechteck 742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99" name="Textfeld 739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7397" name="Textfeld 739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3" name="Gruppieren 7042"/>
          <p:cNvGrpSpPr/>
          <p:nvPr/>
        </p:nvGrpSpPr>
        <p:grpSpPr>
          <a:xfrm>
            <a:off x="1939382" y="2872756"/>
            <a:ext cx="327049" cy="1652928"/>
            <a:chOff x="1692193" y="1141150"/>
            <a:chExt cx="327049" cy="1652928"/>
          </a:xfrm>
        </p:grpSpPr>
        <p:grpSp>
          <p:nvGrpSpPr>
            <p:cNvPr id="7336" name="Gruppieren 733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38" name="Gruppieren 733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340" name="Rechteck 733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1" name="Rechteck 734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2" name="Ellipse 734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3" name="Ellipse 734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4" name="Textfeld 734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345" name="Textfeld 734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346" name="Ellipse 734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7" name="Ellipse 734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8" name="Textfeld 734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49" name="Textfeld 734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50" name="Ellipse 734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1" name="Ellipse 735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2" name="Textfeld 7351"/>
                <p:cNvSpPr txBox="1"/>
                <p:nvPr/>
              </p:nvSpPr>
              <p:spPr>
                <a:xfrm>
                  <a:off x="1692643" y="219371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53" name="Textfeld 735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54" name="Ellipse 735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5" name="Ellipse 735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6" name="Textfeld 735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357" name="Textfeld 735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358" name="Rechteck 735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9" name="Rechteck 735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0" name="Rechteck 735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1" name="Rechteck 736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2" name="Rechteck 736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3" name="Rechteck 736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4" name="Rechteck 736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5" name="Rechteck 736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39" name="Textfeld 733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7337" name="Textfeld 733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4" name="Gruppieren 7043"/>
          <p:cNvGrpSpPr/>
          <p:nvPr/>
        </p:nvGrpSpPr>
        <p:grpSpPr>
          <a:xfrm>
            <a:off x="2266307" y="2872756"/>
            <a:ext cx="327049" cy="1652928"/>
            <a:chOff x="1692193" y="1141150"/>
            <a:chExt cx="327049" cy="1652928"/>
          </a:xfrm>
        </p:grpSpPr>
        <p:grpSp>
          <p:nvGrpSpPr>
            <p:cNvPr id="7306" name="Gruppieren 730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08" name="Gruppieren 730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310" name="Rechteck 730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11" name="Rechteck 731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2" name="Ellipse 731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3" name="Ellipse 731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4" name="Textfeld 731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315" name="Textfeld 731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316" name="Ellipse 731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7" name="Ellipse 731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8" name="Textfeld 731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19" name="Textfeld 731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20" name="Ellipse 731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1" name="Ellipse 732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2" name="Textfeld 732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23" name="Textfeld 732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24" name="Ellipse 732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25" name="Ellipse 732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6" name="Textfeld 732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327" name="Textfeld 732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328" name="Rechteck 732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9" name="Rechteck 732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0" name="Rechteck 732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1" name="Rechteck 733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2" name="Rechteck 733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3" name="Rechteck 733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4" name="Rechteck 733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5" name="Rechteck 733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09" name="Textfeld 730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7307" name="Textfeld 730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6" name="Gruppieren 7045"/>
          <p:cNvGrpSpPr/>
          <p:nvPr/>
        </p:nvGrpSpPr>
        <p:grpSpPr>
          <a:xfrm>
            <a:off x="2913173" y="2872756"/>
            <a:ext cx="371759" cy="1652928"/>
            <a:chOff x="1692193" y="1141150"/>
            <a:chExt cx="371759" cy="1652928"/>
          </a:xfrm>
        </p:grpSpPr>
        <p:grpSp>
          <p:nvGrpSpPr>
            <p:cNvPr id="7246" name="Gruppieren 7245"/>
            <p:cNvGrpSpPr/>
            <p:nvPr/>
          </p:nvGrpSpPr>
          <p:grpSpPr>
            <a:xfrm>
              <a:off x="1692193" y="1141150"/>
              <a:ext cx="371759" cy="1536639"/>
              <a:chOff x="1692193" y="1141150"/>
              <a:chExt cx="371759" cy="1536639"/>
            </a:xfrm>
          </p:grpSpPr>
          <p:grpSp>
            <p:nvGrpSpPr>
              <p:cNvPr id="7248" name="Gruppieren 724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250" name="Rechteck 724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51" name="Rechteck 725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2" name="Ellipse 725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3" name="Ellipse 725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4" name="Textfeld 725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255" name="Textfeld 725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256" name="Ellipse 725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7" name="Ellipse 725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8" name="Textfeld 725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259" name="Textfeld 7258"/>
                <p:cNvSpPr txBox="1"/>
                <p:nvPr/>
              </p:nvSpPr>
              <p:spPr>
                <a:xfrm>
                  <a:off x="1812371" y="196951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260" name="Ellipse 725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1" name="Ellipse 726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2" name="Textfeld 726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263" name="Textfeld 726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264" name="Ellipse 726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5" name="Ellipse 726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6" name="Textfeld 726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267" name="Textfeld 726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268" name="Rechteck 726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9" name="Rechteck 726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0" name="Rechteck 726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1" name="Rechteck 727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2" name="Rechteck 727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3" name="Rechteck 727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4" name="Rechteck 727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5" name="Rechteck 727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249" name="Textfeld 7248"/>
              <p:cNvSpPr txBox="1"/>
              <p:nvPr/>
            </p:nvSpPr>
            <p:spPr>
              <a:xfrm>
                <a:off x="1701466" y="1141150"/>
                <a:ext cx="36248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9</a:t>
                </a:r>
              </a:p>
            </p:txBody>
          </p:sp>
        </p:grpSp>
        <p:sp>
          <p:nvSpPr>
            <p:cNvPr id="7247" name="Textfeld 724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EL3064</a:t>
              </a:r>
            </a:p>
          </p:txBody>
        </p:sp>
      </p:grpSp>
      <p:grpSp>
        <p:nvGrpSpPr>
          <p:cNvPr id="7047" name="Gruppieren 7046"/>
          <p:cNvGrpSpPr/>
          <p:nvPr/>
        </p:nvGrpSpPr>
        <p:grpSpPr>
          <a:xfrm>
            <a:off x="3237611" y="2881052"/>
            <a:ext cx="358092" cy="1646254"/>
            <a:chOff x="1692193" y="1147824"/>
            <a:chExt cx="358092" cy="1646254"/>
          </a:xfrm>
        </p:grpSpPr>
        <p:grpSp>
          <p:nvGrpSpPr>
            <p:cNvPr id="7216" name="Gruppieren 721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218" name="Gruppieren 721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220" name="Rechteck 721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21" name="Rechteck 722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2" name="Ellipse 722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23" name="Ellipse 722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4" name="Textfeld 722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225" name="Textfeld 722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226" name="Ellipse 722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7" name="Ellipse 722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8" name="Textfeld 722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229" name="Textfeld 722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230" name="Ellipse 722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1" name="Ellipse 723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2" name="Textfeld 723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233" name="Textfeld 723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234" name="Ellipse 723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5" name="Ellipse 723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6" name="Textfeld 723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237" name="Textfeld 723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238" name="Rechteck 723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9" name="Rechteck 723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0" name="Rechteck 723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1" name="Rechteck 724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2" name="Rechteck 724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3" name="Rechteck 724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4" name="Rechteck 724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5" name="Rechteck 724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219" name="Textfeld 721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7217" name="Textfeld 721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EL3054</a:t>
              </a:r>
            </a:p>
          </p:txBody>
        </p:sp>
      </p:grpSp>
      <p:grpSp>
        <p:nvGrpSpPr>
          <p:cNvPr id="7048" name="Gruppieren 7047"/>
          <p:cNvGrpSpPr/>
          <p:nvPr/>
        </p:nvGrpSpPr>
        <p:grpSpPr>
          <a:xfrm>
            <a:off x="3560282" y="2881052"/>
            <a:ext cx="358092" cy="1646254"/>
            <a:chOff x="1692193" y="1147824"/>
            <a:chExt cx="358092" cy="1646254"/>
          </a:xfrm>
        </p:grpSpPr>
        <p:grpSp>
          <p:nvGrpSpPr>
            <p:cNvPr id="7186" name="Gruppieren 718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188" name="Gruppieren 718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190" name="Rechteck 71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91" name="Rechteck 719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2" name="Ellipse 719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93" name="Ellipse 719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4" name="Textfeld 719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95" name="Textfeld 719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196" name="Ellipse 719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7" name="Ellipse 719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8" name="Textfeld 719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199" name="Textfeld 719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200" name="Ellipse 719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1" name="Ellipse 720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2" name="Textfeld 720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5</a:t>
                  </a:r>
                  <a:endParaRPr lang="de-DE" dirty="0"/>
                </a:p>
              </p:txBody>
            </p:sp>
            <p:sp>
              <p:nvSpPr>
                <p:cNvPr id="7203" name="Textfeld 720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6</a:t>
                  </a:r>
                  <a:endParaRPr lang="de-DE" dirty="0"/>
                </a:p>
              </p:txBody>
            </p:sp>
            <p:sp>
              <p:nvSpPr>
                <p:cNvPr id="7204" name="Ellipse 720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5" name="Ellipse 720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6" name="Textfeld 720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7</a:t>
                  </a:r>
                  <a:endParaRPr lang="de-DE" dirty="0"/>
                </a:p>
              </p:txBody>
            </p:sp>
            <p:sp>
              <p:nvSpPr>
                <p:cNvPr id="7207" name="Textfeld 720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8</a:t>
                  </a:r>
                  <a:endParaRPr lang="de-DE" dirty="0"/>
                </a:p>
              </p:txBody>
            </p:sp>
            <p:sp>
              <p:nvSpPr>
                <p:cNvPr id="7208" name="Rechteck 720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9" name="Rechteck 720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0" name="Rechteck 720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1" name="Rechteck 721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2" name="Rechteck 721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3" name="Rechteck 721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4" name="Rechteck 721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5" name="Rechteck 721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89" name="Textfeld 718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7187" name="Textfeld 718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EL3058</a:t>
              </a:r>
            </a:p>
          </p:txBody>
        </p:sp>
      </p:grpSp>
      <p:grpSp>
        <p:nvGrpSpPr>
          <p:cNvPr id="7049" name="Gruppieren 7048"/>
          <p:cNvGrpSpPr/>
          <p:nvPr/>
        </p:nvGrpSpPr>
        <p:grpSpPr>
          <a:xfrm>
            <a:off x="3883319" y="2881052"/>
            <a:ext cx="357561" cy="1646254"/>
            <a:chOff x="1692724" y="1147824"/>
            <a:chExt cx="357561" cy="1646254"/>
          </a:xfrm>
        </p:grpSpPr>
        <p:grpSp>
          <p:nvGrpSpPr>
            <p:cNvPr id="7156" name="Gruppieren 7155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7158" name="Gruppieren 7157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7160" name="Rechteck 715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61" name="Rechteck 716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2" name="Ellipse 716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3" name="Ellipse 716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4" name="Textfeld 716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65" name="Textfeld 716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166" name="Ellipse 716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7" name="Ellipse 716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8" name="Textfeld 7167"/>
                <p:cNvSpPr txBox="1"/>
                <p:nvPr/>
              </p:nvSpPr>
              <p:spPr>
                <a:xfrm>
                  <a:off x="1704893" y="196092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69" name="Textfeld 7168"/>
                <p:cNvSpPr txBox="1"/>
                <p:nvPr/>
              </p:nvSpPr>
              <p:spPr>
                <a:xfrm>
                  <a:off x="1828246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70" name="Ellipse 716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1" name="Ellipse 717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2" name="Textfeld 717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73" name="Textfeld 717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74" name="Ellipse 717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5" name="Ellipse 717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6" name="Textfeld 717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177" name="Textfeld 717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178" name="Rechteck 717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9" name="Rechteck 717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0" name="Rechteck 717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1" name="Rechteck 718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2" name="Rechteck 718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3" name="Rechteck 718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4" name="Rechteck 718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5" name="Rechteck 718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59" name="Textfeld 715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7157" name="Textfeld 715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7050" name="Gruppieren 7049"/>
          <p:cNvGrpSpPr/>
          <p:nvPr/>
        </p:nvGrpSpPr>
        <p:grpSpPr>
          <a:xfrm>
            <a:off x="4205294" y="2881052"/>
            <a:ext cx="358092" cy="1646254"/>
            <a:chOff x="1692193" y="1147824"/>
            <a:chExt cx="358092" cy="1646254"/>
          </a:xfrm>
        </p:grpSpPr>
        <p:grpSp>
          <p:nvGrpSpPr>
            <p:cNvPr id="7126" name="Gruppieren 712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128" name="Gruppieren 712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130" name="Rechteck 712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31" name="Rechteck 713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2" name="Ellipse 713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3" name="Ellipse 713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4" name="Textfeld 713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35" name="Textfeld 713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136" name="Ellipse 713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7" name="Ellipse 713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8" name="Textfeld 713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39" name="Textfeld 713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40" name="Ellipse 713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1" name="Ellipse 714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2" name="Textfeld 714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43" name="Textfeld 714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44" name="Ellipse 714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5" name="Ellipse 714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6" name="Textfeld 714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147" name="Textfeld 714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148" name="Rechteck 714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9" name="Rechteck 714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0" name="Rechteck 714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1" name="Rechteck 715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2" name="Rechteck 715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3" name="Rechteck 715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4" name="Rechteck 715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5" name="Rechteck 715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29" name="Textfeld 712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7127" name="Textfeld 712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7051" name="Gruppieren 7050"/>
          <p:cNvGrpSpPr/>
          <p:nvPr/>
        </p:nvGrpSpPr>
        <p:grpSpPr>
          <a:xfrm>
            <a:off x="4532568" y="2881052"/>
            <a:ext cx="355993" cy="1646254"/>
            <a:chOff x="1694292" y="1147824"/>
            <a:chExt cx="355993" cy="1646254"/>
          </a:xfrm>
        </p:grpSpPr>
        <p:grpSp>
          <p:nvGrpSpPr>
            <p:cNvPr id="7122" name="Gruppieren 7121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124" name="Rechteck 7123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125" name="Textfeld 7124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123" name="Textfeld 712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grpSp>
        <p:nvGrpSpPr>
          <p:cNvPr id="7052" name="Gruppieren 7051"/>
          <p:cNvGrpSpPr/>
          <p:nvPr/>
        </p:nvGrpSpPr>
        <p:grpSpPr>
          <a:xfrm>
            <a:off x="2590519" y="2872756"/>
            <a:ext cx="371759" cy="1652928"/>
            <a:chOff x="1692193" y="1141150"/>
            <a:chExt cx="371759" cy="1652928"/>
          </a:xfrm>
        </p:grpSpPr>
        <p:grpSp>
          <p:nvGrpSpPr>
            <p:cNvPr id="7092" name="Gruppieren 7091"/>
            <p:cNvGrpSpPr/>
            <p:nvPr/>
          </p:nvGrpSpPr>
          <p:grpSpPr>
            <a:xfrm>
              <a:off x="1692193" y="1141150"/>
              <a:ext cx="371759" cy="1536639"/>
              <a:chOff x="1692193" y="1141150"/>
              <a:chExt cx="371759" cy="1536639"/>
            </a:xfrm>
          </p:grpSpPr>
          <p:grpSp>
            <p:nvGrpSpPr>
              <p:cNvPr id="7094" name="Gruppieren 709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096" name="Rechteck 70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97" name="Rechteck 70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8" name="Ellipse 70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9" name="Ellipse 70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0" name="Textfeld 70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01" name="Textfeld 71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102" name="Ellipse 71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3" name="Ellipse 71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4" name="Textfeld 710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105" name="Textfeld 7104"/>
                <p:cNvSpPr txBox="1"/>
                <p:nvPr/>
              </p:nvSpPr>
              <p:spPr>
                <a:xfrm>
                  <a:off x="1812371" y="196951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106" name="Ellipse 710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7" name="Ellipse 710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8" name="Textfeld 710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109" name="Textfeld 7108"/>
                <p:cNvSpPr txBox="1"/>
                <p:nvPr/>
              </p:nvSpPr>
              <p:spPr>
                <a:xfrm>
                  <a:off x="1819252" y="2195204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110" name="Ellipse 710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1" name="Ellipse 711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2" name="Textfeld 711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113" name="Textfeld 711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114" name="Rechteck 711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5" name="Rechteck 711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6" name="Rechteck 711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7" name="Rechteck 711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8" name="Rechteck 711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9" name="Rechteck 711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20" name="Rechteck 711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21" name="Rechteck 712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095" name="Textfeld 7094"/>
              <p:cNvSpPr txBox="1"/>
              <p:nvPr/>
            </p:nvSpPr>
            <p:spPr>
              <a:xfrm>
                <a:off x="1701466" y="1141150"/>
                <a:ext cx="36248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8</a:t>
                </a:r>
              </a:p>
            </p:txBody>
          </p:sp>
        </p:grpSp>
        <p:sp>
          <p:nvSpPr>
            <p:cNvPr id="7093" name="Textfeld 70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EL3064</a:t>
              </a:r>
            </a:p>
          </p:txBody>
        </p:sp>
      </p:grpSp>
      <p:sp>
        <p:nvSpPr>
          <p:cNvPr id="7053" name="Textfeld 7052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7054" name="Gruppieren 7053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7055" name="Rechteck 7054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56" name="Ellipse 7055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57" name="Ellipse 7056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58" name="Ellipse 7057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59" name="Ellipse 7058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0" name="Textfeld 7059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7061" name="Textfeld 7060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</a:p>
          </p:txBody>
        </p:sp>
        <p:sp>
          <p:nvSpPr>
            <p:cNvPr id="7062" name="Ellipse 7061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63" name="Ellipse 7062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4" name="Ellipse 7063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5" name="Ellipse 7064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6" name="Ellipse 7065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67" name="Ellipse 7066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8" name="Ellipse 7067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9" name="Ellipse 7068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0" name="Ellipse 7069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71" name="Ellipse 7070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2" name="Ellipse 7071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3" name="Ellipse 7072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74" name="Gruppieren 7073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7075" name="Rechteck 7074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6" name="Rechteck 7075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7" name="Rechteck 7076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8" name="Rechteck 7077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9" name="Rechteck 7078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0" name="Rechteck 7079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1" name="Rechteck 7080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2" name="Rechteck 7081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3" name="Rechteck 7082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4" name="Rechteck 7083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5" name="Rechteck 7084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6" name="Rechteck 7085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7" name="Rechteck 7086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8" name="Rechteck 7087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9" name="Rechteck 7088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90" name="Rechteck 7089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91" name="Rechteck 7090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4" name="Gruppieren 8863"/>
          <p:cNvGrpSpPr/>
          <p:nvPr/>
        </p:nvGrpSpPr>
        <p:grpSpPr>
          <a:xfrm>
            <a:off x="5640899" y="920650"/>
            <a:ext cx="324950" cy="1652928"/>
            <a:chOff x="1694292" y="1141150"/>
            <a:chExt cx="324950" cy="1652928"/>
          </a:xfrm>
        </p:grpSpPr>
        <p:grpSp>
          <p:nvGrpSpPr>
            <p:cNvPr id="9329" name="Gruppieren 9328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9331" name="Gruppieren 9330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9333" name="Rechteck 933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34" name="Rechteck 933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5" name="Ellipse 933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36" name="Ellipse 933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7" name="Ellipse 933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8" name="Ellipse 933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9" name="Ellipse 933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0" name="Ellipse 933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1" name="Ellipse 9340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2" name="Ellipse 9341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3" name="Rechteck 9342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4" name="Rechteck 9343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5" name="Rechteck 9344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6" name="Rechteck 9345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7" name="Rechteck 9346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8" name="Rechteck 9347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9" name="Rechteck 9348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50" name="Rechteck 9349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332" name="Textfeld 933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9330" name="Textfeld 932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8865" name="Rechteck 8864"/>
          <p:cNvSpPr/>
          <p:nvPr/>
        </p:nvSpPr>
        <p:spPr>
          <a:xfrm>
            <a:off x="5401515" y="1083351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6" name="Rechteck 8865"/>
          <p:cNvSpPr/>
          <p:nvPr/>
        </p:nvSpPr>
        <p:spPr>
          <a:xfrm>
            <a:off x="5478291" y="1264751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7" name="Rechteck 8866"/>
          <p:cNvSpPr/>
          <p:nvPr/>
        </p:nvSpPr>
        <p:spPr>
          <a:xfrm>
            <a:off x="5434817" y="1307427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8" name="Rechteck 8867"/>
          <p:cNvSpPr/>
          <p:nvPr/>
        </p:nvSpPr>
        <p:spPr>
          <a:xfrm>
            <a:off x="5478961" y="1873242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9" name="Rechteck 8868"/>
          <p:cNvSpPr/>
          <p:nvPr/>
        </p:nvSpPr>
        <p:spPr>
          <a:xfrm>
            <a:off x="5435487" y="1915918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8870" name="Gruppieren 8869"/>
          <p:cNvGrpSpPr/>
          <p:nvPr/>
        </p:nvGrpSpPr>
        <p:grpSpPr>
          <a:xfrm>
            <a:off x="5964389" y="920650"/>
            <a:ext cx="327049" cy="1652928"/>
            <a:chOff x="1692193" y="1141150"/>
            <a:chExt cx="327049" cy="1652928"/>
          </a:xfrm>
        </p:grpSpPr>
        <p:grpSp>
          <p:nvGrpSpPr>
            <p:cNvPr id="9299" name="Gruppieren 929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301" name="Gruppieren 930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303" name="Rechteck 930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04" name="Rechteck 930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05" name="Ellipse 930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06" name="Ellipse 930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07" name="Textfeld 930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308" name="Textfeld 930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309" name="Ellipse 930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0" name="Ellipse 930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1" name="Textfeld 931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312" name="Textfeld 931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313" name="Ellipse 93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4" name="Ellipse 93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5" name="Textfeld 931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316" name="Textfeld 931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317" name="Ellipse 931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8" name="Ellipse 931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9" name="Textfeld 931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320" name="Textfeld 931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321" name="Rechteck 932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2" name="Rechteck 932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3" name="Rechteck 932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4" name="Rechteck 932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5" name="Rechteck 932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6" name="Rechteck 932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7" name="Rechteck 932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8" name="Rechteck 932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302" name="Textfeld 930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</p:grpSp>
        <p:sp>
          <p:nvSpPr>
            <p:cNvPr id="9300" name="Textfeld 929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1" name="Gruppieren 8870"/>
          <p:cNvGrpSpPr/>
          <p:nvPr/>
        </p:nvGrpSpPr>
        <p:grpSpPr>
          <a:xfrm>
            <a:off x="6291314" y="920650"/>
            <a:ext cx="327049" cy="1652928"/>
            <a:chOff x="1692193" y="1141150"/>
            <a:chExt cx="327049" cy="1652928"/>
          </a:xfrm>
        </p:grpSpPr>
        <p:grpSp>
          <p:nvGrpSpPr>
            <p:cNvPr id="9269" name="Gruppieren 926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71" name="Gruppieren 927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73" name="Rechteck 927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74" name="Rechteck 927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5" name="Ellipse 927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6" name="Ellipse 927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7" name="Textfeld 927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78" name="Textfeld 927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279" name="Ellipse 927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0" name="Ellipse 927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1" name="Textfeld 928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82" name="Textfeld 928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83" name="Ellipse 928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4" name="Ellipse 928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5" name="Textfeld 928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86" name="Textfeld 928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87" name="Ellipse 928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88" name="Ellipse 928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9" name="Textfeld 928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290" name="Textfeld 928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291" name="Rechteck 929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2" name="Rechteck 929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3" name="Rechteck 929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4" name="Rechteck 929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5" name="Rechteck 929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6" name="Rechteck 929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7" name="Rechteck 929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8" name="Rechteck 929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72" name="Textfeld 927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9270" name="Textfeld 926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2" name="Gruppieren 8871"/>
          <p:cNvGrpSpPr/>
          <p:nvPr/>
        </p:nvGrpSpPr>
        <p:grpSpPr>
          <a:xfrm>
            <a:off x="6615293" y="920650"/>
            <a:ext cx="327049" cy="1652928"/>
            <a:chOff x="1692193" y="1141150"/>
            <a:chExt cx="327049" cy="1652928"/>
          </a:xfrm>
        </p:grpSpPr>
        <p:grpSp>
          <p:nvGrpSpPr>
            <p:cNvPr id="9239" name="Gruppieren 923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41" name="Gruppieren 924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43" name="Rechteck 924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44" name="Rechteck 924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5" name="Ellipse 924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6" name="Ellipse 924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7" name="Textfeld 924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48" name="Textfeld 924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249" name="Ellipse 924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0" name="Ellipse 924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1" name="Textfeld 925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52" name="Textfeld 925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53" name="Ellipse 925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4" name="Ellipse 925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5" name="Textfeld 925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56" name="Textfeld 925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57" name="Ellipse 925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8" name="Ellipse 925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9" name="Textfeld 925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260" name="Textfeld 925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261" name="Rechteck 926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2" name="Rechteck 926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3" name="Rechteck 926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4" name="Rechteck 926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5" name="Rechteck 926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6" name="Rechteck 926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7" name="Rechteck 926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8" name="Rechteck 926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42" name="Textfeld 924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9240" name="Textfeld 923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3" name="Gruppieren 8872"/>
          <p:cNvGrpSpPr/>
          <p:nvPr/>
        </p:nvGrpSpPr>
        <p:grpSpPr>
          <a:xfrm>
            <a:off x="6939272" y="920650"/>
            <a:ext cx="327049" cy="1652928"/>
            <a:chOff x="1692193" y="1141150"/>
            <a:chExt cx="327049" cy="1652928"/>
          </a:xfrm>
        </p:grpSpPr>
        <p:grpSp>
          <p:nvGrpSpPr>
            <p:cNvPr id="9209" name="Gruppieren 920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11" name="Gruppieren 921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13" name="Rechteck 921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14" name="Rechteck 921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5" name="Ellipse 921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6" name="Ellipse 921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7" name="Textfeld 921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18" name="Textfeld 921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219" name="Ellipse 921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0" name="Ellipse 921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1" name="Textfeld 922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22" name="Textfeld 922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23" name="Ellipse 922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4" name="Ellipse 922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5" name="Textfeld 922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26" name="Textfeld 922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27" name="Ellipse 922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8" name="Ellipse 922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9" name="Textfeld 922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230" name="Textfeld 922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231" name="Rechteck 923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2" name="Rechteck 923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3" name="Rechteck 923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4" name="Rechteck 923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5" name="Rechteck 923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6" name="Rechteck 923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7" name="Rechteck 923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8" name="Rechteck 923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12" name="Textfeld 921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5</a:t>
                </a:r>
              </a:p>
            </p:txBody>
          </p:sp>
        </p:grpSp>
        <p:sp>
          <p:nvSpPr>
            <p:cNvPr id="9210" name="Textfeld 920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4" name="Gruppieren 8873"/>
          <p:cNvGrpSpPr/>
          <p:nvPr/>
        </p:nvGrpSpPr>
        <p:grpSpPr>
          <a:xfrm>
            <a:off x="7263265" y="920650"/>
            <a:ext cx="327049" cy="1652928"/>
            <a:chOff x="1692193" y="1141150"/>
            <a:chExt cx="327049" cy="1652928"/>
          </a:xfrm>
        </p:grpSpPr>
        <p:grpSp>
          <p:nvGrpSpPr>
            <p:cNvPr id="9179" name="Gruppieren 917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181" name="Gruppieren 918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83" name="Rechteck 918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84" name="Rechteck 918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5" name="Ellipse 918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6" name="Ellipse 918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7" name="Textfeld 918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88" name="Textfeld 918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189" name="Ellipse 918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0" name="Ellipse 918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1" name="Textfeld 919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92" name="Textfeld 919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93" name="Ellipse 919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4" name="Ellipse 919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5" name="Textfeld 9194"/>
                <p:cNvSpPr txBox="1"/>
                <p:nvPr/>
              </p:nvSpPr>
              <p:spPr>
                <a:xfrm>
                  <a:off x="1692643" y="2196885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96" name="Textfeld 919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97" name="Ellipse 919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8" name="Ellipse 919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9" name="Textfeld 919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200" name="Textfeld 919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201" name="Rechteck 920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2" name="Rechteck 920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3" name="Rechteck 920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4" name="Rechteck 920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5" name="Rechteck 920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6" name="Rechteck 920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7" name="Rechteck 920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8" name="Rechteck 920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82" name="Textfeld 918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9180" name="Textfeld 917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5" name="Gruppieren 8874"/>
          <p:cNvGrpSpPr/>
          <p:nvPr/>
        </p:nvGrpSpPr>
        <p:grpSpPr>
          <a:xfrm>
            <a:off x="7590190" y="920650"/>
            <a:ext cx="327049" cy="1652928"/>
            <a:chOff x="1692193" y="1141150"/>
            <a:chExt cx="327049" cy="1652928"/>
          </a:xfrm>
        </p:grpSpPr>
        <p:grpSp>
          <p:nvGrpSpPr>
            <p:cNvPr id="9149" name="Gruppieren 914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151" name="Gruppieren 915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53" name="Rechteck 915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54" name="Rechteck 915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5" name="Ellipse 915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6" name="Ellipse 915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7" name="Textfeld 915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58" name="Textfeld 915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159" name="Ellipse 915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0" name="Ellipse 915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1" name="Textfeld 916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62" name="Textfeld 916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63" name="Ellipse 916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4" name="Ellipse 916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5" name="Textfeld 916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66" name="Textfeld 916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67" name="Ellipse 916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68" name="Ellipse 916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9" name="Textfeld 916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170" name="Textfeld 916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171" name="Rechteck 917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2" name="Rechteck 917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3" name="Rechteck 917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4" name="Rechteck 917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5" name="Rechteck 917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6" name="Rechteck 917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7" name="Rechteck 917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8" name="Rechteck 917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52" name="Textfeld 915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9150" name="Textfeld 914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6" name="Gruppieren 8875"/>
          <p:cNvGrpSpPr/>
          <p:nvPr/>
        </p:nvGrpSpPr>
        <p:grpSpPr>
          <a:xfrm>
            <a:off x="7912006" y="920251"/>
            <a:ext cx="420326" cy="1652928"/>
            <a:chOff x="1688847" y="1141150"/>
            <a:chExt cx="420326" cy="1652928"/>
          </a:xfrm>
        </p:grpSpPr>
        <p:grpSp>
          <p:nvGrpSpPr>
            <p:cNvPr id="9119" name="Gruppieren 9118"/>
            <p:cNvGrpSpPr/>
            <p:nvPr/>
          </p:nvGrpSpPr>
          <p:grpSpPr>
            <a:xfrm>
              <a:off x="1688847" y="1141150"/>
              <a:ext cx="420326" cy="1536639"/>
              <a:chOff x="1688847" y="1141150"/>
              <a:chExt cx="420326" cy="1536639"/>
            </a:xfrm>
          </p:grpSpPr>
          <p:grpSp>
            <p:nvGrpSpPr>
              <p:cNvPr id="9121" name="Gruppieren 912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23" name="Rechteck 912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24" name="Rechteck 912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5" name="Ellipse 912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6" name="Ellipse 912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7" name="Textfeld 912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28" name="Textfeld 912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129" name="Ellipse 912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0" name="Ellipse 912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1" name="Textfeld 913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132" name="Textfeld 913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133" name="Ellipse 913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4" name="Ellipse 913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5" name="Textfeld 913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136" name="Textfeld 913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137" name="Ellipse 913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8" name="Ellipse 913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9" name="Textfeld 913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140" name="Textfeld 913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141" name="Rechteck 914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2" name="Rechteck 914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3" name="Rechteck 914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4" name="Rechteck 914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5" name="Rechteck 914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6" name="Rechteck 914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7" name="Rechteck 914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8" name="Rechteck 914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22" name="Textfeld 9121"/>
              <p:cNvSpPr txBox="1"/>
              <p:nvPr/>
            </p:nvSpPr>
            <p:spPr>
              <a:xfrm>
                <a:off x="1688847" y="1141150"/>
                <a:ext cx="42032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10</a:t>
                </a:r>
              </a:p>
            </p:txBody>
          </p:sp>
        </p:grpSp>
        <p:sp>
          <p:nvSpPr>
            <p:cNvPr id="9120" name="Textfeld 911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78" name="Gruppieren 8877"/>
          <p:cNvGrpSpPr/>
          <p:nvPr/>
        </p:nvGrpSpPr>
        <p:grpSpPr>
          <a:xfrm>
            <a:off x="8244059" y="926925"/>
            <a:ext cx="358092" cy="1646254"/>
            <a:chOff x="1692193" y="1147824"/>
            <a:chExt cx="358092" cy="1646254"/>
          </a:xfrm>
        </p:grpSpPr>
        <p:grpSp>
          <p:nvGrpSpPr>
            <p:cNvPr id="9067" name="Gruppieren 9066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69" name="Gruppieren 9068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71" name="Rechteck 907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72" name="Rechteck 9071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3" name="Ellipse 9072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74" name="Ellipse 9073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5" name="Textfeld 9074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76" name="Textfeld 9075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077" name="Ellipse 907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8" name="Ellipse 907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9" name="Textfeld 9078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80" name="Textfeld 9079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81" name="Ellipse 908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2" name="Ellipse 908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3" name="Textfeld 9082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84" name="Textfeld 908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85" name="Ellipse 908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6" name="Ellipse 908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7" name="Textfeld 9086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088" name="Textfeld 9087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089" name="Rechteck 9088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0" name="Rechteck 9089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1" name="Rechteck 9090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2" name="Rechteck 9091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3" name="Rechteck 9092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4" name="Rechteck 9093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5" name="Rechteck 9094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6" name="Rechteck 9095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70" name="Textfeld 9069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9068" name="Textfeld 9067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0" name="Gruppieren 8879"/>
          <p:cNvGrpSpPr/>
          <p:nvPr/>
        </p:nvGrpSpPr>
        <p:grpSpPr>
          <a:xfrm>
            <a:off x="8566730" y="926925"/>
            <a:ext cx="358092" cy="1646254"/>
            <a:chOff x="1692193" y="1147824"/>
            <a:chExt cx="358092" cy="1646254"/>
          </a:xfrm>
        </p:grpSpPr>
        <p:grpSp>
          <p:nvGrpSpPr>
            <p:cNvPr id="9034" name="Gruppieren 903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36" name="Gruppieren 903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38" name="Rechteck 903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39" name="Rechteck 903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0" name="Ellipse 903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1" name="Ellipse 904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2" name="Textfeld 904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43" name="Textfeld 904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044" name="Ellipse 904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5" name="Ellipse 904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6" name="Textfeld 904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47" name="Textfeld 904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48" name="Ellipse 904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9" name="Ellipse 904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0" name="Textfeld 904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51" name="Textfeld 905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52" name="Ellipse 905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3" name="Ellipse 905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4" name="Textfeld 905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055" name="Textfeld 905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056" name="Rechteck 905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7" name="Rechteck 905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8" name="Rechteck 905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9" name="Rechteck 905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0" name="Rechteck 905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1" name="Rechteck 906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2" name="Rechteck 906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3" name="Rechteck 906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37" name="Textfeld 903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9035" name="Textfeld 903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1" name="Gruppieren 8880"/>
          <p:cNvGrpSpPr/>
          <p:nvPr/>
        </p:nvGrpSpPr>
        <p:grpSpPr>
          <a:xfrm>
            <a:off x="8889236" y="926925"/>
            <a:ext cx="358092" cy="1646254"/>
            <a:chOff x="1692193" y="1147824"/>
            <a:chExt cx="358092" cy="1646254"/>
          </a:xfrm>
        </p:grpSpPr>
        <p:grpSp>
          <p:nvGrpSpPr>
            <p:cNvPr id="9004" name="Gruppieren 900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06" name="Gruppieren 900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08" name="Rechteck 90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09" name="Rechteck 900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0" name="Ellipse 900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1" name="Ellipse 901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2" name="Textfeld 901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13" name="Textfeld 901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014" name="Ellipse 901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5" name="Ellipse 901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6" name="Textfeld 901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17" name="Textfeld 901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18" name="Ellipse 901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9" name="Ellipse 901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0" name="Textfeld 901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21" name="Textfeld 902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22" name="Ellipse 902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3" name="Ellipse 902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4" name="Textfeld 902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025" name="Textfeld 902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026" name="Rechteck 902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7" name="Rechteck 902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8" name="Rechteck 902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9" name="Rechteck 902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0" name="Rechteck 902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1" name="Rechteck 903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2" name="Rechteck 903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3" name="Rechteck 903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07" name="Textfeld 900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9005" name="Textfeld 900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2" name="Gruppieren 8881"/>
          <p:cNvGrpSpPr/>
          <p:nvPr/>
        </p:nvGrpSpPr>
        <p:grpSpPr>
          <a:xfrm>
            <a:off x="9211742" y="926925"/>
            <a:ext cx="358092" cy="1646254"/>
            <a:chOff x="1692193" y="1147824"/>
            <a:chExt cx="358092" cy="1646254"/>
          </a:xfrm>
        </p:grpSpPr>
        <p:grpSp>
          <p:nvGrpSpPr>
            <p:cNvPr id="8974" name="Gruppieren 897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8976" name="Gruppieren 897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8978" name="Rechteck 897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79" name="Rechteck 897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0" name="Ellipse 897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1" name="Ellipse 898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2" name="Textfeld 898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83" name="Textfeld 898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8984" name="Ellipse 898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5" name="Ellipse 898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6" name="Textfeld 898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87" name="Textfeld 898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88" name="Ellipse 898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9" name="Ellipse 898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0" name="Textfeld 898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91" name="Textfeld 899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92" name="Ellipse 899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3" name="Ellipse 899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4" name="Textfeld 899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8995" name="Textfeld 899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8996" name="Rechteck 899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7" name="Rechteck 899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8" name="Rechteck 899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9" name="Rechteck 899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0" name="Rechteck 899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1" name="Rechteck 900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2" name="Rechteck 900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3" name="Rechteck 900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77" name="Textfeld 897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8975" name="Textfeld 897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83" name="Gruppieren 8882"/>
          <p:cNvGrpSpPr/>
          <p:nvPr/>
        </p:nvGrpSpPr>
        <p:grpSpPr>
          <a:xfrm>
            <a:off x="9529248" y="926925"/>
            <a:ext cx="358092" cy="1646254"/>
            <a:chOff x="1692193" y="1147824"/>
            <a:chExt cx="358092" cy="1646254"/>
          </a:xfrm>
        </p:grpSpPr>
        <p:grpSp>
          <p:nvGrpSpPr>
            <p:cNvPr id="8948" name="Gruppieren 8947"/>
            <p:cNvGrpSpPr/>
            <p:nvPr/>
          </p:nvGrpSpPr>
          <p:grpSpPr>
            <a:xfrm>
              <a:off x="1692193" y="1147824"/>
              <a:ext cx="358092" cy="1481389"/>
              <a:chOff x="1692193" y="1147824"/>
              <a:chExt cx="358092" cy="1481389"/>
            </a:xfrm>
          </p:grpSpPr>
          <p:grpSp>
            <p:nvGrpSpPr>
              <p:cNvPr id="8950" name="Gruppieren 8949"/>
              <p:cNvGrpSpPr/>
              <p:nvPr/>
            </p:nvGrpSpPr>
            <p:grpSpPr>
              <a:xfrm>
                <a:off x="1692193" y="1191341"/>
                <a:ext cx="327049" cy="1437872"/>
                <a:chOff x="1692193" y="1191341"/>
                <a:chExt cx="327049" cy="1437872"/>
              </a:xfrm>
            </p:grpSpPr>
            <p:sp>
              <p:nvSpPr>
                <p:cNvPr id="8952" name="Rechteck 89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53" name="Rechteck 8952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4" name="Ellipse 8953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5" name="Ellipse 8954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6" name="Ellipse 895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7" name="Ellipse 895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8" name="Textfeld 895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59" name="Textfeld 895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60" name="Ellipse 895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1" name="Ellipse 896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2" name="Textfeld 8961"/>
                <p:cNvSpPr txBox="1"/>
                <p:nvPr/>
              </p:nvSpPr>
              <p:spPr>
                <a:xfrm>
                  <a:off x="1708599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8963" name="Textfeld 896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8964" name="Ellipse 896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5" name="Ellipse 896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6" name="Rechteck 896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7" name="Rechteck 896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8" name="Rechteck 896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9" name="Rechteck 896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0" name="Rechteck 896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1" name="Rechteck 897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2" name="Rechteck 897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3" name="Rechteck 897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51" name="Textfeld 895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8949" name="Textfeld 894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EL9100</a:t>
              </a:r>
            </a:p>
          </p:txBody>
        </p:sp>
      </p:grpSp>
      <p:grpSp>
        <p:nvGrpSpPr>
          <p:cNvPr id="8884" name="Gruppieren 8883"/>
          <p:cNvGrpSpPr/>
          <p:nvPr/>
        </p:nvGrpSpPr>
        <p:grpSpPr>
          <a:xfrm>
            <a:off x="9854384" y="926925"/>
            <a:ext cx="357561" cy="1646254"/>
            <a:chOff x="1692724" y="1147824"/>
            <a:chExt cx="357561" cy="1646254"/>
          </a:xfrm>
        </p:grpSpPr>
        <p:grpSp>
          <p:nvGrpSpPr>
            <p:cNvPr id="8920" name="Gruppieren 8919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8922" name="Gruppieren 8921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8924" name="Rechteck 89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25" name="Rechteck 8924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6" name="Ellipse 8925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7" name="Ellipse 8926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8" name="Textfeld 8927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29" name="Textfeld 8928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8930" name="Ellipse 892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1" name="Ellipse 893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2" name="Ellipse 893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3" name="Ellipse 893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4" name="Textfeld 8933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8935" name="Textfeld 8934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8936" name="Ellipse 8935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7" name="Ellipse 8936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8" name="Textfeld 8937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8939" name="Textfeld 8938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8940" name="Rechteck 893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1" name="Rechteck 894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2" name="Rechteck 894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3" name="Rechteck 894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4" name="Rechteck 894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5" name="Rechteck 894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6" name="Rechteck 894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7" name="Rechteck 894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23" name="Textfeld 8922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16</a:t>
                </a:r>
              </a:p>
            </p:txBody>
          </p:sp>
        </p:grpSp>
        <p:sp>
          <p:nvSpPr>
            <p:cNvPr id="8921" name="Textfeld 8920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8885" name="Gruppieren 8884"/>
          <p:cNvGrpSpPr/>
          <p:nvPr/>
        </p:nvGrpSpPr>
        <p:grpSpPr>
          <a:xfrm>
            <a:off x="10178824" y="926925"/>
            <a:ext cx="357561" cy="1646254"/>
            <a:chOff x="1692724" y="1147824"/>
            <a:chExt cx="357561" cy="1646254"/>
          </a:xfrm>
        </p:grpSpPr>
        <p:grpSp>
          <p:nvGrpSpPr>
            <p:cNvPr id="8892" name="Gruppieren 8891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8894" name="Gruppieren 8893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8896" name="Rechteck 88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7" name="Rechteck 88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8" name="Ellipse 88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9" name="Ellipse 88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0" name="Textfeld 88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01" name="Textfeld 89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8902" name="Ellipse 89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3" name="Ellipse 89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4" name="Ellipse 8903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5" name="Ellipse 8904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6" name="Textfeld 8905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8907" name="Textfeld 8906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8908" name="Ellipse 890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9" name="Ellipse 890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0" name="Textfeld 8909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8911" name="Textfeld 8910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8912" name="Rechteck 8911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3" name="Rechteck 8912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4" name="Rechteck 8913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5" name="Rechteck 8914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6" name="Rechteck 8915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7" name="Rechteck 8916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8" name="Rechteck 8917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9" name="Rechteck 8918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895" name="Textfeld 8894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17</a:t>
                </a:r>
              </a:p>
            </p:txBody>
          </p:sp>
        </p:grpSp>
        <p:sp>
          <p:nvSpPr>
            <p:cNvPr id="8893" name="Textfeld 88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8886" name="Gruppieren 8885"/>
          <p:cNvGrpSpPr/>
          <p:nvPr/>
        </p:nvGrpSpPr>
        <p:grpSpPr>
          <a:xfrm>
            <a:off x="10504650" y="926925"/>
            <a:ext cx="355993" cy="1646254"/>
            <a:chOff x="1694292" y="1147824"/>
            <a:chExt cx="355993" cy="1646254"/>
          </a:xfrm>
        </p:grpSpPr>
        <p:grpSp>
          <p:nvGrpSpPr>
            <p:cNvPr id="8888" name="Gruppieren 8887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8890" name="Rechteck 8889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891" name="Textfeld 889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18</a:t>
                </a:r>
              </a:p>
            </p:txBody>
          </p:sp>
        </p:grpSp>
        <p:sp>
          <p:nvSpPr>
            <p:cNvPr id="8889" name="Textfeld 888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8887" name="Textfeld 8886"/>
          <p:cNvSpPr txBox="1"/>
          <p:nvPr/>
        </p:nvSpPr>
        <p:spPr>
          <a:xfrm>
            <a:off x="5396266" y="2403787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600" dirty="0">
                <a:latin typeface="Arial" panose="020B0604020202020204" pitchFamily="34" charset="0"/>
                <a:cs typeface="Arial" panose="020B0604020202020204" pitchFamily="34" charset="0"/>
              </a:rPr>
              <a:t>BC2&amp;3</a:t>
            </a:r>
            <a:endParaRPr lang="de-DE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1151" name="Gruppieren 1150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481" name="Gruppieren 148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83" name="Gruppieren 148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85" name="Rechteck 14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6" name="Rechteck 14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Ellipse 14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Ellipse 14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Ellipse 14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5" name="Rechteck 14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84" name="Textfeld 14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82" name="Textfeld 14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152" name="Rechteck 1151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3" name="Rechteck 1152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4" name="Rechteck 1153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5" name="Rechteck 1154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6" name="Rechteck 1155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157" name="Gruppieren 1156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51" name="Gruppieren 145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53" name="Gruppieren 14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55" name="Rechteck 14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6" name="Rechteck 14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7" name="Ellipse 14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Textfeld 14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60" name="Textfeld 14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Ellipse 14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4" name="Textfeld 14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Ellipse 14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8" name="Textfeld 14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0" name="Ellipse 14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72" name="Textfeld 14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6" name="Rechteck 14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Rechteck 14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8" name="Rechteck 14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9" name="Rechteck 14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4" name="Textfeld 14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452" name="Textfeld 14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58" name="Gruppieren 1157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21" name="Gruppieren 142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23" name="Gruppieren 14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25" name="Rechteck 14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26" name="Rechteck 14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7" name="Ellipse 14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Ellipse 14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Textfeld 14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30" name="Textfeld 14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31" name="Ellipse 1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2" name="Ellipse 1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3" name="Textfeld 14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4" name="Textfeld 14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5" name="Ellipse 14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Ellipse 14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7" name="Textfeld 14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8" name="Textfeld 14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Ellipse 14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42" name="Textfeld 14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43" name="Rechteck 14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Rechteck 14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5" name="Rechteck 14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6" name="Rechteck 14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Rechteck 14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Rechteck 14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9" name="Rechteck 14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0" name="Rechteck 14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24" name="Textfeld 142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422" name="Textfeld 14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59" name="Gruppieren 1158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91" name="Gruppieren 139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93" name="Gruppieren 139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95" name="Rechteck 13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96" name="Rechteck 13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7" name="Ellipse 13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8" name="Ellipse 13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9" name="Textfeld 139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00" name="Textfeld 139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01" name="Ellipse 14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2" name="Ellipse 14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3" name="Textfeld 140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4" name="Textfeld 140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5" name="Ellipse 140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6" name="Ellipse 140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7" name="Textfeld 140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8" name="Textfeld 140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0" name="Ellipse 14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1" name="Textfeld 141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12" name="Textfeld 141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13" name="Rechteck 141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Rechteck 141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5" name="Rechteck 141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6" name="Rechteck 141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94" name="Textfeld 13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392" name="Textfeld 13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60" name="Gruppieren 1159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61" name="Gruppieren 13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63" name="Gruppieren 13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65" name="Rechteck 13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66" name="Rechteck 13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7" name="Ellipse 13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Ellipse 13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9" name="Textfeld 13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0" name="Textfeld 13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1" name="Ellipse 13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Ellipse 13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3" name="Textfeld 13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4" name="Textfeld 13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80" name="Ellipse 13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1" name="Textfeld 13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82" name="Textfeld 13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83" name="Rechteck 13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4" name="Rechteck 13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5" name="Rechteck 13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6" name="Rechteck 13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Rechteck 13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Rechteck 13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Rechteck 13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Rechteck 13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64" name="Textfeld 13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362" name="Textfeld 13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61" name="Gruppieren 1160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1331" name="Gruppieren 1330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333" name="Gruppieren 13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5" name="Rechteck 13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6" name="Rechteck 13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7" name="Ellipse 13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8" name="Ellipse 13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9" name="Textfeld 13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0" name="Textfeld 13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Ellipse 13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2" name="Textfeld 13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3" name="Rechteck 13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Rechteck 13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Rechteck 13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4" name="Textfeld 1333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332" name="Textfeld 13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62" name="Gruppieren 1161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1301" name="Gruppieren 130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303" name="Gruppieren 13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05" name="Rechteck 13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6" name="Rechteck 13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Ellipse 13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8" name="Ellipse 13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9" name="Textfeld 13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10" name="Textfeld 13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11" name="Ellipse 13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2" name="Ellipse 13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3" name="Textfeld 13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4" name="Textfeld 13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5" name="Ellipse 13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6" name="Ellipse 13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7" name="Textfeld 13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8" name="Textfeld 13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Ellipse 13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Textfeld 13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22" name="Textfeld 13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23" name="Rechteck 13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Rechteck 13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Rechteck 13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6" name="Rechteck 13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04" name="Textfeld 130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302" name="Textfeld 13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63" name="Gruppieren 1162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271" name="Gruppieren 12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73" name="Gruppieren 12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75" name="Rechteck 12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6" name="Rechteck 12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Ellipse 12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8" name="Ellipse 12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9" name="Textfeld 12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80" name="Textfeld 12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81" name="Ellipse 12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2" name="Ellipse 12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3" name="Textfeld 12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4" name="Textfeld 12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5" name="Ellipse 12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6" name="Ellipse 12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7" name="Textfeld 12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8" name="Textfeld 12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Ellipse 12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92" name="Textfeld 12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93" name="Rechteck 12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Rechteck 12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5" name="Rechteck 12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6" name="Rechteck 12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7" name="Rechteck 12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Rechteck 12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74" name="Textfeld 12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272" name="Textfeld 12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64" name="Gruppieren 1163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241" name="Gruppieren 124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43" name="Gruppieren 12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45" name="Rechteck 12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46" name="Rechteck 12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Ellipse 12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8" name="Ellipse 12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9" name="Textfeld 12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50" name="Textfeld 12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51" name="Ellipse 12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Ellipse 12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Textfeld 12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4" name="Textfeld 12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5" name="Ellipse 12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Ellipse 12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Textfeld 12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58" name="Textfeld 12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59" name="Ellipse 12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Ellipse 12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Textfeld 12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62" name="Textfeld 12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Rechteck 12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5" name="Rechteck 12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6" name="Rechteck 12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7" name="Rechteck 12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Rechteck 12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44" name="Textfeld 12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242" name="Textfeld 12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165" name="Gruppieren 1164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1237" name="Gruppieren 123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239" name="Rechteck 123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0" name="Textfeld 123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238" name="Textfeld 12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166" name="Textfeld 1165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167" name="Gruppieren 1166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1206" name="Gruppieren 1205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208" name="Gruppieren 120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210" name="Gruppieren 120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212" name="Rechteck 121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13" name="Rechteck 121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4" name="Ellipse 121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15" name="Ellipse 121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6" name="Textfeld 121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217" name="Ellipse 121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8" name="Ellipse 121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9" name="Textfeld 121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0" name="Textfeld 121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1" name="Ellipse 122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2" name="Ellipse 122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3" name="Textfeld 122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4" name="Textfeld 122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5" name="Ellipse 122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6" name="Ellipse 122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7" name="Textfeld 122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1228" name="Textfeld 122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1229" name="Rechteck 122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0" name="Rechteck 122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1" name="Rechteck 123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2" name="Rechteck 123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3" name="Rechteck 123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4" name="Rechteck 123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5" name="Rechteck 123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6" name="Rechteck 123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211" name="Textfeld 121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209" name="Textfeld 120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207" name="Textfeld 1206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503" name="Gruppieren 1502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504" name="Gruppieren 150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06" name="Gruppieren 15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Textfeld 15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13" name="Textfeld 15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14" name="Ellipse 15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5" name="Ellipse 15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6" name="Textfeld 15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7" name="Textfeld 15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8" name="Ellipse 15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9" name="Ellipse 15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Textfeld 15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1" name="Textfeld 15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2" name="Ellipse 15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Ellipse 15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Textfeld 15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25" name="Textfeld 15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0" name="Rechteck 15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1" name="Rechteck 15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2" name="Rechteck 15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3" name="Rechteck 15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7" name="Textfeld 1506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505" name="Textfeld 15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9203351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13</a:t>
            </a:r>
          </a:p>
        </p:txBody>
      </p:sp>
      <p:grpSp>
        <p:nvGrpSpPr>
          <p:cNvPr id="3" name="Gruppieren 2"/>
          <p:cNvGrpSpPr/>
          <p:nvPr/>
        </p:nvGrpSpPr>
        <p:grpSpPr>
          <a:xfrm>
            <a:off x="395599" y="2872756"/>
            <a:ext cx="4492962" cy="1654550"/>
            <a:chOff x="395599" y="2872756"/>
            <a:chExt cx="4492962" cy="1654550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1939382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266307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2913173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237611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560282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3883319" y="2881052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205294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532568" y="2881052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590519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" name="Gruppieren 5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1184" name="Gruppieren 1183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514" name="Gruppieren 151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516" name="Gruppieren 151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518" name="Rechteck 151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19" name="Rechteck 151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Ellipse 15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Ellipse 15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Ellipse 15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Ellipse 15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Ellipse 15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Ellipse 15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0" name="Rechteck 15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1" name="Rechteck 15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2" name="Rechteck 15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3" name="Rechteck 15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17" name="Textfeld 151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515" name="Textfeld 151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185" name="Rechteck 1184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6" name="Rechteck 1185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7" name="Rechteck 1186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8" name="Rechteck 1187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9" name="Rechteck 1188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190" name="Gruppieren 1189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84" name="Gruppieren 1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86" name="Gruppieren 1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88" name="Rechteck 1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9" name="Rechteck 1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Ellipse 1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Ellipse 1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2" name="Textfeld 1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93" name="Textfeld 1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94" name="Ellipse 1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5" name="Ellipse 1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Textfeld 1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97" name="Textfeld 1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98" name="Ellipse 1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Ellipse 1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Textfeld 1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1" name="Textfeld 1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2" name="Ellipse 1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3" name="Ellipse 1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4" name="Textfeld 1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05" name="Textfeld 1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06" name="Rechteck 1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7" name="Rechteck 1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Rechteck 1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Rechteck 1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Rechteck 1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Rechteck 1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87" name="Textfeld 1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485" name="Textfeld 1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1" name="Gruppieren 1190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54" name="Gruppieren 14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56" name="Gruppieren 14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58" name="Rechteck 14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9" name="Rechteck 14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8" name="Ellipse 14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Textfeld 14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2" name="Ellipse 14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Ellipse 14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Textfeld 14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75" name="Textfeld 14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76" name="Rechteck 14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Rechteck 14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8" name="Rechteck 14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9" name="Rechteck 14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Rechteck 14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Rechteck 14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7" name="Textfeld 14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455" name="Textfeld 14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2" name="Gruppieren 1191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24" name="Gruppieren 142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26" name="Gruppieren 142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28" name="Rechteck 142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29" name="Rechteck 142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0" name="Ellipse 142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1" name="Ellipse 143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2" name="Textfeld 143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33" name="Textfeld 143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34" name="Ellipse 143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5" name="Ellipse 143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Textfeld 143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7" name="Textfeld 143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8" name="Ellipse 143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Textfeld 143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2" name="Ellipse 14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Ellipse 14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Textfeld 144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45" name="Textfeld 144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46" name="Rechteck 144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Rechteck 144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Rechteck 144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9" name="Rechteck 144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0" name="Rechteck 144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1" name="Rechteck 145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27" name="Textfeld 142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425" name="Textfeld 142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3" name="Gruppieren 1192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94" name="Gruppieren 139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96" name="Gruppieren 139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98" name="Rechteck 139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99" name="Rechteck 139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0" name="Ellipse 139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1" name="Ellipse 140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2" name="Textfeld 140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03" name="Textfeld 140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04" name="Ellipse 140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5" name="Ellipse 140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6" name="Textfeld 140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07" name="Textfeld 140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08" name="Ellipse 140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0" name="Textfeld 140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11" name="Textfeld 141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12" name="Ellipse 141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13" name="Ellipse 141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Textfeld 141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15" name="Textfeld 141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16" name="Rechteck 141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1" name="Rechteck 142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2" name="Rechteck 142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3" name="Rechteck 142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97" name="Textfeld 139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395" name="Textfeld 13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94" name="Gruppieren 1193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1364" name="Gruppieren 1363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366" name="Gruppieren 136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68" name="Rechteck 136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69" name="Rechteck 136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0" name="Ellipse 136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1" name="Ellipse 137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Textfeld 137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3" name="Textfeld 137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4" name="Ellipse 13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Textfeld 13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8" name="Ellipse 13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0" name="Textfeld 137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81" name="Textfeld 13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82" name="Ellipse 13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3" name="Ellipse 13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4" name="Textfeld 138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85" name="Textfeld 138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86" name="Rechteck 138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Rechteck 138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Rechteck 138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Rechteck 138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Rechteck 138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Rechteck 139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Rechteck 139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3" name="Rechteck 139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67" name="Textfeld 1366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365" name="Textfeld 136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95" name="Gruppieren 1194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1334" name="Gruppieren 1333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336" name="Gruppieren 13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8" name="Rechteck 13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9" name="Rechteck 13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0" name="Ellipse 13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Textfeld 13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4" name="Ellipse 13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Textfeld 13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Ellipse 13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Textfeld 13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2" name="Ellipse 13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3" name="Ellipse 13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Textfeld 13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5" name="Textfeld 13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7" name="Textfeld 1336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335" name="Textfeld 13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96" name="Gruppieren 1195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304" name="Gruppieren 13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306" name="Gruppieren 13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08" name="Rechteck 13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9" name="Rechteck 13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Ellipse 13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Ellipse 13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2" name="Textfeld 13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13" name="Textfeld 13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14" name="Ellipse 13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5" name="Ellipse 13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6" name="Textfeld 13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17" name="Textfeld 13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18" name="Ellipse 13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Textfeld 13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1" name="Textfeld 13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2" name="Ellipse 13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Ellipse 13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Textfeld 13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25" name="Textfeld 13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26" name="Rechteck 13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1" name="Rechteck 13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07" name="Textfeld 13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305" name="Textfeld 13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7" name="Gruppieren 1196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274" name="Gruppieren 12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76" name="Gruppieren 12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78" name="Rechteck 12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Ellipse 12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Ellipse 12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2" name="Textfeld 12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83" name="Textfeld 12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84" name="Ellipse 12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5" name="Ellipse 12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6" name="Textfeld 12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7" name="Textfeld 12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8" name="Ellipse 12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Textfeld 12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2" name="Ellipse 12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Ellipse 12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Textfeld 12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95" name="Textfeld 12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96" name="Rechteck 12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7" name="Rechteck 12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Rechteck 12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Rechteck 13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Rechteck 13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Rechteck 13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77" name="Textfeld 12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275" name="Textfeld 12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198" name="Gruppieren 1197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1270" name="Gruppieren 1269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272" name="Rechteck 1271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73" name="Textfeld 1272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271" name="Textfeld 12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199" name="Textfeld 1198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200" name="Gruppieren 1199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1239" name="Gruppieren 1238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241" name="Gruppieren 124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243" name="Gruppieren 124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245" name="Rechteck 124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46" name="Rechteck 124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47" name="Ellipse 124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48" name="Ellipse 124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49" name="Textfeld 124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250" name="Ellipse 124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1" name="Ellipse 125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2" name="Textfeld 125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3" name="Textfeld 125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4" name="Ellipse 125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5" name="Ellipse 125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6" name="Textfeld 125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7" name="Textfeld 125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8" name="Ellipse 125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9" name="Ellipse 125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0" name="Textfeld 1259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1261" name="Textfeld 1260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1262" name="Rechteck 126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3" name="Rechteck 126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4" name="Rechteck 126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5" name="Rechteck 126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6" name="Rechteck 126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7" name="Rechteck 126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8" name="Rechteck 126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9" name="Rechteck 126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242" name="Textfeld 124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240" name="Textfeld 1239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sp>
          <p:nvSpPr>
            <p:cNvPr id="1547" name="Textfeld 1546"/>
            <p:cNvSpPr txBox="1"/>
            <p:nvPr/>
          </p:nvSpPr>
          <p:spPr>
            <a:xfrm>
              <a:off x="1087911" y="15334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/>
                <a:t>2</a:t>
              </a:r>
              <a:endParaRPr lang="de-DE" dirty="0"/>
            </a:p>
          </p:txBody>
        </p:sp>
        <p:grpSp>
          <p:nvGrpSpPr>
            <p:cNvPr id="1536" name="Gruppieren 1535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537" name="Gruppieren 153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39" name="Gruppieren 15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41" name="Rechteck 15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42" name="Rechteck 15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3" name="Ellipse 15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4" name="Ellipse 15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Textfeld 15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46" name="Textfeld 15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48" name="Ellipse 15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Ellipse 15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Textfeld 15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51" name="Textfeld 15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52" name="Ellipse 15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3" name="Ellipse 15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4" name="Textfeld 15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55" name="Textfeld 155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56" name="Ellipse 15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Ellipse 15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Textfeld 15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59" name="Textfeld 15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60" name="Rechteck 15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1" name="Rechteck 15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2" name="Rechteck 15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3" name="Rechteck 15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4" name="Rechteck 15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5" name="Rechteck 15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Rechteck 15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Rechteck 15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40" name="Textfeld 1539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538" name="Textfeld 15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235553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14</a:t>
            </a:r>
          </a:p>
        </p:txBody>
      </p:sp>
      <p:grpSp>
        <p:nvGrpSpPr>
          <p:cNvPr id="3" name="Gruppieren 2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" name="Gruppieren 1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7695" name="Gruppieren 7694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7736" name="Rechteck 7735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37" name="Textfeld 77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7698" name="Textfeld 7697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661" name="Gruppieren 2660"/>
          <p:cNvGrpSpPr/>
          <p:nvPr/>
        </p:nvGrpSpPr>
        <p:grpSpPr>
          <a:xfrm>
            <a:off x="395599" y="2872756"/>
            <a:ext cx="4492962" cy="1654550"/>
            <a:chOff x="395599" y="2872756"/>
            <a:chExt cx="4492962" cy="1654550"/>
          </a:xfrm>
        </p:grpSpPr>
        <p:grpSp>
          <p:nvGrpSpPr>
            <p:cNvPr id="2662" name="Gruppieren 2661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3022" name="Gruppieren 30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024" name="Gruppieren 30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026" name="Rechteck 3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7" name="Rechteck 3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8" name="Ellipse 3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Ellipse 30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2" name="Ellipse 30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3" name="Ellipse 30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Ellipse 30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Rechteck 30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Rechteck 30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8" name="Rechteck 30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Rechteck 30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Rechteck 30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1" name="Rechteck 30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2" name="Rechteck 30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Rechteck 30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25" name="Textfeld 3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023" name="Textfeld 3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3" name="Rechteck 2662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7" name="Rechteck 2666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8" name="Gruppieren 2667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92" name="Gruppieren 2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94" name="Gruppieren 2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6" name="Rechteck 2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7" name="Rechteck 2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8" name="Ellipse 2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Textfeld 2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2" name="Ellipse 3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Textfeld 3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0" name="Ellipse 3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11" name="Ellipse 3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Textfeld 3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13" name="Textfeld 3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Rechteck 3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Rechteck 3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0" name="Rechteck 3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1" name="Rechteck 3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5" name="Textfeld 2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993" name="Textfeld 2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62" name="Gruppieren 2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64" name="Gruppieren 2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6" name="Rechteck 2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7" name="Rechteck 2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8" name="Ellipse 2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Textfeld 2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72" name="Ellipse 2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Textfeld 2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0" name="Ellipse 2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Ellipse 2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Textfeld 2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83" name="Textfeld 2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Rechteck 2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Rechteck 2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0" name="Rechteck 2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1" name="Rechteck 2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5" name="Textfeld 2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963" name="Textfeld 2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1939382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32" name="Gruppieren 2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34" name="Gruppieren 2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36" name="Rechteck 2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37" name="Rechteck 2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8" name="Ellipse 2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Textfeld 2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41" name="Textfeld 2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42" name="Ellipse 2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3" name="Ellipse 2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4" name="Textfeld 2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5" name="Textfeld 2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6" name="Ellipse 2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7" name="Ellipse 2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8" name="Textfeld 2947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9" name="Textfeld 2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50" name="Ellipse 2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1" name="Ellipse 2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2" name="Textfeld 2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53" name="Textfeld 2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54" name="Rechteck 2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5" name="Rechteck 2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6" name="Rechteck 2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9" name="Rechteck 2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0" name="Rechteck 2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1" name="Rechteck 2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35" name="Textfeld 2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933" name="Textfeld 2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1" name="Gruppieren 2670"/>
            <p:cNvGrpSpPr/>
            <p:nvPr/>
          </p:nvGrpSpPr>
          <p:grpSpPr>
            <a:xfrm>
              <a:off x="2266307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02" name="Gruppieren 29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04" name="Gruppieren 2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06" name="Rechteck 2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7" name="Rechteck 2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8" name="Ellipse 2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9" name="Ellipse 2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0" name="Textfeld 2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11" name="Textfeld 2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12" name="Ellipse 2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3" name="Ellipse 2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4" name="Textfeld 2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5" name="Textfeld 2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6" name="Ellipse 2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7" name="Ellipse 2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8" name="Textfeld 2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9" name="Textfeld 2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20" name="Ellipse 2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1" name="Ellipse 2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2" name="Textfeld 2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23" name="Textfeld 2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24" name="Rechteck 2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5" name="Rechteck 2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9" name="Rechteck 2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Rechteck 2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Rechteck 2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05" name="Textfeld 29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903" name="Textfeld 2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2" name="Gruppieren 2671"/>
            <p:cNvGrpSpPr/>
            <p:nvPr/>
          </p:nvGrpSpPr>
          <p:grpSpPr>
            <a:xfrm>
              <a:off x="2913173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2872" name="Gruppieren 2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874" name="Gruppieren 2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76" name="Rechteck 2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7" name="Rechteck 2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8" name="Ellipse 2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9" name="Ellipse 2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Textfeld 2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81" name="Textfeld 2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82" name="Ellipse 2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3" name="Ellipse 2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Textfeld 2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86" name="Ellipse 2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Textfeld 2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90" name="Ellipse 2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1" name="Ellipse 2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Textfeld 2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93" name="Textfeld 2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9" name="Rechteck 2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0" name="Rechteck 2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1" name="Rechteck 2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75" name="Textfeld 2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873" name="Textfeld 2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2673" name="Gruppieren 2672"/>
            <p:cNvGrpSpPr/>
            <p:nvPr/>
          </p:nvGrpSpPr>
          <p:grpSpPr>
            <a:xfrm>
              <a:off x="3237611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842" name="Gruppieren 2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44" name="Gruppieren 2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Ellipse 2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9" name="Ellipse 2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Textfeld 2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51" name="Textfeld 2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52" name="Ellipse 2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Ellipse 2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4" name="Textfeld 2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5" name="Textfeld 2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6" name="Ellipse 2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7" name="Ellipse 2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Textfeld 2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59" name="Textfeld 2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Textfeld 2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3" name="Textfeld 2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4" name="Rechteck 2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Rechteck 2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Rechteck 2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Rechteck 2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1" name="Rechteck 2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45" name="Textfeld 2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843" name="Textfeld 2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2674" name="Gruppieren 2673"/>
            <p:cNvGrpSpPr/>
            <p:nvPr/>
          </p:nvGrpSpPr>
          <p:grpSpPr>
            <a:xfrm>
              <a:off x="3560282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812" name="Gruppieren 2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14" name="Gruppieren 2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8" name="Ellipse 2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19" name="Ellipse 2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Textfeld 2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21" name="Textfeld 2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22" name="Ellipse 2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3" name="Ellipse 2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4" name="Textfeld 2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25" name="Textfeld 2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26" name="Ellipse 2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7" name="Ellipse 2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Textfeld 2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29" name="Textfeld 2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30" name="Ellipse 2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Textfeld 2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34" name="Rechteck 2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5" name="Rechteck 2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Rechteck 2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Rechteck 2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Rechteck 2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Rechteck 2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0" name="Rechteck 2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Rechteck 2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15" name="Textfeld 2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813" name="Textfeld 2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2675" name="Gruppieren 2674"/>
            <p:cNvGrpSpPr/>
            <p:nvPr/>
          </p:nvGrpSpPr>
          <p:grpSpPr>
            <a:xfrm>
              <a:off x="3883319" y="2881052"/>
              <a:ext cx="357561" cy="1646254"/>
              <a:chOff x="1692724" y="1147824"/>
              <a:chExt cx="357561" cy="1646254"/>
            </a:xfrm>
          </p:grpSpPr>
          <p:grpSp>
            <p:nvGrpSpPr>
              <p:cNvPr id="2782" name="Gruppieren 278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784" name="Gruppieren 278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Ellipse 27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Ellipse 27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Textfeld 27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1" name="Textfeld 27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92" name="Ellipse 27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3" name="Ellipse 27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Textfeld 2793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6" name="Ellipse 27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7" name="Ellipse 27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Textfeld 27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9" name="Textfeld 27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00" name="Ellipse 27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1" name="Ellipse 28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2" name="Textfeld 28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3" name="Textfeld 28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04" name="Rechteck 28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Rechteck 28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6" name="Rechteck 28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Rechteck 28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Rechteck 28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9" name="Rechteck 28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85" name="Textfeld 278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783" name="Textfeld 27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676" name="Gruppieren 2675"/>
            <p:cNvGrpSpPr/>
            <p:nvPr/>
          </p:nvGrpSpPr>
          <p:grpSpPr>
            <a:xfrm>
              <a:off x="4205294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752" name="Gruppieren 275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754" name="Gruppieren 27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56" name="Rechteck 27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7" name="Rechteck 27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8" name="Ellipse 27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Ellipse 27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Textfeld 27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61" name="Textfeld 27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62" name="Ellipse 27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Ellipse 2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Textfeld 27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5" name="Textfeld 27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6" name="Ellipse 27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7" name="Ellipse 27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Textfeld 27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9" name="Textfeld 27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70" name="Ellipse 27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1" name="Ellipse 27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2" name="Textfeld 27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73" name="Textfeld 27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74" name="Rechteck 27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5" name="Rechteck 27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Rechteck 27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Rechteck 27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Rechteck 27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Rechteck 27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Rechteck 27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Rechteck 27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55" name="Textfeld 275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753" name="Textfeld 27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677" name="Gruppieren 2676"/>
            <p:cNvGrpSpPr/>
            <p:nvPr/>
          </p:nvGrpSpPr>
          <p:grpSpPr>
            <a:xfrm>
              <a:off x="4532568" y="2881052"/>
              <a:ext cx="355993" cy="1646254"/>
              <a:chOff x="1694292" y="1147824"/>
              <a:chExt cx="355993" cy="1646254"/>
            </a:xfrm>
          </p:grpSpPr>
          <p:grpSp>
            <p:nvGrpSpPr>
              <p:cNvPr id="2748" name="Gruppieren 274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750" name="Rechteck 274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51" name="Textfeld 27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749" name="Textfeld 27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2678" name="Gruppieren 2677"/>
            <p:cNvGrpSpPr/>
            <p:nvPr/>
          </p:nvGrpSpPr>
          <p:grpSpPr>
            <a:xfrm>
              <a:off x="2590519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2718" name="Gruppieren 2717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720" name="Gruppieren 27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22" name="Rechteck 27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3" name="Rechteck 27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Textfeld 27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1" name="Textfeld 2730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2" name="Ellipse 27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Ellipse 27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Textfeld 27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35" name="Textfeld 2734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36" name="Ellipse 27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Ellipse 27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Textfeld 27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9" name="Textfeld 27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Rechteck 27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Rechteck 27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3" name="Rechteck 27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4" name="Rechteck 27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5" name="Rechteck 27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Rechteck 27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Rechteck 27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21" name="Textfeld 2720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719" name="Textfeld 27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2679" name="Textfeld 2678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2680" name="Gruppieren 2679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2681" name="Rechteck 2680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2" name="Ellipse 2681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3" name="Ellipse 2682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4" name="Ellipse 268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5" name="Ellipse 268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6" name="Textfeld 2685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2687" name="Textfeld 2686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2688" name="Ellipse 2687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9" name="Ellipse 2688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0" name="Ellipse 2689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1" name="Ellipse 2690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2" name="Ellipse 2691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93" name="Ellipse 2692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4" name="Ellipse 2693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5" name="Ellipse 2694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6" name="Ellipse 2695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97" name="Ellipse 2696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8" name="Ellipse 2697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9" name="Ellipse 2698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700" name="Gruppieren 2699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701" name="Rechteck 2700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2" name="Rechteck 2701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3" name="Rechteck 2702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4" name="Rechteck 2703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05" name="Rechteck 2704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6" name="Rechteck 2705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7" name="Rechteck 2706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8" name="Rechteck 2707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9" name="Rechteck 2708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0" name="Rechteck 2709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1" name="Rechteck 2710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2" name="Rechteck 2711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3" name="Rechteck 2712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4" name="Rechteck 2713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5" name="Rechteck 2714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6" name="Rechteck 2715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7" name="Rechteck 2716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1661" name="Gruppieren 1660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1662" name="Gruppieren 1661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2100" name="Gruppieren 209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102" name="Gruppieren 210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104" name="Rechteck 21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05" name="Rechteck 21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6" name="Ellipse 21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07" name="Ellipse 21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8" name="Ellipse 21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9" name="Ellipse 21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0" name="Ellipse 21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1" name="Ellipse 21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2" name="Ellipse 211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3" name="Ellipse 211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4" name="Rechteck 2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5" name="Rechteck 2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6" name="Rechteck 2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7" name="Rechteck 2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8" name="Rechteck 2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9" name="Rechteck 2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0" name="Rechteck 2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1" name="Rechteck 2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03" name="Textfeld 21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101" name="Textfeld 21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663" name="Rechteck 1662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4" name="Rechteck 1663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5" name="Rechteck 1664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6" name="Rechteck 1665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7" name="Rechteck 1666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668" name="Gruppieren 1667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70" name="Gruppieren 20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72" name="Gruppieren 20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74" name="Rechteck 20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75" name="Rechteck 20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6" name="Ellipse 20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77" name="Ellipse 20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8" name="Textfeld 20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79" name="Textfeld 20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80" name="Ellipse 20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1" name="Ellipse 20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2" name="Textfeld 20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3" name="Textfeld 20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4" name="Ellipse 20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5" name="Ellipse 20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6" name="Textfeld 20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7" name="Textfeld 20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8" name="Ellipse 20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9" name="Ellipse 20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0" name="Textfeld 20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91" name="Textfeld 20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92" name="Rechteck 20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3" name="Rechteck 20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4" name="Rechteck 20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5" name="Rechteck 20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6" name="Rechteck 20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7" name="Rechteck 20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8" name="Rechteck 20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9" name="Rechteck 20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73" name="Textfeld 20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071" name="Textfeld 20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69" name="Gruppieren 1668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40" name="Gruppieren 20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42" name="Gruppieren 20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44" name="Rechteck 20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45" name="Rechteck 20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6" name="Ellipse 20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7" name="Ellipse 20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Textfeld 20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49" name="Textfeld 20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50" name="Ellipse 20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1" name="Ellipse 20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2" name="Textfeld 20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3" name="Textfeld 20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4" name="Ellipse 20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5" name="Ellipse 20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6" name="Textfeld 20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7" name="Textfeld 20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8" name="Ellipse 20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59" name="Ellipse 20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0" name="Textfeld 20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61" name="Textfeld 20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62" name="Rechteck 20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3" name="Rechteck 20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4" name="Rechteck 20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5" name="Rechteck 20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6" name="Rechteck 20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7" name="Rechteck 20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8" name="Rechteck 20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9" name="Rechteck 20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43" name="Textfeld 20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041" name="Textfeld 20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0" name="Gruppieren 1669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10" name="Gruppieren 20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12" name="Gruppieren 20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14" name="Rechteck 20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15" name="Rechteck 20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6" name="Ellipse 20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7" name="Ellipse 20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8" name="Textfeld 20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19" name="Textfeld 20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20" name="Ellipse 20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1" name="Ellipse 20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2" name="Textfeld 20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3" name="Textfeld 20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4" name="Ellipse 20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5" name="Ellipse 20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6" name="Textfeld 20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7" name="Textfeld 20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8" name="Ellipse 20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9" name="Ellipse 20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0" name="Textfeld 20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31" name="Textfeld 20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32" name="Rechteck 20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Rechteck 20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4" name="Rechteck 20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5" name="Rechteck 20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Rechteck 20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Rechteck 20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8" name="Rechteck 20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9" name="Rechteck 20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13" name="Textfeld 20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011" name="Textfeld 20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1" name="Gruppieren 1670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80" name="Gruppieren 19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82" name="Gruppieren 19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84" name="Rechteck 19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85" name="Rechteck 19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6" name="Ellipse 19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7" name="Ellipse 19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8" name="Textfeld 19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89" name="Textfeld 19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90" name="Ellipse 19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1" name="Ellipse 19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2" name="Textfeld 19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3" name="Textfeld 19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4" name="Ellipse 19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5" name="Ellipse 19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6" name="Textfeld 19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7" name="Textfeld 19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8" name="Ellipse 19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9" name="Ellipse 19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0" name="Textfeld 19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01" name="Textfeld 20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02" name="Rechteck 20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3" name="Rechteck 20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4" name="Rechteck 20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5" name="Rechteck 20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6" name="Rechteck 20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7" name="Rechteck 20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8" name="Rechteck 20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9" name="Rechteck 20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83" name="Textfeld 19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981" name="Textfeld 19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2" name="Gruppieren 1671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50" name="Gruppieren 19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52" name="Gruppieren 19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54" name="Rechteck 19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55" name="Rechteck 19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6" name="Ellipse 19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7" name="Ellipse 19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8" name="Textfeld 19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59" name="Textfeld 19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60" name="Ellipse 19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1" name="Ellipse 19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2" name="Textfeld 19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3" name="Textfeld 19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4" name="Ellipse 19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65" name="Ellipse 19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6" name="Textfeld 1965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7" name="Textfeld 19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8" name="Ellipse 19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69" name="Ellipse 19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0" name="Textfeld 19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71" name="Textfeld 19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72" name="Rechteck 19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3" name="Rechteck 19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4" name="Rechteck 19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5" name="Rechteck 19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6" name="Rechteck 19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7" name="Rechteck 19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8" name="Rechteck 19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9" name="Rechteck 19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53" name="Textfeld 19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951" name="Textfeld 19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3" name="Gruppieren 1672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20" name="Gruppieren 19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22" name="Gruppieren 19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24" name="Rechteck 1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25" name="Rechteck 1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6" name="Ellipse 1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7" name="Ellipse 1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8" name="Textfeld 1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29" name="Textfeld 1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30" name="Ellipse 1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1" name="Ellipse 1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2" name="Textfeld 19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3" name="Textfeld 19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4" name="Ellipse 19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5" name="Ellipse 19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6" name="Textfeld 19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7" name="Textfeld 19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8" name="Ellipse 19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39" name="Ellipse 19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0" name="Textfeld 19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41" name="Textfeld 19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42" name="Rechteck 19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3" name="Rechteck 19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4" name="Rechteck 19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5" name="Rechteck 19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6" name="Rechteck 19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7" name="Rechteck 19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8" name="Rechteck 19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9" name="Rechteck 19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23" name="Textfeld 19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921" name="Textfeld 1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4" name="Gruppieren 1673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1890" name="Gruppieren 188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892" name="Gruppieren 18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94" name="Rechteck 18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95" name="Rechteck 18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6" name="Ellipse 18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7" name="Ellipse 18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8" name="Textfeld 18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99" name="Textfeld 18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00" name="Ellipse 18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1" name="Ellipse 19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2" name="Textfeld 19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3" name="Textfeld 19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4" name="Ellipse 1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5" name="Ellipse 1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6" name="Textfeld 1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7" name="Textfeld 1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8" name="Ellipse 1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9" name="Ellipse 1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0" name="Textfeld 1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11" name="Textfeld 1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12" name="Rechteck 1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3" name="Rechteck 1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4" name="Rechteck 1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5" name="Rechteck 1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6" name="Rechteck 1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7" name="Rechteck 1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8" name="Rechteck 1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9" name="Rechteck 1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93" name="Textfeld 189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891" name="Textfeld 18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5" name="Gruppieren 1674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60" name="Gruppieren 18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62" name="Gruppieren 18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64" name="Rechteck 18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65" name="Rechteck 18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6" name="Ellipse 18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67" name="Ellipse 18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8" name="Textfeld 18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69" name="Textfeld 18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70" name="Ellipse 18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1" name="Ellipse 18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2" name="Textfeld 18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3" name="Textfeld 18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4" name="Ellipse 18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5" name="Ellipse 18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6" name="Textfeld 18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7" name="Textfeld 18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8" name="Ellipse 18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9" name="Ellipse 18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0" name="Textfeld 18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81" name="Textfeld 18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82" name="Rechteck 18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3" name="Rechteck 18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4" name="Rechteck 18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5" name="Rechteck 18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6" name="Rechteck 18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7" name="Rechteck 18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8" name="Rechteck 18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9" name="Rechteck 18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63" name="Textfeld 18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861" name="Textfeld 18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6" name="Gruppieren 1675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30" name="Gruppieren 18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32" name="Gruppieren 18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34" name="Rechteck 18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35" name="Rechteck 18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6" name="Ellipse 18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7" name="Ellipse 18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8" name="Textfeld 18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39" name="Textfeld 18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40" name="Ellipse 18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1" name="Ellipse 18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2" name="Textfeld 18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3" name="Textfeld 18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4" name="Ellipse 18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5" name="Ellipse 18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6" name="Textfeld 18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7" name="Textfeld 18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8" name="Ellipse 18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9" name="Ellipse 18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0" name="Textfeld 18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51" name="Textfeld 18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52" name="Rechteck 18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3" name="Rechteck 18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4" name="Rechteck 18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5" name="Rechteck 18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6" name="Rechteck 18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7" name="Rechteck 18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8" name="Rechteck 18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9" name="Rechteck 18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33" name="Textfeld 18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831" name="Textfeld 18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7" name="Gruppieren 1676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00" name="Gruppieren 179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02" name="Gruppieren 18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04" name="Rechteck 18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05" name="Rechteck 18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6" name="Ellipse 18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7" name="Ellipse 18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8" name="Textfeld 18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09" name="Textfeld 18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10" name="Ellipse 18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1" name="Ellipse 18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2" name="Textfeld 18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3" name="Textfeld 18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4" name="Ellipse 18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5" name="Ellipse 18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6" name="Textfeld 18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7" name="Textfeld 18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8" name="Ellipse 18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9" name="Ellipse 18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0" name="Textfeld 18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21" name="Textfeld 18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22" name="Rechteck 18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3" name="Rechteck 18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4" name="Rechteck 18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5" name="Rechteck 18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6" name="Rechteck 18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7" name="Rechteck 18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8" name="Rechteck 18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9" name="Rechteck 18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03" name="Textfeld 180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801" name="Textfeld 18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8" name="Gruppieren 1677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770" name="Gruppieren 17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772" name="Gruppieren 17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74" name="Rechteck 17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75" name="Rechteck 17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6" name="Ellipse 17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7" name="Ellipse 17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8" name="Textfeld 17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79" name="Textfeld 17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80" name="Ellipse 17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1" name="Ellipse 17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2" name="Textfeld 17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3" name="Textfeld 17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4" name="Ellipse 17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5" name="Ellipse 17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6" name="Textfeld 17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7" name="Textfeld 17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8" name="Ellipse 17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9" name="Ellipse 17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0" name="Textfeld 17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91" name="Textfeld 17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92" name="Rechteck 17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3" name="Rechteck 17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4" name="Rechteck 17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5" name="Rechteck 17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6" name="Rechteck 17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7" name="Rechteck 17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8" name="Rechteck 17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9" name="Rechteck 17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73" name="Textfeld 17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771" name="Textfeld 17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9" name="Gruppieren 1678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744" name="Gruppieren 174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746" name="Gruppieren 174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748" name="Rechteck 174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9" name="Rechteck 174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Textfeld 17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55" name="Textfeld 17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56" name="Ellipse 17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Ellipse 17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Textfeld 175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59" name="Textfeld 17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60" name="Ellipse 17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Ellipse 17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2" name="Rechteck 17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3" name="Rechteck 17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4" name="Rechteck 17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5" name="Rechteck 17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6" name="Rechteck 17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7" name="Rechteck 17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8" name="Rechteck 17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9" name="Rechteck 17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7" name="Textfeld 17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745" name="Textfeld 17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680" name="Gruppieren 1679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1716" name="Gruppieren 171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718" name="Gruppieren 171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720" name="Rechteck 17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21" name="Rechteck 17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Ellipse 17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3" name="Ellipse 17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4" name="Textfeld 17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25" name="Textfeld 17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6" name="Ellipse 17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7" name="Ellipse 17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32" name="Ellipse 173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Ellipse 173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Textfeld 173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35" name="Textfeld 173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0" name="Rechteck 17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1" name="Rechteck 17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2" name="Rechteck 17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3" name="Rechteck 17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9" name="Textfeld 17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717" name="Textfeld 17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681" name="Gruppieren 1680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1688" name="Gruppieren 168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690" name="Gruppieren 168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692" name="Rechteck 16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3" name="Rechteck 16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Ellipse 16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1" name="Ellipse 17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2" name="Textfeld 17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03" name="Textfeld 17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04" name="Ellipse 17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Ellipse 17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Textfeld 17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07" name="Textfeld 17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0" name="Rechteck 17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1" name="Rechteck 17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2" name="Rechteck 17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3" name="Rechteck 17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91" name="Textfeld 16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689" name="Textfeld 16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682" name="Gruppieren 1681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1684" name="Gruppieren 168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686" name="Rechteck 168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87" name="Textfeld 168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685" name="Textfeld 16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683" name="Textfeld 1682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" name="Gruppieren 3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1294" name="Gruppieren 1293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2398" name="Gruppieren 239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400" name="Gruppieren 239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402" name="Rechteck 24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3" name="Rechteck 24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4" name="Ellipse 24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5" name="Ellipse 24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6" name="Ellipse 2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Ellipse 2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Ellipse 240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Ellipse 240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Ellipse 24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Ellipse 24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Rechteck 24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Rechteck 24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4" name="Rechteck 24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5" name="Rechteck 24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6" name="Rechteck 24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7" name="Rechteck 24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8" name="Rechteck 24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9" name="Rechteck 24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01" name="Textfeld 24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399" name="Textfeld 23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295" name="Rechteck 1294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6" name="Rechteck 1295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7" name="Rechteck 1296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8" name="Rechteck 1297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9" name="Rechteck 1298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300" name="Gruppieren 1299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68" name="Gruppieren 23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70" name="Gruppieren 23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2" name="Rechteck 23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3" name="Rechteck 23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Ellipse 23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5" name="Ellipse 23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6" name="Textfeld 23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77" name="Textfeld 23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9" name="Ellipse 23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1" name="Textfeld 23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Ellipse 23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5" name="Textfeld 23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87" name="Ellipse 23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89" name="Textfeld 23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90" name="Rechteck 23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Rechteck 23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2" name="Rechteck 23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3" name="Rechteck 23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Rechteck 23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Rechteck 23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1" name="Textfeld 23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369" name="Textfeld 23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1" name="Gruppieren 1300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38" name="Gruppieren 23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40" name="Gruppieren 23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42" name="Rechteck 23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43" name="Rechteck 23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4" name="Ellipse 23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5" name="Ellipse 23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Textfeld 23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47" name="Textfeld 23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Ellipse 23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1" name="Textfeld 23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2" name="Ellipse 23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Ellipse 23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4" name="Textfeld 23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5" name="Textfeld 235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6" name="Ellipse 23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Ellipse 23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8" name="Textfeld 23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59" name="Textfeld 23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0" name="Rechteck 23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Rechteck 23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2" name="Rechteck 23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Rechteck 23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41" name="Textfeld 23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39" name="Textfeld 23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2" name="Gruppieren 1301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08" name="Gruppieren 23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10" name="Gruppieren 23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2" name="Rechteck 23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13" name="Rechteck 23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4" name="Ellipse 23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5" name="Ellipse 23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6" name="Textfeld 23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17" name="Textfeld 23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Ellipse 23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1" name="Textfeld 23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Ellipse 23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5" name="Textfeld 23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Ellipse 23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29" name="Textfeld 23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30" name="Rechteck 23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Rechteck 23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2" name="Rechteck 23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3" name="Rechteck 23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Rechteck 23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Rechteck 23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1" name="Textfeld 23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309" name="Textfeld 23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3" name="Gruppieren 1302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278" name="Gruppieren 22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280" name="Gruppieren 22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82" name="Rechteck 22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Ellipse 22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5" name="Ellipse 22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6" name="Textfeld 22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87" name="Textfeld 22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88" name="Ellipse 22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9" name="Ellipse 22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0" name="Textfeld 22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1" name="Textfeld 22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Ellipse 22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Textfeld 22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5" name="Textfeld 22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6" name="Ellipse 22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7" name="Ellipse 22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Textfeld 22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99" name="Textfeld 22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00" name="Rechteck 22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1" name="Rechteck 23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2" name="Rechteck 23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3" name="Rechteck 23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Rechteck 23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1" name="Textfeld 22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279" name="Textfeld 22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04" name="Gruppieren 1303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2248" name="Gruppieren 2247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250" name="Gruppieren 22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53" name="Rechteck 22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4" name="Ellipse 22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Ellipse 22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Textfeld 22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57" name="Textfeld 22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58" name="Ellipse 22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9" name="Ellipse 22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0" name="Textfeld 22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1" name="Textfeld 22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2" name="Ellipse 22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Ellipse 22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Textfeld 22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5" name="Textfeld 22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6" name="Ellipse 22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7" name="Ellipse 22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Textfeld 22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69" name="Textfeld 22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70" name="Rechteck 22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1" name="Rechteck 22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2" name="Rechteck 22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3" name="Rechteck 22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4" name="Rechteck 22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5" name="Rechteck 22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6" name="Rechteck 22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7" name="Rechteck 22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51" name="Textfeld 2250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249" name="Textfeld 22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05" name="Gruppieren 1304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2218" name="Gruppieren 2217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220" name="Gruppieren 22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22" name="Rechteck 22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23" name="Rechteck 22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4" name="Ellipse 22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5" name="Ellipse 22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6" name="Textfeld 22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27" name="Textfeld 22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28" name="Ellipse 22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9" name="Ellipse 22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0" name="Textfeld 22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1" name="Textfeld 223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2" name="Ellipse 22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3" name="Ellipse 22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4" name="Textfeld 22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5" name="Textfeld 22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Ellipse 22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39" name="Textfeld 22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40" name="Rechteck 22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Rechteck 22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2" name="Rechteck 22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3" name="Rechteck 22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4" name="Rechteck 22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5" name="Rechteck 22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Rechteck 22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Rechteck 22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21" name="Textfeld 2220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219" name="Textfeld 22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06" name="Gruppieren 1305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88" name="Gruppieren 218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90" name="Gruppieren 21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92" name="Rechteck 21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93" name="Rechteck 21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4" name="Ellipse 21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Ellipse 21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Textfeld 21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97" name="Textfeld 21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98" name="Ellipse 21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Ellipse 21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Textfeld 219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1" name="Textfeld 22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2" name="Ellipse 22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3" name="Ellipse 22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4" name="Textfeld 22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5" name="Textfeld 22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6" name="Ellipse 22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7" name="Ellipse 22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8" name="Textfeld 22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09" name="Textfeld 22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10" name="Rechteck 22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1" name="Rechteck 22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2" name="Rechteck 22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3" name="Rechteck 22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4" name="Rechteck 22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5" name="Rechteck 22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6" name="Rechteck 22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7" name="Rechteck 22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91" name="Textfeld 21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189" name="Textfeld 21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7" name="Gruppieren 1306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58" name="Gruppieren 215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60" name="Gruppieren 21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62" name="Rechteck 21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63" name="Rechteck 21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4" name="Ellipse 21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Ellipse 21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Textfeld 21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67" name="Textfeld 21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68" name="Ellipse 21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Ellipse 21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Textfeld 21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71" name="Textfeld 21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72" name="Ellipse 21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3" name="Ellipse 21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4" name="Textfeld 21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75" name="Textfeld 21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76" name="Ellipse 21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Ellipse 21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Textfeld 21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9" name="Textfeld 21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80" name="Rechteck 21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1" name="Rechteck 21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2" name="Rechteck 21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3" name="Rechteck 21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4" name="Rechteck 21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5" name="Rechteck 21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Rechteck 21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Rechteck 21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61" name="Textfeld 216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159" name="Textfeld 21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308" name="Gruppieren 1307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2154" name="Gruppieren 2153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156" name="Rechteck 2155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57" name="Textfeld 2156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155" name="Textfeld 21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309" name="Textfeld 1308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310" name="Gruppieren 1309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2123" name="Gruppieren 2122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125" name="Gruppieren 2124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127" name="Gruppieren 2126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129" name="Rechteck 212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30" name="Rechteck 212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1" name="Ellipse 213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32" name="Ellipse 213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3" name="Textfeld 213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134" name="Ellipse 213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5" name="Ellipse 213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6" name="Textfeld 213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7" name="Textfeld 213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8" name="Ellipse 213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9" name="Ellipse 213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0" name="Textfeld 213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41" name="Textfeld 214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42" name="Ellipse 214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3" name="Ellipse 214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4" name="Textfeld 214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145" name="Textfeld 214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146" name="Rechteck 214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7" name="Rechteck 214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8" name="Rechteck 214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9" name="Rechteck 214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0" name="Rechteck 214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1" name="Rechteck 215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2" name="Rechteck 215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3" name="Rechteck 215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128" name="Textfeld 212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126" name="Textfeld 212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124" name="Textfeld 2123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348" name="Gruppieren 1347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349" name="Gruppieren 13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51" name="Gruppieren 13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53" name="Rechteck 13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54" name="Rechteck 13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Ellipse 13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6" name="Ellipse 13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Textfeld 13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58" name="Textfeld 13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59" name="Ellipse 13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Ellipse 13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Textfeld 13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62" name="Textfeld 13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63" name="Ellipse 13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Ellipse 13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5" name="Textfeld 13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66" name="Textfeld 13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67" name="Ellipse 13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Ellipse 13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9" name="Textfeld 13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70" name="Textfeld 13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71" name="Rechteck 13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Rechteck 13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3" name="Rechteck 13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4" name="Rechteck 13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5" name="Rechteck 13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Rechteck 13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Rechteck 13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8" name="Rechteck 13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52" name="Textfeld 1351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350" name="Textfeld 13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8694177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15</a:t>
            </a:r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3" name="Gruppieren 2"/>
          <p:cNvGrpSpPr/>
          <p:nvPr/>
        </p:nvGrpSpPr>
        <p:grpSpPr>
          <a:xfrm>
            <a:off x="10244840" y="2835348"/>
            <a:ext cx="1537112" cy="1653196"/>
            <a:chOff x="10244840" y="2835348"/>
            <a:chExt cx="1537112" cy="1653196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11134065" y="2835348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810" name="Gruppieren 7809"/>
            <p:cNvGrpSpPr/>
            <p:nvPr/>
          </p:nvGrpSpPr>
          <p:grpSpPr>
            <a:xfrm>
              <a:off x="11457002" y="2835348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5" name="Gruppieren 4"/>
          <p:cNvGrpSpPr/>
          <p:nvPr/>
        </p:nvGrpSpPr>
        <p:grpSpPr>
          <a:xfrm>
            <a:off x="3980138" y="4875367"/>
            <a:ext cx="2241024" cy="1654859"/>
            <a:chOff x="3751538" y="4875367"/>
            <a:chExt cx="2241024" cy="1654859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3995939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3756555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969666" y="4875367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5297122" y="4875367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622902" y="4875367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247" name="Gruppieren 8246"/>
            <p:cNvGrpSpPr/>
            <p:nvPr/>
          </p:nvGrpSpPr>
          <p:grpSpPr>
            <a:xfrm>
              <a:off x="4644982" y="4877298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3751538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7" name="Gruppieren 6"/>
          <p:cNvGrpSpPr/>
          <p:nvPr/>
        </p:nvGrpSpPr>
        <p:grpSpPr>
          <a:xfrm>
            <a:off x="6987010" y="4869102"/>
            <a:ext cx="2231416" cy="1653406"/>
            <a:chOff x="6758410" y="4869102"/>
            <a:chExt cx="2231416" cy="1653406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7002811" y="4869102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6763427" y="503180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6840203" y="521320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6796729" y="525587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6840873" y="582169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6797399" y="586437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7317750" y="4869102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7966930" y="4869580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8294386" y="4869580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8620166" y="4869580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459" name="Gruppieren 8458"/>
            <p:cNvGrpSpPr/>
            <p:nvPr/>
          </p:nvGrpSpPr>
          <p:grpSpPr>
            <a:xfrm>
              <a:off x="7642330" y="4869580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6758410" y="635387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7671820" y="549220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7794940" y="549257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7675019" y="618061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7798139" y="618099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202" name="Gruppieren 2201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2203" name="Gruppieren 2202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2641" name="Gruppieren 26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3" name="Gruppieren 26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5" name="Rechteck 26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6" name="Rechteck 26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Ellipse 26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Ellipse 26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Ellipse 26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0" name="Rechteck 26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1" name="Rechteck 26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2" name="Rechteck 26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4" name="Textfeld 26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42" name="Textfeld 26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204" name="Rechteck 2203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5" name="Rechteck 2204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6" name="Rechteck 2205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7" name="Rechteck 2206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8" name="Rechteck 2207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209" name="Gruppieren 2208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611" name="Gruppieren 26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3" name="Gruppieren 26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5" name="Rechteck 26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6" name="Rechteck 26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7" name="Ellipse 26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Textfeld 26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21" name="Ellipse 26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Textfeld 26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5" name="Ellipse 26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Textfeld 26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9" name="Ellipse 26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0" name="Ellipse 26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Textfeld 26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32" name="Textfeld 26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8" name="Rechteck 26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9" name="Rechteck 26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0" name="Rechteck 26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4" name="Textfeld 26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12" name="Textfeld 26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0" name="Gruppieren 2209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81" name="Gruppieren 25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3" name="Gruppieren 25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5" name="Rechteck 25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6" name="Rechteck 25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7" name="Ellipse 25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Textfeld 25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Ellipse 25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Textfeld 25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5" name="Ellipse 25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Textfeld 25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9" name="Ellipse 25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00" name="Ellipse 25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Textfeld 26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02" name="Textfeld 26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8" name="Rechteck 26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9" name="Rechteck 26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0" name="Rechteck 26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4" name="Textfeld 25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582" name="Textfeld 25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1" name="Gruppieren 2210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51" name="Gruppieren 255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53" name="Gruppieren 25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56" name="Rechteck 25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7" name="Ellipse 25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8" name="Ellipse 25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9" name="Textfeld 25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60" name="Textfeld 25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61" name="Ellipse 2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Textfeld 25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4" name="Textfeld 25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Textfeld 25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8" name="Textfeld 25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Ellipse 25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Textfeld 25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72" name="Textfeld 25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8" name="Rechteck 25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9" name="Rechteck 25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0" name="Rechteck 25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4" name="Textfeld 25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52" name="Textfeld 25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2" name="Gruppieren 2211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21" name="Gruppieren 252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3" name="Gruppieren 25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26" name="Rechteck 25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7" name="Ellipse 25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8" name="Ellipse 25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9" name="Textfeld 25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0" name="Textfeld 25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1" name="Ellipse 25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Textfeld 25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5" name="Ellipse 25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7" name="Textfeld 25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9" name="Ellipse 25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1" name="Textfeld 25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3" name="Rechteck 25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4" name="Rechteck 25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Rechteck 25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Rechteck 25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7" name="Rechteck 25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4" name="Textfeld 252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22" name="Textfeld 25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3" name="Gruppieren 2212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491" name="Gruppieren 249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93" name="Gruppieren 249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95" name="Rechteck 24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96" name="Rechteck 24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7" name="Ellipse 24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8" name="Ellipse 24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9" name="Textfeld 249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0" name="Textfeld 249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1" name="Ellipse 25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2" name="Ellipse 25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Textfeld 250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4" name="Textfeld 250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Ellipse 250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8" name="Textfeld 250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Textfeld 251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13" name="Rechteck 251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4" name="Rechteck 251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5" name="Rechteck 251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Rechteck 251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7" name="Rechteck 251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94" name="Textfeld 24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492" name="Textfeld 2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4" name="Gruppieren 2213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461" name="Gruppieren 24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63" name="Gruppieren 24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65" name="Rechteck 24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6" name="Rechteck 24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7" name="Ellipse 24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8" name="Ellipse 24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9" name="Textfeld 24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71" name="Ellipse 24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2" name="Ellipse 24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3" name="Textfeld 24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4" name="Textfeld 24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5" name="Ellipse 24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6" name="Ellipse 24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7" name="Textfeld 24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8" name="Textfeld 24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9" name="Ellipse 24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80" name="Ellipse 24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1" name="Textfeld 24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82" name="Textfeld 24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83" name="Rechteck 2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4" name="Rechteck 2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5" name="Rechteck 2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6" name="Rechteck 2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7" name="Rechteck 2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8" name="Rechteck 2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9" name="Rechteck 2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0" name="Rechteck 2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64" name="Textfeld 24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62" name="Textfeld 24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5" name="Gruppieren 2214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2431" name="Gruppieren 2430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2433" name="Gruppieren 24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35" name="Rechteck 24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6" name="Rechteck 24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7" name="Ellipse 24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9" name="Textfeld 24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40" name="Textfeld 24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41" name="Ellipse 24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2" name="Ellipse 24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3" name="Textfeld 24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4" name="Textfeld 24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5" name="Ellipse 24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Ellipse 24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7" name="Textfeld 24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8" name="Textfeld 24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9" name="Ellipse 24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0" name="Ellipse 24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1" name="Textfeld 24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52" name="Textfeld 24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53" name="Rechteck 24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4" name="Rechteck 24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5" name="Rechteck 24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6" name="Rechteck 24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7" name="Rechteck 24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8" name="Rechteck 24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9" name="Rechteck 24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0" name="Rechteck 24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34" name="Textfeld 2433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432" name="Textfeld 24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6" name="Gruppieren 2215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401" name="Gruppieren 240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403" name="Gruppieren 24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05" name="Rechteck 24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6" name="Rechteck 24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Ellipse 24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8" name="Ellipse 24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Textfeld 24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10" name="Textfeld 24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11" name="Ellipse 24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Ellipse 24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Textfeld 24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4" name="Textfeld 24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5" name="Ellipse 24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6" name="Ellipse 24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7" name="Textfeld 24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8" name="Textfeld 24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9" name="Ellipse 24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0" name="Ellipse 24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1" name="Textfeld 24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22" name="Textfeld 24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23" name="Rechteck 24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4" name="Rechteck 24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5" name="Rechteck 24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6" name="Rechteck 24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7" name="Rechteck 24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8" name="Rechteck 24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9" name="Rechteck 24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0" name="Rechteck 24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04" name="Textfeld 240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402" name="Textfeld 24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7" name="Gruppieren 2216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71" name="Gruppieren 23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73" name="Gruppieren 23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5" name="Rechteck 23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6" name="Rechteck 23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7" name="Ellipse 23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9" name="Textfeld 23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81" name="Ellipse 23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Textfeld 23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5" name="Ellipse 23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Textfeld 23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9" name="Ellipse 23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0" name="Ellipse 23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Textfeld 23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92" name="Textfeld 23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93" name="Rechteck 23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Rechteck 23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Rechteck 23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8" name="Rechteck 23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9" name="Rechteck 23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Rechteck 23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4" name="Textfeld 23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372" name="Textfeld 23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8" name="Gruppieren 2217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41" name="Gruppieren 234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43" name="Gruppieren 23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45" name="Rechteck 2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46" name="Rechteck 2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7" name="Ellipse 2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Textfeld 23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51" name="Ellipse 23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2" name="Ellipse 23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Textfeld 23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4" name="Textfeld 23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5" name="Ellipse 23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6" name="Ellipse 23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Textfeld 23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8" name="Textfeld 23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9" name="Ellipse 23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0" name="Ellipse 23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Textfeld 23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62" name="Textfeld 23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Rechteck 23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Rechteck 23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9" name="Rechteck 23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Rechteck 23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44" name="Textfeld 23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342" name="Textfeld 2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9" name="Gruppieren 2218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11" name="Gruppieren 231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13" name="Gruppieren 2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5" name="Rechteck 2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16" name="Rechteck 2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7" name="Ellipse 2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Textfeld 2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21" name="Ellipse 2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Textfeld 2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5" name="Ellipse 2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Textfeld 23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9" name="Ellipse 2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0" name="Ellipse 2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Textfeld 2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32" name="Textfeld 2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33" name="Rechteck 2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Rechteck 2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Rechteck 2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8" name="Rechteck 2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9" name="Rechteck 2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0" name="Rechteck 2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4" name="Textfeld 231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312" name="Textfeld 2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20" name="Gruppieren 2219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285" name="Gruppieren 2284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2287" name="Gruppieren 228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289" name="Rechteck 22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0" name="Rechteck 22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1" name="Ellipse 22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Ellipse 2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Ellipse 2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5" name="Textfeld 22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96" name="Textfeld 22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97" name="Ellipse 22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Ellipse 22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9" name="Textfeld 2298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0" name="Textfeld 22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1" name="Ellipse 23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2" name="Ellipse 23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3" name="Rechteck 2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Rechteck 2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Rechteck 2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9" name="Rechteck 2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0" name="Rechteck 2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8" name="Textfeld 228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286" name="Textfeld 22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221" name="Gruppieren 2220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257" name="Gruppieren 2256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259" name="Gruppieren 225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261" name="Rechteck 22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62" name="Rechteck 22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Ellipse 22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Ellipse 22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5" name="Textfeld 22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66" name="Textfeld 22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67" name="Ellipse 22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Ellipse 22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9" name="Ellipse 22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0" name="Ellipse 22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1" name="Textfeld 227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72" name="Textfeld 227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73" name="Ellipse 22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4" name="Ellipse 22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5" name="Textfeld 227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76" name="Textfeld 227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77" name="Rechteck 22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8" name="Rechteck 22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9" name="Rechteck 22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0" name="Rechteck 22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1" name="Rechteck 22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2" name="Rechteck 22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Rechteck 22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60" name="Textfeld 225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2258" name="Textfeld 22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222" name="Gruppieren 2221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229" name="Gruppieren 222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231" name="Gruppieren 223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233" name="Rechteck 22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34" name="Rechteck 22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5" name="Ellipse 22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Textfeld 22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39" name="Ellipse 22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0" name="Ellipse 22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Ellipse 22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2" name="Ellipse 22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3" name="Textfeld 22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44" name="Textfeld 22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45" name="Ellipse 22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Ellipse 22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Textfeld 22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48" name="Textfeld 22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49" name="Rechteck 22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0" name="Rechteck 22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Rechteck 22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3" name="Rechteck 22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4" name="Rechteck 22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Rechteck 22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Rechteck 22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32" name="Textfeld 22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2230" name="Textfeld 22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223" name="Gruppieren 2222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2225" name="Gruppieren 2224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227" name="Rechteck 222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228" name="Textfeld 222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2226" name="Textfeld 22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224" name="Textfeld 2223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" name="Gruppieren 5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3450" name="Gruppieren 3449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3640" name="Gruppieren 36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642" name="Gruppieren 36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44" name="Rechteck 36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5" name="Rechteck 36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6" name="Ellipse 36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7" name="Ellipse 36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Ellipse 36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Ellipse 36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Ellipse 36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1" name="Ellipse 36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2" name="Ellipse 36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3" name="Ellipse 36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4" name="Rechteck 36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Rechteck 36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Rechteck 36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7" name="Rechteck 36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8" name="Rechteck 36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9" name="Rechteck 36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Rechteck 36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1" name="Rechteck 36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43" name="Textfeld 36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641" name="Textfeld 36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451" name="Rechteck 3450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2" name="Rechteck 3451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3" name="Rechteck 3452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4" name="Rechteck 3453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5" name="Rechteck 3454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456" name="Gruppieren 3455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3610" name="Gruppieren 36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12" name="Gruppieren 36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14" name="Rechteck 36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5" name="Rechteck 36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6" name="Ellipse 36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7" name="Ellipse 36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8" name="Textfeld 36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19" name="Textfeld 36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20" name="Ellipse 36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1" name="Ellipse 36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2" name="Textfeld 36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23" name="Textfeld 36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24" name="Ellipse 36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5" name="Ellipse 36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6" name="Textfeld 36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627" name="Textfeld 36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628" name="Ellipse 36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9" name="Ellipse 36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0" name="Textfeld 36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631" name="Textfeld 36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632" name="Rechteck 36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3" name="Rechteck 36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4" name="Rechteck 36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5" name="Rechteck 36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6" name="Rechteck 36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7" name="Rechteck 36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8" name="Rechteck 36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9" name="Rechteck 36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13" name="Textfeld 36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611" name="Textfeld 36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3459" name="Gruppieren 3458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3528" name="Gruppieren 35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30" name="Gruppieren 35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32" name="Rechteck 35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3" name="Rechteck 35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Ellipse 35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37" name="Textfeld 35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38" name="Ellipse 35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9" name="Ellipse 35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0" name="Textfeld 35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41" name="Textfeld 35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42" name="Ellipse 35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3" name="Ellipse 35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4" name="Textfeld 3543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545" name="Textfeld 3544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546" name="Ellipse 35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7" name="Ellipse 35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8" name="Textfeld 35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549" name="Textfeld 35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550" name="Rechteck 35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1" name="Rechteck 35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2" name="Rechteck 35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3" name="Rechteck 35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4" name="Rechteck 35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5" name="Rechteck 35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Rechteck 35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Rechteck 35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31" name="Textfeld 35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529" name="Textfeld 35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460" name="Gruppieren 3459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3500" name="Gruppieren 349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502" name="Gruppieren 350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504" name="Rechteck 35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05" name="Rechteck 35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6" name="Ellipse 35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7" name="Ellipse 35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8" name="Textfeld 35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09" name="Textfeld 35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10" name="Ellipse 35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1" name="Ellipse 35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2" name="Ellipse 35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Ellipse 35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Textfeld 35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515" name="Textfeld 35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516" name="Ellipse 35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17" name="Ellipse 35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8" name="Textfeld 35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519" name="Textfeld 35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520" name="Rechteck 35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1" name="Rechteck 35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2" name="Rechteck 35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3" name="Rechteck 35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4" name="Rechteck 35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5" name="Rechteck 35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Rechteck 35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Rechteck 35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03" name="Textfeld 35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501" name="Textfeld 35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461" name="Gruppieren 3460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3496" name="Gruppieren 3495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3498" name="Rechteck 349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99" name="Textfeld 3498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497" name="Textfeld 34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463" name="Textfeld 3462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3464" name="Gruppieren 3463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3465" name="Gruppieren 3464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469" name="Gruppieren 3468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3471" name="Gruppieren 3470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3473" name="Rechteck 347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74" name="Rechteck 347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5" name="Ellipse 347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6" name="Ellipse 347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7" name="Textfeld 3476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3478" name="Ellipse 347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9" name="Ellipse 347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0" name="Textfeld 347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81" name="Textfeld 348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82" name="Ellipse 348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3" name="Ellipse 348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4" name="Textfeld 348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485" name="Textfeld 348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486" name="Ellipse 348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87" name="Ellipse 348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8" name="Rechteck 348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9" name="Rechteck 348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0" name="Rechteck 348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1" name="Rechteck 349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2" name="Rechteck 349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3" name="Rechteck 349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4" name="Rechteck 349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5" name="Rechteck 349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470" name="Textfeld 346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466" name="Textfeld 3465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3467" name="Textfeld 3466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3468" name="Textfeld 3467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744" name="Gruppieren 2743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745" name="Gruppieren 2744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88" name="Gruppieren 27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90" name="Gruppieren 27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92" name="Rechteck 27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3" name="Rechteck 27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Ellipse 27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5" name="Ellipse 27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6" name="Textfeld 27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7" name="Textfeld 27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Textfeld 279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02" name="Ellipse 28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Textfeld 28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06" name="Ellipse 28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Ellipse 28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Textfeld 28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09" name="Textfeld 28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Rechteck 28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3" name="Rechteck 28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5" name="Rechteck 28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1" name="Textfeld 27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789" name="Textfeld 27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46" name="Rechteck 2745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47" name="Rechteck 2746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48" name="Rechteck 2747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49" name="Rechteck 2748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50" name="Rechteck 2749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51" name="Gruppieren 2750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58" name="Gruppieren 27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60" name="Gruppieren 27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62" name="Rechteck 27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Ellipse 27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5" name="Ellipse 27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Textfeld 27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67" name="Textfeld 27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68" name="Ellipse 27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9" name="Ellipse 27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0" name="Textfeld 27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1" name="Textfeld 27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2" name="Ellipse 27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3" name="Ellipse 27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4" name="Textfeld 27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75" name="Textfeld 277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76" name="Ellipse 27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Ellipse 27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Textfeld 27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79" name="Textfeld 27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80" name="Rechteck 27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Rechteck 27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2" name="Rechteck 27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Rechteck 27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61" name="Textfeld 27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59" name="Textfeld 27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752" name="Textfeld 2751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753" name="Gruppieren 2752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754" name="Gruppieren 2753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756" name="Rechteck 2755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57" name="Textfeld 27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755" name="Textfeld 2754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4" name="Gruppieren 3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1931" name="Gruppieren 1930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2722" name="Gruppieren 27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24" name="Gruppieren 27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26" name="Rechteck 27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7" name="Rechteck 27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Ellipse 27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1" name="Ellipse 27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2" name="Ellipse 27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Ellipse 27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Ellipse 27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Ellipse 27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Rechteck 27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Rechteck 27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Rechteck 27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9" name="Rechteck 27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Rechteck 27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Rechteck 27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3" name="Rechteck 27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25" name="Textfeld 27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723" name="Textfeld 27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932" name="Rechteck 1931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3" name="Rechteck 1932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4" name="Rechteck 1933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5" name="Rechteck 1934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6" name="Rechteck 1935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937" name="Gruppieren 1936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692" name="Gruppieren 26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94" name="Gruppieren 26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96" name="Rechteck 26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7" name="Rechteck 26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8" name="Ellipse 26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9" name="Ellipse 26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0" name="Textfeld 26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01" name="Textfeld 27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02" name="Ellipse 27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Ellipse 27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Textfeld 27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05" name="Textfeld 27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06" name="Ellipse 27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7" name="Ellipse 27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8" name="Textfeld 27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09" name="Textfeld 27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10" name="Ellipse 27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1" name="Ellipse 27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2" name="Textfeld 27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13" name="Textfeld 27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14" name="Rechteck 27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5" name="Rechteck 27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6" name="Rechteck 27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7" name="Rechteck 27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8" name="Rechteck 27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9" name="Rechteck 27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0" name="Rechteck 27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1" name="Rechteck 27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95" name="Textfeld 26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693" name="Textfeld 26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38" name="Gruppieren 1937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201" name="Gruppieren 220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64" name="Gruppieren 26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66" name="Rechteck 26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67" name="Rechteck 26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8" name="Ellipse 26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9" name="Ellipse 26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0" name="Textfeld 26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71" name="Textfeld 26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72" name="Ellipse 26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3" name="Ellipse 26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4" name="Textfeld 26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5" name="Textfeld 26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6" name="Ellipse 26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7" name="Ellipse 26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8" name="Textfeld 26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9" name="Textfeld 26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80" name="Ellipse 26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1" name="Ellipse 26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2" name="Textfeld 26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83" name="Textfeld 26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84" name="Rechteck 26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5" name="Rechteck 26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6" name="Rechteck 26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7" name="Rechteck 26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8" name="Rechteck 26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9" name="Rechteck 26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0" name="Rechteck 26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1" name="Rechteck 26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65" name="Textfeld 26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663" name="Textfeld 26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39" name="Gruppieren 1938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171" name="Gruppieren 217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173" name="Gruppieren 21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75" name="Rechteck 21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76" name="Rechteck 21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Ellipse 21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Ellipse 21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9" name="Textfeld 21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80" name="Textfeld 21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81" name="Ellipse 21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2" name="Ellipse 21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3" name="Textfeld 21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4" name="Textfeld 21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5" name="Ellipse 21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Ellipse 21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Textfeld 21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8" name="Textfeld 21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9" name="Ellipse 21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0" name="Ellipse 21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1" name="Textfeld 21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92" name="Textfeld 21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93" name="Rechteck 21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4" name="Rechteck 21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Rechteck 21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Rechteck 21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7" name="Rechteck 21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8" name="Rechteck 21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Rechteck 21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Rechteck 21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74" name="Textfeld 217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172" name="Textfeld 21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40" name="Gruppieren 1939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141" name="Gruppieren 214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143" name="Gruppieren 21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45" name="Rechteck 21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46" name="Rechteck 21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7" name="Ellipse 21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8" name="Ellipse 21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9" name="Textfeld 21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50" name="Textfeld 21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51" name="Ellipse 21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2" name="Ellipse 21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3" name="Textfeld 21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4" name="Textfeld 21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5" name="Ellipse 21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6" name="Ellipse 21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7" name="Textfeld 21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8" name="Textfeld 21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9" name="Ellipse 21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60" name="Ellipse 21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1" name="Textfeld 21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62" name="Textfeld 21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63" name="Rechteck 21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4" name="Rechteck 21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Rechteck 21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Rechteck 21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7" name="Rechteck 21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8" name="Rechteck 21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Rechteck 21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Rechteck 21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44" name="Textfeld 21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142" name="Textfeld 21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941" name="Gruppieren 1940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2111" name="Gruppieren 2110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113" name="Gruppieren 21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15" name="Rechteck 21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16" name="Rechteck 21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7" name="Ellipse 21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8" name="Ellipse 21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9" name="Textfeld 21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20" name="Textfeld 21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21" name="Ellipse 21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2" name="Ellipse 21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3" name="Textfeld 21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4" name="Textfeld 21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5" name="Ellipse 21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6" name="Ellipse 21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7" name="Textfeld 21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8" name="Textfeld 21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9" name="Ellipse 21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0" name="Ellipse 21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1" name="Textfeld 21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32" name="Textfeld 21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33" name="Rechteck 21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4" name="Rechteck 21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5" name="Rechteck 21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6" name="Rechteck 21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7" name="Rechteck 21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8" name="Rechteck 21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9" name="Rechteck 21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0" name="Rechteck 21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14" name="Textfeld 2113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112" name="Textfeld 21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942" name="Gruppieren 1941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2081" name="Gruppieren 208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083" name="Gruppieren 20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85" name="Rechteck 20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86" name="Rechteck 20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7" name="Ellipse 20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8" name="Ellipse 20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9" name="Textfeld 20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90" name="Textfeld 20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91" name="Ellipse 20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2" name="Ellipse 20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3" name="Textfeld 20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4" name="Textfeld 20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5" name="Ellipse 20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6" name="Ellipse 20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7" name="Textfeld 20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8" name="Textfeld 20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9" name="Ellipse 20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0" name="Ellipse 20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1" name="Textfeld 21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02" name="Textfeld 21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03" name="Rechteck 21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4" name="Rechteck 21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5" name="Rechteck 21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6" name="Rechteck 21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7" name="Rechteck 21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8" name="Rechteck 21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9" name="Rechteck 21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0" name="Rechteck 21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84" name="Textfeld 208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082" name="Textfeld 20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943" name="Gruppieren 1942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051" name="Gruppieren 205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053" name="Gruppieren 20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55" name="Rechteck 20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56" name="Rechteck 20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7" name="Ellipse 20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8" name="Ellipse 20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9" name="Textfeld 20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60" name="Textfeld 20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61" name="Ellipse 20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2" name="Ellipse 20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3" name="Textfeld 20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4" name="Textfeld 20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5" name="Ellipse 20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6" name="Ellipse 20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7" name="Textfeld 20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8" name="Textfeld 20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9" name="Ellipse 20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0" name="Ellipse 20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1" name="Textfeld 20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72" name="Textfeld 20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73" name="Rechteck 20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4" name="Rechteck 20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5" name="Rechteck 20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6" name="Rechteck 20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7" name="Rechteck 20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8" name="Rechteck 20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9" name="Rechteck 20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0" name="Rechteck 20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54" name="Textfeld 205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052" name="Textfeld 20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44" name="Gruppieren 1943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021" name="Gruppieren 202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023" name="Gruppieren 20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25" name="Rechteck 20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26" name="Rechteck 20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7" name="Ellipse 20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8" name="Ellipse 20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9" name="Textfeld 20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30" name="Textfeld 20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31" name="Ellipse 20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2" name="Ellipse 20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Textfeld 20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34" name="Textfeld 20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35" name="Ellipse 20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Ellipse 20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Textfeld 20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8" name="Textfeld 20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9" name="Ellipse 20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0" name="Ellipse 20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1" name="Textfeld 20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042" name="Textfeld 20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043" name="Rechteck 20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4" name="Rechteck 20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5" name="Rechteck 20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6" name="Rechteck 20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7" name="Rechteck 20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Rechteck 20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9" name="Rechteck 20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0" name="Rechteck 20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24" name="Textfeld 202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022" name="Textfeld 20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945" name="Gruppieren 1944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2017" name="Gruppieren 201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019" name="Rechteck 201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020" name="Textfeld 201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018" name="Textfeld 20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946" name="Textfeld 1945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947" name="Gruppieren 1946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1986" name="Gruppieren 1985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988" name="Gruppieren 198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990" name="Gruppieren 198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992" name="Rechteck 199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993" name="Rechteck 199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4" name="Ellipse 199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995" name="Ellipse 199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6" name="Textfeld 199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997" name="Ellipse 199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8" name="Ellipse 199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9" name="Textfeld 199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0" name="Textfeld 199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1" name="Ellipse 200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2" name="Ellipse 200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3" name="Textfeld 200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4" name="Textfeld 200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5" name="Ellipse 200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6" name="Ellipse 200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7" name="Textfeld 200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008" name="Textfeld 200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009" name="Rechteck 200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0" name="Rechteck 200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1" name="Rechteck 201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2" name="Rechteck 201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3" name="Rechteck 201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4" name="Rechteck 201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5" name="Rechteck 201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6" name="Rechteck 201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991" name="Textfeld 199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989" name="Textfeld 198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987" name="Textfeld 1986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895" name="Gruppieren 1894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896" name="Gruppieren 18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898" name="Gruppieren 18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00" name="Rechteck 18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01" name="Rechteck 19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2" name="Ellipse 19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3" name="Ellipse 19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4" name="Textfeld 19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05" name="Textfeld 19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06" name="Ellipse 19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7" name="Ellipse 19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8" name="Textfeld 19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9" name="Textfeld 19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10" name="Ellipse 19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1" name="Ellipse 19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2" name="Textfeld 19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13" name="Textfeld 19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14" name="Ellipse 19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5" name="Ellipse 19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6" name="Textfeld 19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17" name="Textfeld 19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18" name="Rechteck 19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9" name="Rechteck 19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0" name="Rechteck 19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1" name="Rechteck 19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2" name="Rechteck 19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3" name="Rechteck 19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4" name="Rechteck 19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5" name="Rechteck 19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99" name="Textfeld 1898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897" name="Textfeld 18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8393345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16</a:t>
            </a:r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5" name="Gruppieren 4"/>
          <p:cNvGrpSpPr/>
          <p:nvPr/>
        </p:nvGrpSpPr>
        <p:grpSpPr>
          <a:xfrm>
            <a:off x="3989662" y="4876820"/>
            <a:ext cx="2230445" cy="1654493"/>
            <a:chOff x="3761062" y="4876820"/>
            <a:chExt cx="2230445" cy="1654493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4005463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3766079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968611" y="4878385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5296067" y="4878385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621847" y="4878385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247" name="Gruppieren 8246"/>
            <p:cNvGrpSpPr/>
            <p:nvPr/>
          </p:nvGrpSpPr>
          <p:grpSpPr>
            <a:xfrm>
              <a:off x="4644982" y="4878092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3761062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6" name="Gruppieren 5"/>
          <p:cNvGrpSpPr/>
          <p:nvPr/>
        </p:nvGrpSpPr>
        <p:grpSpPr>
          <a:xfrm>
            <a:off x="6987010" y="4867199"/>
            <a:ext cx="2232646" cy="1654831"/>
            <a:chOff x="6758410" y="4867199"/>
            <a:chExt cx="2232646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7002811" y="4869102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6763427" y="503180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6840203" y="521320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6796729" y="525587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6840873" y="582169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6797399" y="586437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7317750" y="4869102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7968160" y="486788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8295616" y="486788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8621396" y="486788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459" name="Gruppieren 8458"/>
            <p:cNvGrpSpPr/>
            <p:nvPr/>
          </p:nvGrpSpPr>
          <p:grpSpPr>
            <a:xfrm>
              <a:off x="7642330" y="4867199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6758410" y="635387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7671820" y="549220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7794940" y="549257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7675019" y="618061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7798139" y="618099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760" name="Gruppieren 2759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2761" name="Gruppieren 2760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3359" name="Gruppieren 335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61" name="Gruppieren 336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63" name="Rechteck 33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4" name="Rechteck 33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5" name="Ellipse 33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6" name="Ellipse 33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Ellipse 33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Ellipse 33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Ellipse 33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Rechteck 33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4" name="Rechteck 33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5" name="Rechteck 33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Rechteck 33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Rechteck 33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0" name="Rechteck 33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2" name="Textfeld 336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60" name="Textfeld 33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62" name="Rechteck 2761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3" name="Rechteck 2762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4" name="Rechteck 2763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5" name="Rechteck 2764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6" name="Rechteck 2765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67" name="Gruppieren 2766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329" name="Gruppieren 332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1" name="Gruppieren 33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3" name="Rechteck 3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4" name="Rechteck 3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Ellipse 3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6" name="Ellipse 3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Textfeld 33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38" name="Textfeld 33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39" name="Ellipse 33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Ellipse 33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1" name="Textfeld 33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2" name="Textfeld 33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3" name="Ellipse 33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Ellipse 33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5" name="Textfeld 33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6" name="Textfeld 33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7" name="Ellipse 33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8" name="Ellipse 33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9" name="Textfeld 33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50" name="Textfeld 33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1" name="Rechteck 33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2" name="Rechteck 33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Rechteck 33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2" name="Textfeld 3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330" name="Textfeld 3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68" name="Gruppieren 2767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299" name="Gruppieren 3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1" name="Gruppieren 3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3" name="Rechteck 3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4" name="Rechteck 3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5" name="Ellipse 3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Ellipse 3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Textfeld 3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08" name="Textfeld 3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09" name="Ellipse 3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0" name="Ellipse 3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1" name="Textfeld 3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2" name="Textfeld 3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3" name="Ellipse 3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4" name="Ellipse 3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5" name="Textfeld 3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6" name="Textfeld 3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7" name="Ellipse 3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8" name="Ellipse 3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9" name="Textfeld 3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0" name="Textfeld 3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1" name="Rechteck 3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2" name="Rechteck 3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Rechteck 3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2" name="Textfeld 3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300" name="Textfeld 3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69" name="Gruppieren 2768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109" name="Gruppieren 31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11" name="Gruppieren 31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73" name="Rechteck 3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5" name="Ellipse 3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Ellipse 3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7" name="Textfeld 3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8" name="Textfeld 3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79" name="Ellipse 3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0" name="Ellipse 3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1" name="Textfeld 3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2" name="Textfeld 3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3" name="Ellipse 3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Ellipse 3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Textfeld 3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6" name="Textfeld 3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Ellipse 3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9" name="Textfeld 3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90" name="Textfeld 3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91" name="Rechteck 3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Rechteck 3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Rechteck 3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12" name="Textfeld 31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110" name="Textfeld 31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0" name="Gruppieren 2769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79" name="Gruppieren 30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81" name="Gruppieren 30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83" name="Rechteck 30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5" name="Ellipse 30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Ellipse 30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Textfeld 30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88" name="Textfeld 30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89" name="Ellipse 30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0" name="Ellipse 30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1" name="Textfeld 30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2" name="Textfeld 30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3" name="Ellipse 30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Ellipse 30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Textfeld 30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6" name="Textfeld 30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7" name="Ellipse 30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8" name="Ellipse 30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9" name="Textfeld 30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00" name="Textfeld 30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01" name="Rechteck 31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2" name="Rechteck 31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3" name="Rechteck 31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Rechteck 31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Rechteck 31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6" name="Rechteck 31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7" name="Rechteck 31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8" name="Rechteck 31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82" name="Textfeld 30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080" name="Textfeld 30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1" name="Gruppieren 2770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49" name="Gruppieren 30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51" name="Gruppieren 30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53" name="Rechteck 30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54" name="Rechteck 30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Ellipse 30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Ellipse 30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Textfeld 30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58" name="Textfeld 30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59" name="Ellipse 30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0" name="Ellipse 30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1" name="Textfeld 30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2" name="Textfeld 30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3" name="Ellipse 30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4" name="Ellipse 30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5" name="Textfeld 306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6" name="Textfeld 30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7" name="Ellipse 30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8" name="Ellipse 30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9" name="Textfeld 30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70" name="Textfeld 30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71" name="Rechteck 30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2" name="Rechteck 30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3" name="Rechteck 30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Rechteck 30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5" name="Rechteck 30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6" name="Rechteck 30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7" name="Rechteck 30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Rechteck 30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52" name="Textfeld 30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050" name="Textfeld 30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2" name="Gruppieren 2771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19" name="Gruppieren 30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21" name="Gruppieren 30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Ellipse 30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Ellipse 30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Textfeld 30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28" name="Textfeld 30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Textfeld 30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3" name="Ellipse 30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Textfeld 30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6" name="Textfeld 30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7" name="Ellipse 30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8" name="Ellipse 30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Textfeld 30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40" name="Textfeld 30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41" name="Rechteck 30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2" name="Rechteck 30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Rechteck 30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Rechteck 30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5" name="Rechteck 30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6" name="Rechteck 30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Rechteck 30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Rechteck 30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22" name="Textfeld 30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020" name="Textfeld 30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3" name="Gruppieren 2772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2989" name="Gruppieren 298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2991" name="Gruppieren 29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4" name="Rechteck 29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Ellipse 29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8" name="Textfeld 29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Ellipse 29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2" name="Textfeld 30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Ellipse 30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6" name="Textfeld 30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Ellipse 30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10" name="Textfeld 30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11" name="Rechteck 30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Rechteck 30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3" name="Rechteck 30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Rechteck 30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2" name="Textfeld 299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990" name="Textfeld 29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4" name="Gruppieren 2773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959" name="Gruppieren 295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61" name="Gruppieren 29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3" name="Rechteck 29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4" name="Rechteck 29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6" name="Ellipse 29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8" name="Textfeld 29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Ellipse 29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2" name="Textfeld 29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Ellipse 29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6" name="Textfeld 29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Ellipse 29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80" name="Textfeld 29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81" name="Rechteck 29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Rechteck 29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3" name="Rechteck 29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Rechteck 29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2" name="Textfeld 296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960" name="Textfeld 29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5" name="Gruppieren 2774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929" name="Gruppieren 292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31" name="Gruppieren 29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33" name="Rechteck 29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34" name="Rechteck 29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Ellipse 29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Textfeld 29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38" name="Textfeld 29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Ellipse 29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Textfeld 29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2" name="Textfeld 29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3" name="Ellipse 29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4" name="Ellipse 29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5" name="Textfeld 29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6" name="Textfeld 29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7" name="Ellipse 29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8" name="Ellipse 29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9" name="Textfeld 29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50" name="Textfeld 29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51" name="Rechteck 29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2" name="Rechteck 29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3" name="Rechteck 29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4" name="Rechteck 29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5" name="Rechteck 29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6" name="Rechteck 29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32" name="Textfeld 29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930" name="Textfeld 29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6" name="Gruppieren 2775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99" name="Gruppieren 28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01" name="Gruppieren 29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03" name="Rechteck 29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4" name="Rechteck 29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5" name="Ellipse 29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6" name="Ellipse 29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7" name="Textfeld 29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08" name="Textfeld 29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09" name="Ellipse 29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0" name="Ellipse 29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1" name="Textfeld 29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2" name="Textfeld 29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3" name="Ellipse 29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4" name="Ellipse 29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5" name="Textfeld 29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6" name="Textfeld 29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7" name="Ellipse 29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8" name="Ellipse 29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9" name="Textfeld 29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20" name="Textfeld 29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21" name="Rechteck 29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2" name="Rechteck 29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3" name="Rechteck 29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4" name="Rechteck 29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5" name="Rechteck 29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02" name="Textfeld 29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900" name="Textfeld 28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7" name="Gruppieren 2776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69" name="Gruppieren 286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71" name="Gruppieren 28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4" name="Rechteck 28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5" name="Ellipse 28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6" name="Ellipse 28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7" name="Textfeld 28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78" name="Textfeld 28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79" name="Ellipse 28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Ellipse 28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1" name="Textfeld 28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2" name="Textfeld 28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3" name="Ellipse 28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Ellipse 28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6" name="Textfeld 28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Ellipse 28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90" name="Textfeld 28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91" name="Rechteck 28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Rechteck 28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3" name="Rechteck 28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72" name="Textfeld 28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870" name="Textfeld 28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8" name="Gruppieren 2777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43" name="Gruppieren 2842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2845" name="Gruppieren 284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Ellipse 284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Ellipse 284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Ellipse 28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2" name="Ellipse 28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Textfeld 28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4" name="Textfeld 28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5" name="Ellipse 28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6" name="Ellipse 28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7" name="Textfeld 2856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58" name="Textfeld 28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59" name="Ellipse 28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Rechteck 28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Rechteck 28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Rechteck 28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Rechteck 28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Rechteck 28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46" name="Textfeld 284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844" name="Textfeld 284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779" name="Gruppieren 2778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815" name="Gruppieren 2814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817" name="Gruppieren 281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819" name="Rechteck 28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0" name="Rechteck 28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1" name="Ellipse 28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2" name="Ellipse 28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3" name="Textfeld 28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24" name="Textfeld 28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25" name="Ellipse 28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6" name="Ellipse 28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7" name="Ellipse 28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Ellipse 28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9" name="Textfeld 28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30" name="Textfeld 28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Ellipse 28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34" name="Textfeld 28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35" name="Rechteck 28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Rechteck 28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Rechteck 283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Rechteck 283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Rechteck 283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0" name="Rechteck 283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Rechteck 284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2" name="Rechteck 284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18" name="Textfeld 281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2816" name="Textfeld 28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780" name="Gruppieren 2779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787" name="Gruppieren 2786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789" name="Gruppieren 278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91" name="Rechteck 27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2" name="Rechteck 27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3" name="Ellipse 27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Ellipse 27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6" name="Textfeld 279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97" name="Ellipse 279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Ellipse 27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02" name="Textfeld 28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Ellipse 28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06" name="Textfeld 28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07" name="Rechteck 28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Rechteck 28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9" name="Rechteck 28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Rechteck 28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3" name="Rechteck 28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0" name="Textfeld 278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2788" name="Textfeld 27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781" name="Gruppieren 2780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2783" name="Gruppieren 2782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785" name="Rechteck 278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86" name="Textfeld 27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2784" name="Textfeld 27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782" name="Textfeld 2781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594" name="Gruppieren 3593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3595" name="Gruppieren 3594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3730" name="Gruppieren 372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732" name="Gruppieren 373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734" name="Rechteck 37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5" name="Rechteck 37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6" name="Ellipse 37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7" name="Ellipse 37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8" name="Ellipse 37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9" name="Ellipse 37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0" name="Ellipse 37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1" name="Ellipse 37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2" name="Ellipse 37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3" name="Ellipse 37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4" name="Rechteck 37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5" name="Rechteck 37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6" name="Rechteck 37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7" name="Rechteck 37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8" name="Rechteck 37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9" name="Rechteck 37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0" name="Rechteck 37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1" name="Rechteck 37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33" name="Textfeld 37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731" name="Textfeld 37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596" name="Rechteck 3595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7" name="Rechteck 3596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8" name="Rechteck 3597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9" name="Rechteck 3598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600" name="Rechteck 3599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601" name="Gruppieren 3600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3700" name="Gruppieren 369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702" name="Gruppieren 37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704" name="Rechteck 37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5" name="Rechteck 37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6" name="Ellipse 37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7" name="Ellipse 37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8" name="Textfeld 37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709" name="Textfeld 37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710" name="Ellipse 37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1" name="Ellipse 37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2" name="Textfeld 37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713" name="Textfeld 37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714" name="Ellipse 37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5" name="Ellipse 37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6" name="Textfeld 37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717" name="Textfeld 37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718" name="Ellipse 37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9" name="Ellipse 37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0" name="Textfeld 37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721" name="Textfeld 37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722" name="Rechteck 37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3" name="Rechteck 37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4" name="Rechteck 37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5" name="Rechteck 37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6" name="Rechteck 37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7" name="Rechteck 37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8" name="Rechteck 37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9" name="Rechteck 37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03" name="Textfeld 37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701" name="Textfeld 37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3602" name="Gruppieren 3601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3670" name="Gruppieren 36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72" name="Gruppieren 36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74" name="Rechteck 36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75" name="Rechteck 36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6" name="Ellipse 36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7" name="Ellipse 36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8" name="Textfeld 36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79" name="Textfeld 36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80" name="Ellipse 36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1" name="Ellipse 36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2" name="Textfeld 36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83" name="Textfeld 36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84" name="Ellipse 36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5" name="Ellipse 36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6" name="Textfeld 368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687" name="Textfeld 368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688" name="Ellipse 36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9" name="Ellipse 36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0" name="Textfeld 36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691" name="Textfeld 36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692" name="Rechteck 36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3" name="Rechteck 36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4" name="Rechteck 36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5" name="Rechteck 36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6" name="Rechteck 36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7" name="Rechteck 36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8" name="Rechteck 36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9" name="Rechteck 36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73" name="Textfeld 36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671" name="Textfeld 36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603" name="Gruppieren 3602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3642" name="Gruppieren 364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644" name="Gruppieren 364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646" name="Rechteck 36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7" name="Rechteck 36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Ellipse 36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Ellipse 36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Textfeld 36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51" name="Textfeld 36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52" name="Ellipse 36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3" name="Ellipse 36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4" name="Ellipse 36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Ellipse 36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Textfeld 36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57" name="Textfeld 36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58" name="Ellipse 36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59" name="Ellipse 36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Textfeld 36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1" name="Textfeld 36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2" name="Rechteck 36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3" name="Rechteck 36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4" name="Rechteck 36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5" name="Rechteck 36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6" name="Rechteck 36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7" name="Rechteck 36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8" name="Rechteck 36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9" name="Rechteck 36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45" name="Textfeld 36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643" name="Textfeld 36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604" name="Gruppieren 3603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3638" name="Gruppieren 363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3640" name="Rechteck 363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641" name="Textfeld 364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639" name="Textfeld 3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605" name="Textfeld 3604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3606" name="Gruppieren 3605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3607" name="Gruppieren 360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611" name="Gruppieren 361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3613" name="Gruppieren 361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3615" name="Rechteck 361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616" name="Rechteck 361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7" name="Ellipse 361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8" name="Ellipse 361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9" name="Textfeld 361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3620" name="Ellipse 361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1" name="Ellipse 362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2" name="Textfeld 362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623" name="Textfeld 362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624" name="Ellipse 362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5" name="Ellipse 362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6" name="Textfeld 362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627" name="Textfeld 362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628" name="Ellipse 362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629" name="Ellipse 362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0" name="Rechteck 362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1" name="Rechteck 363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2" name="Rechteck 363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3" name="Rechteck 363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4" name="Rechteck 363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5" name="Rechteck 363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6" name="Rechteck 363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7" name="Rechteck 363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614" name="Textfeld 361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612" name="Textfeld 361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608" name="Textfeld 360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3609" name="Textfeld 360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3610" name="Textfeld 360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618" name="Gruppieren 2617"/>
          <p:cNvGrpSpPr/>
          <p:nvPr/>
        </p:nvGrpSpPr>
        <p:grpSpPr>
          <a:xfrm>
            <a:off x="10244840" y="2835348"/>
            <a:ext cx="1537112" cy="1653196"/>
            <a:chOff x="10244840" y="2835348"/>
            <a:chExt cx="1537112" cy="1653196"/>
          </a:xfrm>
        </p:grpSpPr>
        <p:grpSp>
          <p:nvGrpSpPr>
            <p:cNvPr id="2619" name="Gruppieren 261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693" name="Gruppieren 269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95" name="Gruppieren 269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97" name="Rechteck 26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8" name="Rechteck 26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9" name="Ellipse 26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00" name="Ellipse 26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1" name="Ellipse 27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2" name="Ellipse 27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Ellipse 27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Ellipse 27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5" name="Ellipse 270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6" name="Ellipse 270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7" name="Rechteck 27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8" name="Rechteck 27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9" name="Rechteck 27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0" name="Rechteck 27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1" name="Rechteck 27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2" name="Rechteck 27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3" name="Rechteck 27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4" name="Rechteck 27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96" name="Textfeld 26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94" name="Textfeld 26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20" name="Rechteck 261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1" name="Rechteck 262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2" name="Rechteck 262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3" name="Rechteck 262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4" name="Rechteck 262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25" name="Gruppieren 262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663" name="Gruppieren 26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65" name="Gruppieren 26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67" name="Rechteck 26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68" name="Rechteck 26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9" name="Ellipse 26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70" name="Ellipse 26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1" name="Textfeld 26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72" name="Textfeld 26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73" name="Ellipse 26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4" name="Ellipse 26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5" name="Textfeld 26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6" name="Textfeld 26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7" name="Ellipse 26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8" name="Ellipse 26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9" name="Textfeld 26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80" name="Textfeld 26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81" name="Ellipse 26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2" name="Ellipse 26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3" name="Textfeld 26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84" name="Textfeld 26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85" name="Rechteck 26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6" name="Rechteck 26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7" name="Rechteck 26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8" name="Rechteck 26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9" name="Rechteck 26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0" name="Rechteck 26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1" name="Rechteck 26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2" name="Rechteck 26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66" name="Textfeld 26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64" name="Textfeld 26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26" name="Gruppieren 2625"/>
            <p:cNvGrpSpPr/>
            <p:nvPr/>
          </p:nvGrpSpPr>
          <p:grpSpPr>
            <a:xfrm>
              <a:off x="11134065" y="2835348"/>
              <a:ext cx="327049" cy="1652928"/>
              <a:chOff x="1692193" y="1141150"/>
              <a:chExt cx="327049" cy="1652928"/>
            </a:xfrm>
          </p:grpSpPr>
          <p:grpSp>
            <p:nvGrpSpPr>
              <p:cNvPr id="2633" name="Gruppieren 263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35" name="Gruppieren 26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38" name="Rechteck 26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9" name="Ellipse 26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0" name="Ellipse 26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1" name="Textfeld 26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42" name="Textfeld 26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43" name="Ellipse 2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5" name="Textfeld 26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6" name="Textfeld 26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9" name="Textfeld 26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50" name="Textfeld 26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Ellipse 26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Textfeld 26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54" name="Textfeld 26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0" name="Rechteck 26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1" name="Rechteck 26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2" name="Rechteck 26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36" name="Textfeld 263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634" name="Textfeld 26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627" name="Gruppieren 2626"/>
            <p:cNvGrpSpPr/>
            <p:nvPr/>
          </p:nvGrpSpPr>
          <p:grpSpPr>
            <a:xfrm>
              <a:off x="11457002" y="2835348"/>
              <a:ext cx="324950" cy="1652928"/>
              <a:chOff x="1694292" y="1141150"/>
              <a:chExt cx="324950" cy="1652928"/>
            </a:xfrm>
          </p:grpSpPr>
          <p:grpSp>
            <p:nvGrpSpPr>
              <p:cNvPr id="2629" name="Gruppieren 26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631" name="Rechteck 263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632" name="Textfeld 26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630" name="Textfeld 26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2628" name="Textfeld 2627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2715" name="Gruppieren 2714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716" name="Gruppieren 2715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59" name="Gruppieren 275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06" name="Gruppieren 32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08" name="Rechteck 32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9" name="Rechteck 32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0" name="Ellipse 32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11" name="Ellipse 32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Textfeld 32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13" name="Textfeld 32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214" name="Ellipse 32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5" name="Ellipse 32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6" name="Textfeld 3215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17" name="Textfeld 32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218" name="Ellipse 32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Textfeld 32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222" name="Ellipse 32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3" name="Ellipse 32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Textfeld 32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25" name="Textfeld 32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226" name="Rechteck 32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7" name="Rechteck 32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Rechteck 32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Rechteck 32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0" name="Rechteck 32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1" name="Rechteck 32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2" name="Rechteck 32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3" name="Rechteck 32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07" name="Textfeld 320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205" name="Textfeld 32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17" name="Rechteck 2716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18" name="Rechteck 2717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19" name="Rechteck 2718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20" name="Rechteck 2719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21" name="Rechteck 2720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22" name="Gruppieren 2721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29" name="Gruppieren 272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31" name="Gruppieren 27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Ellipse 27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36" name="Ellipse 27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Textfeld 27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38" name="Textfeld 27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39" name="Ellipse 27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0" name="Ellipse 27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Textfeld 27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42" name="Textfeld 27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43" name="Ellipse 27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4" name="Ellipse 27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5" name="Textfeld 27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46" name="Textfeld 2745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8" name="Ellipse 27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50" name="Textfeld 27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51" name="Rechteck 27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2" name="Rechteck 27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3" name="Rechteck 27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4" name="Rechteck 27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5" name="Rechteck 27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6" name="Rechteck 27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7" name="Rechteck 27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8" name="Rechteck 27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32" name="Textfeld 27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30" name="Textfeld 27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723" name="Textfeld 2722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724" name="Gruppieren 2723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725" name="Gruppieren 2724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727" name="Rechteck 2726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28" name="Textfeld 272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726" name="Textfeld 2725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3" name="Gruppieren 2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2060" name="Gruppieren 2059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3183" name="Gruppieren 318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185" name="Gruppieren 318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187" name="Rechteck 31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88" name="Rechteck 31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Ellipse 31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2" name="Ellipse 31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3" name="Ellipse 3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Ellipse 3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Ellipse 31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6" name="Ellipse 31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7" name="Rechteck 31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Rechteck 31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Rechteck 31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0" name="Rechteck 31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1" name="Rechteck 32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2" name="Rechteck 32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3" name="Rechteck 32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4" name="Rechteck 32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6" name="Textfeld 31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184" name="Textfeld 31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061" name="Rechteck 2060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2" name="Rechteck 2061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3" name="Rechteck 2062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4" name="Rechteck 2063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5" name="Rechteck 2064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066" name="Gruppieren 2065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3153" name="Gruppieren 315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55" name="Gruppieren 315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57" name="Rechteck 31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58" name="Rechteck 31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9" name="Ellipse 31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0" name="Ellipse 31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1" name="Textfeld 31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62" name="Textfeld 31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63" name="Ellipse 31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4" name="Ellipse 31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5" name="Textfeld 31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66" name="Textfeld 31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67" name="Ellipse 31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8" name="Ellipse 31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9" name="Textfeld 31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70" name="Textfeld 31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71" name="Ellipse 31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2" name="Ellipse 31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3" name="Textfeld 31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74" name="Textfeld 31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Rechteck 31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Rechteck 31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Rechteck 31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0" name="Rechteck 31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1" name="Rechteck 31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Rechteck 31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56" name="Textfeld 31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54" name="Textfeld 31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7" name="Gruppieren 2066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3123" name="Gruppieren 31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25" name="Gruppieren 31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27" name="Rechteck 31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28" name="Rechteck 31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9" name="Ellipse 31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0" name="Ellipse 31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1" name="Textfeld 31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32" name="Textfeld 31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33" name="Ellipse 31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4" name="Ellipse 31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5" name="Textfeld 31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36" name="Textfeld 31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37" name="Ellipse 31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8" name="Ellipse 31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9" name="Textfeld 31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40" name="Textfeld 313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41" name="Ellipse 31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2" name="Ellipse 31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3" name="Textfeld 31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44" name="Textfeld 31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45" name="Rechteck 31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6" name="Rechteck 31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7" name="Rechteck 31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8" name="Rechteck 31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9" name="Rechteck 31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0" name="Rechteck 31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1" name="Rechteck 31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2" name="Rechteck 31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26" name="Textfeld 31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124" name="Textfeld 31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8" name="Gruppieren 2067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75" name="Gruppieren 23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77" name="Gruppieren 23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9" name="Rechteck 23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80" name="Rechteck 23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1" name="Ellipse 23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Textfeld 23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85" name="Ellipse 23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Textfeld 23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9" name="Ellipse 23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0" name="Ellipse 23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Textfeld 23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92" name="Textfeld 23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93" name="Ellipse 23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Ellipse 23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3" name="Textfeld 31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14" name="Textfeld 31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15" name="Rechteck 31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6" name="Rechteck 31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7" name="Rechteck 31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8" name="Rechteck 31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9" name="Rechteck 31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0" name="Rechteck 31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1" name="Rechteck 31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2" name="Rechteck 31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8" name="Textfeld 23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376" name="Textfeld 23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9" name="Gruppieren 2068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15" name="Gruppieren 23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17" name="Gruppieren 23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9" name="Rechteck 23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20" name="Rechteck 2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1" name="Ellipse 2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Textfeld 23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25" name="Ellipse 2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Textfeld 2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29" name="Ellipse 2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0" name="Ellipse 2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Textfeld 23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32" name="Textfeld 23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33" name="Ellipse 2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4" name="Ellipse 2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Textfeld 236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66" name="Textfeld 236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Rechteck 23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9" name="Rechteck 23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Rechteck 23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1" name="Rechteck 23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2" name="Rechteck 23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3" name="Rechteck 23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Rechteck 23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8" name="Textfeld 2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316" name="Textfeld 23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0" name="Gruppieren 2069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2285" name="Gruppieren 2284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287" name="Gruppieren 22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89" name="Rechteck 22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0" name="Rechteck 22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1" name="Ellipse 22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Textfeld 22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94" name="Textfeld 22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95" name="Ellipse 22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6" name="Ellipse 22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7" name="Textfeld 22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8" name="Textfeld 22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9" name="Ellipse 22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0" name="Ellipse 22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1" name="Textfeld 23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2" name="Textfeld 23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3" name="Ellipse 23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Ellipse 23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Textfeld 23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06" name="Textfeld 23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Rechteck 23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9" name="Rechteck 23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0" name="Rechteck 23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1" name="Rechteck 23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2" name="Rechteck 23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3" name="Rechteck 23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4" name="Rechteck 23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8" name="Textfeld 2287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286" name="Textfeld 22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1" name="Gruppieren 2070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2225" name="Gruppieren 222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227" name="Gruppieren 22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29" name="Rechteck 22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30" name="Rechteck 22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1" name="Ellipse 22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2" name="Ellipse 22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3" name="Textfeld 22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34" name="Textfeld 22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35" name="Ellipse 22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Textfeld 22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9" name="Ellipse 22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0" name="Ellipse 22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Textfeld 22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42" name="Textfeld 22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43" name="Ellipse 22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4" name="Ellipse 22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5" name="Textfeld 22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46" name="Textfeld 22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47" name="Rechteck 22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8" name="Rechteck 22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9" name="Rechteck 22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0" name="Rechteck 22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Rechteck 22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Rechteck 22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28" name="Textfeld 222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226" name="Textfeld 22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2" name="Gruppieren 2071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80" name="Gruppieren 217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82" name="Gruppieren 21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84" name="Rechteck 21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85" name="Rechteck 21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Ellipse 21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Ellipse 21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8" name="Textfeld 21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89" name="Textfeld 21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90" name="Ellipse 21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1" name="Ellipse 21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2" name="Textfeld 21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3" name="Textfeld 21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4" name="Ellipse 21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Ellipse 21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Textfeld 21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7" name="Textfeld 21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8" name="Ellipse 21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Ellipse 21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Textfeld 21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01" name="Textfeld 22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02" name="Rechteck 22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0" name="Rechteck 220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2" name="Rechteck 22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3" name="Rechteck 22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5" name="Rechteck 22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6" name="Rechteck 22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3" name="Rechteck 22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4" name="Rechteck 22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83" name="Textfeld 218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181" name="Textfeld 21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73" name="Gruppieren 2072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50" name="Gruppieren 214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52" name="Gruppieren 21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54" name="Rechteck 21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55" name="Rechteck 21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6" name="Ellipse 21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7" name="Ellipse 21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8" name="Textfeld 21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59" name="Textfeld 21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60" name="Ellipse 21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1" name="Ellipse 21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2" name="Textfeld 21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3" name="Textfeld 21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4" name="Ellipse 21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Ellipse 21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Textfeld 21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7" name="Textfeld 21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8" name="Ellipse 21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Ellipse 21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Textfeld 21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1" name="Textfeld 21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2" name="Rechteck 21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3" name="Rechteck 21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4" name="Rechteck 21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5" name="Rechteck 21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6" name="Rechteck 21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Rechteck 21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Rechteck 21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9" name="Rechteck 21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53" name="Textfeld 21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151" name="Textfeld 21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074" name="Gruppieren 2073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2146" name="Gruppieren 214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148" name="Rechteck 214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49" name="Textfeld 214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147" name="Textfeld 21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075" name="Textfeld 2074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076" name="Gruppieren 2075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2115" name="Gruppieren 2114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117" name="Gruppieren 211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119" name="Gruppieren 211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121" name="Rechteck 212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2" name="Rechteck 212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3" name="Ellipse 212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4" name="Ellipse 212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5" name="Textfeld 212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126" name="Ellipse 21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7" name="Ellipse 21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8" name="Textfeld 212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29" name="Textfeld 212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0" name="Ellipse 212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1" name="Ellipse 213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2" name="Textfeld 213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3" name="Textfeld 213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4" name="Ellipse 213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5" name="Ellipse 213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6" name="Textfeld 213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137" name="Textfeld 213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138" name="Rechteck 21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9" name="Rechteck 21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0" name="Rechteck 21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1" name="Rechteck 21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2" name="Rechteck 21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3" name="Rechteck 21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4" name="Rechteck 214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5" name="Rechteck 214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120" name="Textfeld 211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118" name="Textfeld 211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116" name="Textfeld 2115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2024" name="Gruppieren 2023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2025" name="Gruppieren 202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27" name="Gruppieren 20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29" name="Rechteck 20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30" name="Rechteck 20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1" name="Ellipse 20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2" name="Ellipse 20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Textfeld 20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34" name="Textfeld 20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35" name="Ellipse 20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Ellipse 20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Textfeld 20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8" name="Textfeld 20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9" name="Ellipse 20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0" name="Ellipse 20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1" name="Textfeld 20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42" name="Textfeld 20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43" name="Ellipse 20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4" name="Ellipse 20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5" name="Textfeld 20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46" name="Textfeld 20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47" name="Rechteck 20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Rechteck 20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9" name="Rechteck 20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0" name="Rechteck 20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1" name="Rechteck 20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2" name="Rechteck 20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3" name="Rechteck 20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4" name="Rechteck 20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28" name="Textfeld 2027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026" name="Textfeld 20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grpSp>
        <p:nvGrpSpPr>
          <p:cNvPr id="2017" name="Gruppieren 2016">
            <a:extLst>
              <a:ext uri="{FF2B5EF4-FFF2-40B4-BE49-F238E27FC236}">
                <a16:creationId xmlns:a16="http://schemas.microsoft.com/office/drawing/2014/main" id="{155DDFA7-4E34-4484-B63E-770411D7CFF6}"/>
              </a:ext>
            </a:extLst>
          </p:cNvPr>
          <p:cNvGrpSpPr/>
          <p:nvPr/>
        </p:nvGrpSpPr>
        <p:grpSpPr>
          <a:xfrm>
            <a:off x="391231" y="4873212"/>
            <a:ext cx="2194645" cy="1655486"/>
            <a:chOff x="391231" y="4873212"/>
            <a:chExt cx="2194645" cy="1655486"/>
          </a:xfrm>
        </p:grpSpPr>
        <p:grpSp>
          <p:nvGrpSpPr>
            <p:cNvPr id="2018" name="Gruppieren 2017">
              <a:extLst>
                <a:ext uri="{FF2B5EF4-FFF2-40B4-BE49-F238E27FC236}">
                  <a16:creationId xmlns:a16="http://schemas.microsoft.com/office/drawing/2014/main" id="{D5AF37E8-921F-4E55-BCF2-1E63633C2532}"/>
                </a:ext>
              </a:extLst>
            </p:cNvPr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2534" name="Gruppieren 2533">
                <a:extLst>
                  <a:ext uri="{FF2B5EF4-FFF2-40B4-BE49-F238E27FC236}">
                    <a16:creationId xmlns:a16="http://schemas.microsoft.com/office/drawing/2014/main" id="{C49C1D94-5C4E-48CD-B3BA-B7C1CA8A34AE}"/>
                  </a:ext>
                </a:extLst>
              </p:cNvPr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536" name="Gruppieren 2535">
                  <a:extLst>
                    <a:ext uri="{FF2B5EF4-FFF2-40B4-BE49-F238E27FC236}">
                      <a16:creationId xmlns:a16="http://schemas.microsoft.com/office/drawing/2014/main" id="{C2D02A82-34B2-4628-B126-22857F7F7CEF}"/>
                    </a:ext>
                  </a:extLst>
                </p:cNvPr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538" name="Rechteck 2537">
                    <a:extLst>
                      <a:ext uri="{FF2B5EF4-FFF2-40B4-BE49-F238E27FC236}">
                        <a16:creationId xmlns:a16="http://schemas.microsoft.com/office/drawing/2014/main" id="{E34A6A71-8472-48DC-BD58-CFD64D80271B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9" name="Rechteck 2538">
                    <a:extLst>
                      <a:ext uri="{FF2B5EF4-FFF2-40B4-BE49-F238E27FC236}">
                        <a16:creationId xmlns:a16="http://schemas.microsoft.com/office/drawing/2014/main" id="{CB2A9516-18CC-4EB9-858B-0E92B7C76167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0" name="Ellipse 2539">
                    <a:extLst>
                      <a:ext uri="{FF2B5EF4-FFF2-40B4-BE49-F238E27FC236}">
                        <a16:creationId xmlns:a16="http://schemas.microsoft.com/office/drawing/2014/main" id="{53C684C7-0BF9-4F2C-A877-EB8787B0AE92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1" name="Ellipse 2540">
                    <a:extLst>
                      <a:ext uri="{FF2B5EF4-FFF2-40B4-BE49-F238E27FC236}">
                        <a16:creationId xmlns:a16="http://schemas.microsoft.com/office/drawing/2014/main" id="{EA287463-9CF0-4924-B452-38666FF43423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2" name="Ellipse 2541">
                    <a:extLst>
                      <a:ext uri="{FF2B5EF4-FFF2-40B4-BE49-F238E27FC236}">
                        <a16:creationId xmlns:a16="http://schemas.microsoft.com/office/drawing/2014/main" id="{C91228AB-1D01-4A5A-8097-61F14E3DA075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3" name="Ellipse 2542">
                    <a:extLst>
                      <a:ext uri="{FF2B5EF4-FFF2-40B4-BE49-F238E27FC236}">
                        <a16:creationId xmlns:a16="http://schemas.microsoft.com/office/drawing/2014/main" id="{491FC7B3-7BD5-40CD-876D-2634F698F7A0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4" name="Ellipse 2543">
                    <a:extLst>
                      <a:ext uri="{FF2B5EF4-FFF2-40B4-BE49-F238E27FC236}">
                        <a16:creationId xmlns:a16="http://schemas.microsoft.com/office/drawing/2014/main" id="{C08CF9D7-B7C8-4482-95C1-B1CF809C5BAD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Ellipse 2544">
                    <a:extLst>
                      <a:ext uri="{FF2B5EF4-FFF2-40B4-BE49-F238E27FC236}">
                        <a16:creationId xmlns:a16="http://schemas.microsoft.com/office/drawing/2014/main" id="{30A1DAAA-7422-462E-B669-D568A2F0C973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Ellipse 2545">
                    <a:extLst>
                      <a:ext uri="{FF2B5EF4-FFF2-40B4-BE49-F238E27FC236}">
                        <a16:creationId xmlns:a16="http://schemas.microsoft.com/office/drawing/2014/main" id="{1B4C92F6-02F0-4EFE-BE7F-C99973BB1BDC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7" name="Ellipse 2546">
                    <a:extLst>
                      <a:ext uri="{FF2B5EF4-FFF2-40B4-BE49-F238E27FC236}">
                        <a16:creationId xmlns:a16="http://schemas.microsoft.com/office/drawing/2014/main" id="{AAE2490D-E88D-4480-AEDA-ADA013560EB8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8" name="Rechteck 2547">
                    <a:extLst>
                      <a:ext uri="{FF2B5EF4-FFF2-40B4-BE49-F238E27FC236}">
                        <a16:creationId xmlns:a16="http://schemas.microsoft.com/office/drawing/2014/main" id="{9D770866-88C0-4B4F-A1FE-517B71993F42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>
                    <a:extLst>
                      <a:ext uri="{FF2B5EF4-FFF2-40B4-BE49-F238E27FC236}">
                        <a16:creationId xmlns:a16="http://schemas.microsoft.com/office/drawing/2014/main" id="{679130E2-70CD-4CFA-88F9-1C5566E32E08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>
                    <a:extLst>
                      <a:ext uri="{FF2B5EF4-FFF2-40B4-BE49-F238E27FC236}">
                        <a16:creationId xmlns:a16="http://schemas.microsoft.com/office/drawing/2014/main" id="{CDE32CF0-FA55-4AED-A799-6AE3B6213130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>
                    <a:extLst>
                      <a:ext uri="{FF2B5EF4-FFF2-40B4-BE49-F238E27FC236}">
                        <a16:creationId xmlns:a16="http://schemas.microsoft.com/office/drawing/2014/main" id="{218B4F1C-520C-4B92-BB56-4584C0FD478E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>
                    <a:extLst>
                      <a:ext uri="{FF2B5EF4-FFF2-40B4-BE49-F238E27FC236}">
                        <a16:creationId xmlns:a16="http://schemas.microsoft.com/office/drawing/2014/main" id="{D951C4FA-CFB8-4CEE-A2A6-3875909BBA84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>
                    <a:extLst>
                      <a:ext uri="{FF2B5EF4-FFF2-40B4-BE49-F238E27FC236}">
                        <a16:creationId xmlns:a16="http://schemas.microsoft.com/office/drawing/2014/main" id="{E4080C8B-AD79-4587-994D-003ACD3833F0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>
                    <a:extLst>
                      <a:ext uri="{FF2B5EF4-FFF2-40B4-BE49-F238E27FC236}">
                        <a16:creationId xmlns:a16="http://schemas.microsoft.com/office/drawing/2014/main" id="{3139F1F2-7991-4082-889C-317A7A76CCB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>
                    <a:extLst>
                      <a:ext uri="{FF2B5EF4-FFF2-40B4-BE49-F238E27FC236}">
                        <a16:creationId xmlns:a16="http://schemas.microsoft.com/office/drawing/2014/main" id="{361B803D-7D17-42DB-ACEC-A9C5366AB497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37" name="Textfeld 2536">
                  <a:extLst>
                    <a:ext uri="{FF2B5EF4-FFF2-40B4-BE49-F238E27FC236}">
                      <a16:creationId xmlns:a16="http://schemas.microsoft.com/office/drawing/2014/main" id="{70D3F124-1642-4BB0-AC6A-4A01CDECD0E6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535" name="Textfeld 2534">
                <a:extLst>
                  <a:ext uri="{FF2B5EF4-FFF2-40B4-BE49-F238E27FC236}">
                    <a16:creationId xmlns:a16="http://schemas.microsoft.com/office/drawing/2014/main" id="{E7218666-F320-412F-B9BD-38A79510F713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019" name="Rechteck 2018">
              <a:extLst>
                <a:ext uri="{FF2B5EF4-FFF2-40B4-BE49-F238E27FC236}">
                  <a16:creationId xmlns:a16="http://schemas.microsoft.com/office/drawing/2014/main" id="{0D2F50D6-B610-42B3-922B-417215DA4B5A}"/>
                </a:ext>
              </a:extLst>
            </p:cNvPr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20" name="Rechteck 2019">
              <a:extLst>
                <a:ext uri="{FF2B5EF4-FFF2-40B4-BE49-F238E27FC236}">
                  <a16:creationId xmlns:a16="http://schemas.microsoft.com/office/drawing/2014/main" id="{F6E181D9-7C27-442A-9CD2-79C240BF7C81}"/>
                </a:ext>
              </a:extLst>
            </p:cNvPr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21" name="Rechteck 2020">
              <a:extLst>
                <a:ext uri="{FF2B5EF4-FFF2-40B4-BE49-F238E27FC236}">
                  <a16:creationId xmlns:a16="http://schemas.microsoft.com/office/drawing/2014/main" id="{416A797F-3C75-4AF6-8D0C-19DA33355932}"/>
                </a:ext>
              </a:extLst>
            </p:cNvPr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22" name="Rechteck 2021">
              <a:extLst>
                <a:ext uri="{FF2B5EF4-FFF2-40B4-BE49-F238E27FC236}">
                  <a16:creationId xmlns:a16="http://schemas.microsoft.com/office/drawing/2014/main" id="{27A2B5A3-0416-4CC1-970D-CB477D2F4821}"/>
                </a:ext>
              </a:extLst>
            </p:cNvPr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23" name="Rechteck 2022">
              <a:extLst>
                <a:ext uri="{FF2B5EF4-FFF2-40B4-BE49-F238E27FC236}">
                  <a16:creationId xmlns:a16="http://schemas.microsoft.com/office/drawing/2014/main" id="{76CD0CC6-26B2-4589-82C8-070FC28BB387}"/>
                </a:ext>
              </a:extLst>
            </p:cNvPr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055" name="Gruppieren 2054">
              <a:extLst>
                <a:ext uri="{FF2B5EF4-FFF2-40B4-BE49-F238E27FC236}">
                  <a16:creationId xmlns:a16="http://schemas.microsoft.com/office/drawing/2014/main" id="{0D628A80-ABF0-4B3D-BD5E-D10A44923A7B}"/>
                </a:ext>
              </a:extLst>
            </p:cNvPr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2504" name="Gruppieren 2503">
                <a:extLst>
                  <a:ext uri="{FF2B5EF4-FFF2-40B4-BE49-F238E27FC236}">
                    <a16:creationId xmlns:a16="http://schemas.microsoft.com/office/drawing/2014/main" id="{DF53620C-6D20-47DE-84E5-8285C00F06B4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06" name="Gruppieren 2505">
                  <a:extLst>
                    <a:ext uri="{FF2B5EF4-FFF2-40B4-BE49-F238E27FC236}">
                      <a16:creationId xmlns:a16="http://schemas.microsoft.com/office/drawing/2014/main" id="{F3157374-4AD1-49D3-B711-E86A6F196388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08" name="Rechteck 2507">
                    <a:extLst>
                      <a:ext uri="{FF2B5EF4-FFF2-40B4-BE49-F238E27FC236}">
                        <a16:creationId xmlns:a16="http://schemas.microsoft.com/office/drawing/2014/main" id="{89DCE4E1-F4FB-4B5C-9E2B-A712DBB2056F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9" name="Rechteck 2508">
                    <a:extLst>
                      <a:ext uri="{FF2B5EF4-FFF2-40B4-BE49-F238E27FC236}">
                        <a16:creationId xmlns:a16="http://schemas.microsoft.com/office/drawing/2014/main" id="{F772B84E-4FA5-482E-A95F-423D6EB6E774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>
                    <a:extLst>
                      <a:ext uri="{FF2B5EF4-FFF2-40B4-BE49-F238E27FC236}">
                        <a16:creationId xmlns:a16="http://schemas.microsoft.com/office/drawing/2014/main" id="{01E6654C-090B-4D7C-A256-D6FCE43A650D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11" name="Ellipse 2510">
                    <a:extLst>
                      <a:ext uri="{FF2B5EF4-FFF2-40B4-BE49-F238E27FC236}">
                        <a16:creationId xmlns:a16="http://schemas.microsoft.com/office/drawing/2014/main" id="{02467A54-E9B1-42B8-98A5-ADCB9BB27FCF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2" name="Textfeld 2511">
                    <a:extLst>
                      <a:ext uri="{FF2B5EF4-FFF2-40B4-BE49-F238E27FC236}">
                        <a16:creationId xmlns:a16="http://schemas.microsoft.com/office/drawing/2014/main" id="{6D069802-8D93-4CB5-937D-2C009B6DD6F1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13" name="Textfeld 2512">
                    <a:extLst>
                      <a:ext uri="{FF2B5EF4-FFF2-40B4-BE49-F238E27FC236}">
                        <a16:creationId xmlns:a16="http://schemas.microsoft.com/office/drawing/2014/main" id="{75B5D414-4852-472F-90A0-E9D10C29A515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14" name="Ellipse 2513">
                    <a:extLst>
                      <a:ext uri="{FF2B5EF4-FFF2-40B4-BE49-F238E27FC236}">
                        <a16:creationId xmlns:a16="http://schemas.microsoft.com/office/drawing/2014/main" id="{8809AB06-4371-45E3-AAFE-0E550A215069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5" name="Ellipse 2514">
                    <a:extLst>
                      <a:ext uri="{FF2B5EF4-FFF2-40B4-BE49-F238E27FC236}">
                        <a16:creationId xmlns:a16="http://schemas.microsoft.com/office/drawing/2014/main" id="{7E6E6237-660A-4ACF-85BA-7594F623B63C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Textfeld 2515">
                    <a:extLst>
                      <a:ext uri="{FF2B5EF4-FFF2-40B4-BE49-F238E27FC236}">
                        <a16:creationId xmlns:a16="http://schemas.microsoft.com/office/drawing/2014/main" id="{E7FCD6A0-100F-4607-903C-62B27DD44840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17" name="Textfeld 2516">
                    <a:extLst>
                      <a:ext uri="{FF2B5EF4-FFF2-40B4-BE49-F238E27FC236}">
                        <a16:creationId xmlns:a16="http://schemas.microsoft.com/office/drawing/2014/main" id="{C5713D6A-AE83-4A72-9246-D5E3D5AC03B7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18" name="Ellipse 2517">
                    <a:extLst>
                      <a:ext uri="{FF2B5EF4-FFF2-40B4-BE49-F238E27FC236}">
                        <a16:creationId xmlns:a16="http://schemas.microsoft.com/office/drawing/2014/main" id="{77ECCC3F-AF59-4760-8969-5E6B099672F5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Ellipse 2518">
                    <a:extLst>
                      <a:ext uri="{FF2B5EF4-FFF2-40B4-BE49-F238E27FC236}">
                        <a16:creationId xmlns:a16="http://schemas.microsoft.com/office/drawing/2014/main" id="{FC99473E-B8B9-439B-A874-842EC87C4491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Textfeld 2519">
                    <a:extLst>
                      <a:ext uri="{FF2B5EF4-FFF2-40B4-BE49-F238E27FC236}">
                        <a16:creationId xmlns:a16="http://schemas.microsoft.com/office/drawing/2014/main" id="{586F2BEA-CA29-472F-997B-1766713D6D76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21" name="Textfeld 2520">
                    <a:extLst>
                      <a:ext uri="{FF2B5EF4-FFF2-40B4-BE49-F238E27FC236}">
                        <a16:creationId xmlns:a16="http://schemas.microsoft.com/office/drawing/2014/main" id="{1A649675-F258-4298-9D6C-2AFC8C81EF1E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22" name="Ellipse 2521">
                    <a:extLst>
                      <a:ext uri="{FF2B5EF4-FFF2-40B4-BE49-F238E27FC236}">
                        <a16:creationId xmlns:a16="http://schemas.microsoft.com/office/drawing/2014/main" id="{A33D4766-2547-4198-BC19-DB4DE4951241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Ellipse 2522">
                    <a:extLst>
                      <a:ext uri="{FF2B5EF4-FFF2-40B4-BE49-F238E27FC236}">
                        <a16:creationId xmlns:a16="http://schemas.microsoft.com/office/drawing/2014/main" id="{0EBB366E-5D7A-41CA-898B-718A84C43FFD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Textfeld 2523">
                    <a:extLst>
                      <a:ext uri="{FF2B5EF4-FFF2-40B4-BE49-F238E27FC236}">
                        <a16:creationId xmlns:a16="http://schemas.microsoft.com/office/drawing/2014/main" id="{DBE5B229-6946-4466-BA49-6828F4EC996E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25" name="Textfeld 2524">
                    <a:extLst>
                      <a:ext uri="{FF2B5EF4-FFF2-40B4-BE49-F238E27FC236}">
                        <a16:creationId xmlns:a16="http://schemas.microsoft.com/office/drawing/2014/main" id="{D20E51D7-2B83-4B82-A36C-F92C5DD14F1A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26" name="Rechteck 2525">
                    <a:extLst>
                      <a:ext uri="{FF2B5EF4-FFF2-40B4-BE49-F238E27FC236}">
                        <a16:creationId xmlns:a16="http://schemas.microsoft.com/office/drawing/2014/main" id="{431F6092-B745-480F-8411-3150027A130B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7" name="Rechteck 2526">
                    <a:extLst>
                      <a:ext uri="{FF2B5EF4-FFF2-40B4-BE49-F238E27FC236}">
                        <a16:creationId xmlns:a16="http://schemas.microsoft.com/office/drawing/2014/main" id="{505FFAE9-1831-4365-AC4A-EC04D2EF1AF5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8" name="Rechteck 2527">
                    <a:extLst>
                      <a:ext uri="{FF2B5EF4-FFF2-40B4-BE49-F238E27FC236}">
                        <a16:creationId xmlns:a16="http://schemas.microsoft.com/office/drawing/2014/main" id="{97C5DC72-5C17-48E4-8EA6-439596A0B22A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9" name="Rechteck 2528">
                    <a:extLst>
                      <a:ext uri="{FF2B5EF4-FFF2-40B4-BE49-F238E27FC236}">
                        <a16:creationId xmlns:a16="http://schemas.microsoft.com/office/drawing/2014/main" id="{7083C06D-F2D8-4EC0-A062-EBDBA119F75D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0" name="Rechteck 2529">
                    <a:extLst>
                      <a:ext uri="{FF2B5EF4-FFF2-40B4-BE49-F238E27FC236}">
                        <a16:creationId xmlns:a16="http://schemas.microsoft.com/office/drawing/2014/main" id="{4E761F64-E09E-49B5-AD92-35D0F6DE58E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1" name="Rechteck 2530">
                    <a:extLst>
                      <a:ext uri="{FF2B5EF4-FFF2-40B4-BE49-F238E27FC236}">
                        <a16:creationId xmlns:a16="http://schemas.microsoft.com/office/drawing/2014/main" id="{29C96BB9-E030-42AD-BFF6-E68E3A0C3FBF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Rechteck 2531">
                    <a:extLst>
                      <a:ext uri="{FF2B5EF4-FFF2-40B4-BE49-F238E27FC236}">
                        <a16:creationId xmlns:a16="http://schemas.microsoft.com/office/drawing/2014/main" id="{4A1DDE9F-C4E4-44D7-97DB-BED1B8EA9D30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Rechteck 2532">
                    <a:extLst>
                      <a:ext uri="{FF2B5EF4-FFF2-40B4-BE49-F238E27FC236}">
                        <a16:creationId xmlns:a16="http://schemas.microsoft.com/office/drawing/2014/main" id="{4334F8F1-F414-45DB-9744-1D130CEA89B9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7" name="Textfeld 2506">
                  <a:extLst>
                    <a:ext uri="{FF2B5EF4-FFF2-40B4-BE49-F238E27FC236}">
                      <a16:creationId xmlns:a16="http://schemas.microsoft.com/office/drawing/2014/main" id="{ACFE9E2D-DFBC-4B1A-A45C-6E71291BDFDB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505" name="Textfeld 2504">
                <a:extLst>
                  <a:ext uri="{FF2B5EF4-FFF2-40B4-BE49-F238E27FC236}">
                    <a16:creationId xmlns:a16="http://schemas.microsoft.com/office/drawing/2014/main" id="{DF5709DA-EB29-4B61-9A57-D565BE42B2C1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2056" name="Gruppieren 2055">
              <a:extLst>
                <a:ext uri="{FF2B5EF4-FFF2-40B4-BE49-F238E27FC236}">
                  <a16:creationId xmlns:a16="http://schemas.microsoft.com/office/drawing/2014/main" id="{227F0306-ECFE-4E67-9753-BF165C064E0B}"/>
                </a:ext>
              </a:extLst>
            </p:cNvPr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2474" name="Gruppieren 2473">
                <a:extLst>
                  <a:ext uri="{FF2B5EF4-FFF2-40B4-BE49-F238E27FC236}">
                    <a16:creationId xmlns:a16="http://schemas.microsoft.com/office/drawing/2014/main" id="{36B5DEE0-2191-4E13-96FD-CBFD4B780792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76" name="Gruppieren 2475">
                  <a:extLst>
                    <a:ext uri="{FF2B5EF4-FFF2-40B4-BE49-F238E27FC236}">
                      <a16:creationId xmlns:a16="http://schemas.microsoft.com/office/drawing/2014/main" id="{068611AC-7A74-4415-B3CA-B215D8F84707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78" name="Rechteck 2477">
                    <a:extLst>
                      <a:ext uri="{FF2B5EF4-FFF2-40B4-BE49-F238E27FC236}">
                        <a16:creationId xmlns:a16="http://schemas.microsoft.com/office/drawing/2014/main" id="{CBD7B8AB-9539-4AD0-8C14-E93C116B75CA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79" name="Rechteck 2478">
                    <a:extLst>
                      <a:ext uri="{FF2B5EF4-FFF2-40B4-BE49-F238E27FC236}">
                        <a16:creationId xmlns:a16="http://schemas.microsoft.com/office/drawing/2014/main" id="{53F6D743-92EC-4BB7-AD1A-393EC753F10A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0" name="Ellipse 2479">
                    <a:extLst>
                      <a:ext uri="{FF2B5EF4-FFF2-40B4-BE49-F238E27FC236}">
                        <a16:creationId xmlns:a16="http://schemas.microsoft.com/office/drawing/2014/main" id="{32BA8942-1D0E-43DB-BE12-AEB9706A8047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1" name="Ellipse 2480">
                    <a:extLst>
                      <a:ext uri="{FF2B5EF4-FFF2-40B4-BE49-F238E27FC236}">
                        <a16:creationId xmlns:a16="http://schemas.microsoft.com/office/drawing/2014/main" id="{A73FD949-EA3F-43A8-A672-15F8D8B9929C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2" name="Textfeld 2481">
                    <a:extLst>
                      <a:ext uri="{FF2B5EF4-FFF2-40B4-BE49-F238E27FC236}">
                        <a16:creationId xmlns:a16="http://schemas.microsoft.com/office/drawing/2014/main" id="{CE9D8175-8AAF-49F6-A329-CC4B90771DD0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83" name="Textfeld 2482">
                    <a:extLst>
                      <a:ext uri="{FF2B5EF4-FFF2-40B4-BE49-F238E27FC236}">
                        <a16:creationId xmlns:a16="http://schemas.microsoft.com/office/drawing/2014/main" id="{2A83224C-6695-454E-90D0-6C1D4A7A441E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84" name="Ellipse 2483">
                    <a:extLst>
                      <a:ext uri="{FF2B5EF4-FFF2-40B4-BE49-F238E27FC236}">
                        <a16:creationId xmlns:a16="http://schemas.microsoft.com/office/drawing/2014/main" id="{6CB08001-EDE0-4285-95D1-785F290AF2B2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5" name="Ellipse 2484">
                    <a:extLst>
                      <a:ext uri="{FF2B5EF4-FFF2-40B4-BE49-F238E27FC236}">
                        <a16:creationId xmlns:a16="http://schemas.microsoft.com/office/drawing/2014/main" id="{05325FE3-4517-4B72-B66A-5D144F908878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6" name="Textfeld 2485">
                    <a:extLst>
                      <a:ext uri="{FF2B5EF4-FFF2-40B4-BE49-F238E27FC236}">
                        <a16:creationId xmlns:a16="http://schemas.microsoft.com/office/drawing/2014/main" id="{81DCEC0A-C7FD-4A84-9B5D-D98A1503D793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87" name="Textfeld 2486">
                    <a:extLst>
                      <a:ext uri="{FF2B5EF4-FFF2-40B4-BE49-F238E27FC236}">
                        <a16:creationId xmlns:a16="http://schemas.microsoft.com/office/drawing/2014/main" id="{D1FA838D-DE3F-437B-BBFD-7E1D9448A648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88" name="Ellipse 2487">
                    <a:extLst>
                      <a:ext uri="{FF2B5EF4-FFF2-40B4-BE49-F238E27FC236}">
                        <a16:creationId xmlns:a16="http://schemas.microsoft.com/office/drawing/2014/main" id="{F697A0F5-0748-47E4-93FA-BC5FE78FC403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9" name="Ellipse 2488">
                    <a:extLst>
                      <a:ext uri="{FF2B5EF4-FFF2-40B4-BE49-F238E27FC236}">
                        <a16:creationId xmlns:a16="http://schemas.microsoft.com/office/drawing/2014/main" id="{A08A1667-2974-45AB-85A5-2ED96C496ACD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0" name="Textfeld 2489">
                    <a:extLst>
                      <a:ext uri="{FF2B5EF4-FFF2-40B4-BE49-F238E27FC236}">
                        <a16:creationId xmlns:a16="http://schemas.microsoft.com/office/drawing/2014/main" id="{793D7C65-D73C-43E6-BCDB-D595CAAEDA76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491" name="Textfeld 2490">
                    <a:extLst>
                      <a:ext uri="{FF2B5EF4-FFF2-40B4-BE49-F238E27FC236}">
                        <a16:creationId xmlns:a16="http://schemas.microsoft.com/office/drawing/2014/main" id="{37DCB491-A05B-4A2D-8BA5-5DE8C79E9ACF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492" name="Ellipse 2491">
                    <a:extLst>
                      <a:ext uri="{FF2B5EF4-FFF2-40B4-BE49-F238E27FC236}">
                        <a16:creationId xmlns:a16="http://schemas.microsoft.com/office/drawing/2014/main" id="{079CF333-541E-48FD-B956-A153580E7139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3" name="Ellipse 2492">
                    <a:extLst>
                      <a:ext uri="{FF2B5EF4-FFF2-40B4-BE49-F238E27FC236}">
                        <a16:creationId xmlns:a16="http://schemas.microsoft.com/office/drawing/2014/main" id="{1850EAEF-814F-4D41-B46D-20AFD5DD97F2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4" name="Textfeld 2493">
                    <a:extLst>
                      <a:ext uri="{FF2B5EF4-FFF2-40B4-BE49-F238E27FC236}">
                        <a16:creationId xmlns:a16="http://schemas.microsoft.com/office/drawing/2014/main" id="{80F11948-3BF0-4C01-ADFE-897B60CA6227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495" name="Textfeld 2494">
                    <a:extLst>
                      <a:ext uri="{FF2B5EF4-FFF2-40B4-BE49-F238E27FC236}">
                        <a16:creationId xmlns:a16="http://schemas.microsoft.com/office/drawing/2014/main" id="{F5490E9C-E539-4DF2-A8FC-45A6C42DC224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496" name="Rechteck 2495">
                    <a:extLst>
                      <a:ext uri="{FF2B5EF4-FFF2-40B4-BE49-F238E27FC236}">
                        <a16:creationId xmlns:a16="http://schemas.microsoft.com/office/drawing/2014/main" id="{BA18DE6B-CD36-4F3F-8209-C85A72D47E2B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7" name="Rechteck 2496">
                    <a:extLst>
                      <a:ext uri="{FF2B5EF4-FFF2-40B4-BE49-F238E27FC236}">
                        <a16:creationId xmlns:a16="http://schemas.microsoft.com/office/drawing/2014/main" id="{D4C1E6A6-CD3D-46D9-A73C-FE9DEA943C52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8" name="Rechteck 2497">
                    <a:extLst>
                      <a:ext uri="{FF2B5EF4-FFF2-40B4-BE49-F238E27FC236}">
                        <a16:creationId xmlns:a16="http://schemas.microsoft.com/office/drawing/2014/main" id="{29DEE53A-E681-471E-948E-F1F7C19C8E70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9" name="Rechteck 2498">
                    <a:extLst>
                      <a:ext uri="{FF2B5EF4-FFF2-40B4-BE49-F238E27FC236}">
                        <a16:creationId xmlns:a16="http://schemas.microsoft.com/office/drawing/2014/main" id="{7920EE44-B275-4F45-95C5-09E7CD0CD5A1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0" name="Rechteck 2499">
                    <a:extLst>
                      <a:ext uri="{FF2B5EF4-FFF2-40B4-BE49-F238E27FC236}">
                        <a16:creationId xmlns:a16="http://schemas.microsoft.com/office/drawing/2014/main" id="{487508ED-6971-4E5B-9EEE-6B9087A31AA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1" name="Rechteck 2500">
                    <a:extLst>
                      <a:ext uri="{FF2B5EF4-FFF2-40B4-BE49-F238E27FC236}">
                        <a16:creationId xmlns:a16="http://schemas.microsoft.com/office/drawing/2014/main" id="{4A8CE40E-EB25-40BA-8476-D8575C3DDD1F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2" name="Rechteck 2501">
                    <a:extLst>
                      <a:ext uri="{FF2B5EF4-FFF2-40B4-BE49-F238E27FC236}">
                        <a16:creationId xmlns:a16="http://schemas.microsoft.com/office/drawing/2014/main" id="{753BB876-1194-4ADB-8C6B-1D8E6F51799F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3" name="Rechteck 2502">
                    <a:extLst>
                      <a:ext uri="{FF2B5EF4-FFF2-40B4-BE49-F238E27FC236}">
                        <a16:creationId xmlns:a16="http://schemas.microsoft.com/office/drawing/2014/main" id="{7C543564-4987-438F-87B6-30000999F211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77" name="Textfeld 2476">
                  <a:extLst>
                    <a:ext uri="{FF2B5EF4-FFF2-40B4-BE49-F238E27FC236}">
                      <a16:creationId xmlns:a16="http://schemas.microsoft.com/office/drawing/2014/main" id="{0C2D6287-B50A-42D4-80F2-EC7F3F4BED91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475" name="Textfeld 2474">
                <a:extLst>
                  <a:ext uri="{FF2B5EF4-FFF2-40B4-BE49-F238E27FC236}">
                    <a16:creationId xmlns:a16="http://schemas.microsoft.com/office/drawing/2014/main" id="{A05E4EBE-A527-4F01-BB11-F96462789BA8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057" name="Gruppieren 2056">
              <a:extLst>
                <a:ext uri="{FF2B5EF4-FFF2-40B4-BE49-F238E27FC236}">
                  <a16:creationId xmlns:a16="http://schemas.microsoft.com/office/drawing/2014/main" id="{C2E1E114-D197-43E5-B366-C3487F3EC010}"/>
                </a:ext>
              </a:extLst>
            </p:cNvPr>
            <p:cNvGrpSpPr/>
            <p:nvPr/>
          </p:nvGrpSpPr>
          <p:grpSpPr>
            <a:xfrm>
              <a:off x="1935200" y="4874470"/>
              <a:ext cx="327049" cy="1652928"/>
              <a:chOff x="1692193" y="1141150"/>
              <a:chExt cx="327049" cy="1652928"/>
            </a:xfrm>
          </p:grpSpPr>
          <p:grpSp>
            <p:nvGrpSpPr>
              <p:cNvPr id="2112" name="Gruppieren 2111">
                <a:extLst>
                  <a:ext uri="{FF2B5EF4-FFF2-40B4-BE49-F238E27FC236}">
                    <a16:creationId xmlns:a16="http://schemas.microsoft.com/office/drawing/2014/main" id="{A16F260A-5C3D-47DD-89F5-D3AC71B52499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114" name="Gruppieren 2113">
                  <a:extLst>
                    <a:ext uri="{FF2B5EF4-FFF2-40B4-BE49-F238E27FC236}">
                      <a16:creationId xmlns:a16="http://schemas.microsoft.com/office/drawing/2014/main" id="{F9A3EE5C-9188-43B0-B756-70D3F39774F1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48" name="Rechteck 2447">
                    <a:extLst>
                      <a:ext uri="{FF2B5EF4-FFF2-40B4-BE49-F238E27FC236}">
                        <a16:creationId xmlns:a16="http://schemas.microsoft.com/office/drawing/2014/main" id="{E95CACE0-CE33-4116-9305-41E95271855A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49" name="Rechteck 2448">
                    <a:extLst>
                      <a:ext uri="{FF2B5EF4-FFF2-40B4-BE49-F238E27FC236}">
                        <a16:creationId xmlns:a16="http://schemas.microsoft.com/office/drawing/2014/main" id="{C92D595C-C848-45F6-B2B2-67303DF40739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0" name="Ellipse 2449">
                    <a:extLst>
                      <a:ext uri="{FF2B5EF4-FFF2-40B4-BE49-F238E27FC236}">
                        <a16:creationId xmlns:a16="http://schemas.microsoft.com/office/drawing/2014/main" id="{6BBBF312-F954-4C05-B284-4796394BB202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1" name="Ellipse 2450">
                    <a:extLst>
                      <a:ext uri="{FF2B5EF4-FFF2-40B4-BE49-F238E27FC236}">
                        <a16:creationId xmlns:a16="http://schemas.microsoft.com/office/drawing/2014/main" id="{8A72E510-4BC8-4AF3-BAEA-A2912276DD1E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2" name="Textfeld 2451">
                    <a:extLst>
                      <a:ext uri="{FF2B5EF4-FFF2-40B4-BE49-F238E27FC236}">
                        <a16:creationId xmlns:a16="http://schemas.microsoft.com/office/drawing/2014/main" id="{83EA1C71-88BB-480E-A278-CE0123D4663A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53" name="Textfeld 2452">
                    <a:extLst>
                      <a:ext uri="{FF2B5EF4-FFF2-40B4-BE49-F238E27FC236}">
                        <a16:creationId xmlns:a16="http://schemas.microsoft.com/office/drawing/2014/main" id="{B863D956-5EDD-4DDA-AAE7-4F11FC165EA9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54" name="Ellipse 2453">
                    <a:extLst>
                      <a:ext uri="{FF2B5EF4-FFF2-40B4-BE49-F238E27FC236}">
                        <a16:creationId xmlns:a16="http://schemas.microsoft.com/office/drawing/2014/main" id="{B64EAD18-5C15-4460-87CE-989B4590ADD0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5" name="Ellipse 2454">
                    <a:extLst>
                      <a:ext uri="{FF2B5EF4-FFF2-40B4-BE49-F238E27FC236}">
                        <a16:creationId xmlns:a16="http://schemas.microsoft.com/office/drawing/2014/main" id="{CA113E77-DB0A-49E4-9ED0-5FA837C58B0E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6" name="Textfeld 2455">
                    <a:extLst>
                      <a:ext uri="{FF2B5EF4-FFF2-40B4-BE49-F238E27FC236}">
                        <a16:creationId xmlns:a16="http://schemas.microsoft.com/office/drawing/2014/main" id="{CFD014E1-BBB4-4494-801F-D2525B55DFF8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57" name="Textfeld 2456">
                    <a:extLst>
                      <a:ext uri="{FF2B5EF4-FFF2-40B4-BE49-F238E27FC236}">
                        <a16:creationId xmlns:a16="http://schemas.microsoft.com/office/drawing/2014/main" id="{312A5854-D768-4C4A-815D-3F22EE6C35F7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58" name="Ellipse 2457">
                    <a:extLst>
                      <a:ext uri="{FF2B5EF4-FFF2-40B4-BE49-F238E27FC236}">
                        <a16:creationId xmlns:a16="http://schemas.microsoft.com/office/drawing/2014/main" id="{231F1950-522E-4A0C-A5C7-98EB6AD5194D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9" name="Ellipse 2458">
                    <a:extLst>
                      <a:ext uri="{FF2B5EF4-FFF2-40B4-BE49-F238E27FC236}">
                        <a16:creationId xmlns:a16="http://schemas.microsoft.com/office/drawing/2014/main" id="{1548BCB5-CD9E-4806-AE4A-F1E9BF2FDDBC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0" name="Textfeld 2459">
                    <a:extLst>
                      <a:ext uri="{FF2B5EF4-FFF2-40B4-BE49-F238E27FC236}">
                        <a16:creationId xmlns:a16="http://schemas.microsoft.com/office/drawing/2014/main" id="{8FDBAF1B-281F-448E-A765-095B59E0A269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461" name="Textfeld 2460">
                    <a:extLst>
                      <a:ext uri="{FF2B5EF4-FFF2-40B4-BE49-F238E27FC236}">
                        <a16:creationId xmlns:a16="http://schemas.microsoft.com/office/drawing/2014/main" id="{535FCF79-18D7-446F-B8B8-F6191D949865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462" name="Ellipse 2461">
                    <a:extLst>
                      <a:ext uri="{FF2B5EF4-FFF2-40B4-BE49-F238E27FC236}">
                        <a16:creationId xmlns:a16="http://schemas.microsoft.com/office/drawing/2014/main" id="{D7FE5B20-A730-4FF1-80E6-F934A5183342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3" name="Ellipse 2462">
                    <a:extLst>
                      <a:ext uri="{FF2B5EF4-FFF2-40B4-BE49-F238E27FC236}">
                        <a16:creationId xmlns:a16="http://schemas.microsoft.com/office/drawing/2014/main" id="{FD49A58A-61C9-4C01-BCA2-54F2787EC308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4" name="Textfeld 2463">
                    <a:extLst>
                      <a:ext uri="{FF2B5EF4-FFF2-40B4-BE49-F238E27FC236}">
                        <a16:creationId xmlns:a16="http://schemas.microsoft.com/office/drawing/2014/main" id="{1DBCCFDD-9C48-4A06-A01B-6F88DABB81F2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465" name="Textfeld 2464">
                    <a:extLst>
                      <a:ext uri="{FF2B5EF4-FFF2-40B4-BE49-F238E27FC236}">
                        <a16:creationId xmlns:a16="http://schemas.microsoft.com/office/drawing/2014/main" id="{9C49476D-6509-4F38-91B4-E62AAE2A0E28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466" name="Rechteck 2465">
                    <a:extLst>
                      <a:ext uri="{FF2B5EF4-FFF2-40B4-BE49-F238E27FC236}">
                        <a16:creationId xmlns:a16="http://schemas.microsoft.com/office/drawing/2014/main" id="{6B651197-B139-4A77-AA96-798605354ACB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7" name="Rechteck 2466">
                    <a:extLst>
                      <a:ext uri="{FF2B5EF4-FFF2-40B4-BE49-F238E27FC236}">
                        <a16:creationId xmlns:a16="http://schemas.microsoft.com/office/drawing/2014/main" id="{A8AB39B4-E8F5-48E6-A26C-C7253E80CAA3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8" name="Rechteck 2467">
                    <a:extLst>
                      <a:ext uri="{FF2B5EF4-FFF2-40B4-BE49-F238E27FC236}">
                        <a16:creationId xmlns:a16="http://schemas.microsoft.com/office/drawing/2014/main" id="{F14EC98D-FA1A-4D3B-BA34-6C793801971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9" name="Rechteck 2468">
                    <a:extLst>
                      <a:ext uri="{FF2B5EF4-FFF2-40B4-BE49-F238E27FC236}">
                        <a16:creationId xmlns:a16="http://schemas.microsoft.com/office/drawing/2014/main" id="{7CD407FC-D325-4143-919B-61EB092C19FA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0" name="Rechteck 2469">
                    <a:extLst>
                      <a:ext uri="{FF2B5EF4-FFF2-40B4-BE49-F238E27FC236}">
                        <a16:creationId xmlns:a16="http://schemas.microsoft.com/office/drawing/2014/main" id="{B3E597BE-55B5-4F49-B66C-D0E7CCF07F3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1" name="Rechteck 2470">
                    <a:extLst>
                      <a:ext uri="{FF2B5EF4-FFF2-40B4-BE49-F238E27FC236}">
                        <a16:creationId xmlns:a16="http://schemas.microsoft.com/office/drawing/2014/main" id="{48010697-5E68-4121-A7AE-97C6E38F6E1D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2" name="Rechteck 2471">
                    <a:extLst>
                      <a:ext uri="{FF2B5EF4-FFF2-40B4-BE49-F238E27FC236}">
                        <a16:creationId xmlns:a16="http://schemas.microsoft.com/office/drawing/2014/main" id="{8E4FF0F6-C147-4EB0-B24B-136870D86508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3" name="Rechteck 2472">
                    <a:extLst>
                      <a:ext uri="{FF2B5EF4-FFF2-40B4-BE49-F238E27FC236}">
                        <a16:creationId xmlns:a16="http://schemas.microsoft.com/office/drawing/2014/main" id="{54D0D8E1-35AD-40B4-8E86-86BE62B526B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47" name="Textfeld 2446">
                  <a:extLst>
                    <a:ext uri="{FF2B5EF4-FFF2-40B4-BE49-F238E27FC236}">
                      <a16:creationId xmlns:a16="http://schemas.microsoft.com/office/drawing/2014/main" id="{A34206BB-75C8-4366-9390-F5E1D367743B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113" name="Textfeld 2112">
                <a:extLst>
                  <a:ext uri="{FF2B5EF4-FFF2-40B4-BE49-F238E27FC236}">
                    <a16:creationId xmlns:a16="http://schemas.microsoft.com/office/drawing/2014/main" id="{32E05854-8F92-4233-999D-3DF3779967BB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058" name="Gruppieren 2057">
              <a:extLst>
                <a:ext uri="{FF2B5EF4-FFF2-40B4-BE49-F238E27FC236}">
                  <a16:creationId xmlns:a16="http://schemas.microsoft.com/office/drawing/2014/main" id="{67AA111C-BAA6-4A97-A331-7C7E83F16BC7}"/>
                </a:ext>
              </a:extLst>
            </p:cNvPr>
            <p:cNvGrpSpPr/>
            <p:nvPr/>
          </p:nvGrpSpPr>
          <p:grpSpPr>
            <a:xfrm>
              <a:off x="2260926" y="4875770"/>
              <a:ext cx="324950" cy="1652928"/>
              <a:chOff x="1694292" y="1141150"/>
              <a:chExt cx="324950" cy="1652928"/>
            </a:xfrm>
          </p:grpSpPr>
          <p:grpSp>
            <p:nvGrpSpPr>
              <p:cNvPr id="2108" name="Gruppieren 2107">
                <a:extLst>
                  <a:ext uri="{FF2B5EF4-FFF2-40B4-BE49-F238E27FC236}">
                    <a16:creationId xmlns:a16="http://schemas.microsoft.com/office/drawing/2014/main" id="{3A4276E1-F2CB-4EBE-80D9-99F7FF171778}"/>
                  </a:ext>
                </a:extLst>
              </p:cNvPr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110" name="Rechteck 2109">
                  <a:extLst>
                    <a:ext uri="{FF2B5EF4-FFF2-40B4-BE49-F238E27FC236}">
                      <a16:creationId xmlns:a16="http://schemas.microsoft.com/office/drawing/2014/main" id="{7EB887D3-8127-45BE-9504-6199BAF2FAC1}"/>
                    </a:ext>
                  </a:extLst>
                </p:cNvPr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11" name="Textfeld 2110">
                  <a:extLst>
                    <a:ext uri="{FF2B5EF4-FFF2-40B4-BE49-F238E27FC236}">
                      <a16:creationId xmlns:a16="http://schemas.microsoft.com/office/drawing/2014/main" id="{A0328713-8732-479D-8A7E-662008BC1F79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109" name="Textfeld 2108">
                <a:extLst>
                  <a:ext uri="{FF2B5EF4-FFF2-40B4-BE49-F238E27FC236}">
                    <a16:creationId xmlns:a16="http://schemas.microsoft.com/office/drawing/2014/main" id="{DC5AEA9F-197C-4AB7-B341-4DC1E3BD4937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059" name="Textfeld 2058">
              <a:extLst>
                <a:ext uri="{FF2B5EF4-FFF2-40B4-BE49-F238E27FC236}">
                  <a16:creationId xmlns:a16="http://schemas.microsoft.com/office/drawing/2014/main" id="{59CEC846-2C04-404F-BAC0-133E968E751C}"/>
                </a:ext>
              </a:extLst>
            </p:cNvPr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2077" name="Gruppieren 2076">
              <a:extLst>
                <a:ext uri="{FF2B5EF4-FFF2-40B4-BE49-F238E27FC236}">
                  <a16:creationId xmlns:a16="http://schemas.microsoft.com/office/drawing/2014/main" id="{0DE2EB08-ACDC-44F7-A845-44F0793E68B4}"/>
                </a:ext>
              </a:extLst>
            </p:cNvPr>
            <p:cNvGrpSpPr/>
            <p:nvPr/>
          </p:nvGrpSpPr>
          <p:grpSpPr>
            <a:xfrm>
              <a:off x="1609321" y="4875180"/>
              <a:ext cx="327049" cy="1652928"/>
              <a:chOff x="1692193" y="1141150"/>
              <a:chExt cx="327049" cy="1652928"/>
            </a:xfrm>
          </p:grpSpPr>
          <p:grpSp>
            <p:nvGrpSpPr>
              <p:cNvPr id="2078" name="Gruppieren 2077">
                <a:extLst>
                  <a:ext uri="{FF2B5EF4-FFF2-40B4-BE49-F238E27FC236}">
                    <a16:creationId xmlns:a16="http://schemas.microsoft.com/office/drawing/2014/main" id="{3CB6950F-1D1D-498B-A1DD-2B89F0F6B2B0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80" name="Gruppieren 2079">
                  <a:extLst>
                    <a:ext uri="{FF2B5EF4-FFF2-40B4-BE49-F238E27FC236}">
                      <a16:creationId xmlns:a16="http://schemas.microsoft.com/office/drawing/2014/main" id="{6B0824E1-399E-43B6-95B0-014BBE83F3EC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82" name="Rechteck 2081">
                    <a:extLst>
                      <a:ext uri="{FF2B5EF4-FFF2-40B4-BE49-F238E27FC236}">
                        <a16:creationId xmlns:a16="http://schemas.microsoft.com/office/drawing/2014/main" id="{A0E101F8-8E7D-414D-8E0C-3E2398E17E04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83" name="Rechteck 2082">
                    <a:extLst>
                      <a:ext uri="{FF2B5EF4-FFF2-40B4-BE49-F238E27FC236}">
                        <a16:creationId xmlns:a16="http://schemas.microsoft.com/office/drawing/2014/main" id="{A02ACB70-CD26-40CA-B8D1-C2AE37F1F17E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4" name="Ellipse 2083">
                    <a:extLst>
                      <a:ext uri="{FF2B5EF4-FFF2-40B4-BE49-F238E27FC236}">
                        <a16:creationId xmlns:a16="http://schemas.microsoft.com/office/drawing/2014/main" id="{FD5C1174-8ACF-4F8F-BAC9-471D235F20B3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5" name="Ellipse 2084">
                    <a:extLst>
                      <a:ext uri="{FF2B5EF4-FFF2-40B4-BE49-F238E27FC236}">
                        <a16:creationId xmlns:a16="http://schemas.microsoft.com/office/drawing/2014/main" id="{783E449C-F82D-4D7C-8E74-71E5C7808543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6" name="Textfeld 2085">
                    <a:extLst>
                      <a:ext uri="{FF2B5EF4-FFF2-40B4-BE49-F238E27FC236}">
                        <a16:creationId xmlns:a16="http://schemas.microsoft.com/office/drawing/2014/main" id="{DBA5CE19-410F-4BD1-AD57-B245CF53DCBB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87" name="Textfeld 2086">
                    <a:extLst>
                      <a:ext uri="{FF2B5EF4-FFF2-40B4-BE49-F238E27FC236}">
                        <a16:creationId xmlns:a16="http://schemas.microsoft.com/office/drawing/2014/main" id="{62252A21-32C5-4771-9CBD-C078FF523E7E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88" name="Ellipse 2087">
                    <a:extLst>
                      <a:ext uri="{FF2B5EF4-FFF2-40B4-BE49-F238E27FC236}">
                        <a16:creationId xmlns:a16="http://schemas.microsoft.com/office/drawing/2014/main" id="{D492D00E-FD37-4B6D-98E6-CEAD78E10827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9" name="Ellipse 2088">
                    <a:extLst>
                      <a:ext uri="{FF2B5EF4-FFF2-40B4-BE49-F238E27FC236}">
                        <a16:creationId xmlns:a16="http://schemas.microsoft.com/office/drawing/2014/main" id="{DE75AA91-0354-4421-8A59-EC3761E87F8E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0" name="Textfeld 2089">
                    <a:extLst>
                      <a:ext uri="{FF2B5EF4-FFF2-40B4-BE49-F238E27FC236}">
                        <a16:creationId xmlns:a16="http://schemas.microsoft.com/office/drawing/2014/main" id="{41ECCD79-7133-43C7-A8D4-64071753D249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1" name="Textfeld 2090">
                    <a:extLst>
                      <a:ext uri="{FF2B5EF4-FFF2-40B4-BE49-F238E27FC236}">
                        <a16:creationId xmlns:a16="http://schemas.microsoft.com/office/drawing/2014/main" id="{30D9D755-48E8-4043-939F-E1DB8C348A58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2" name="Ellipse 2091">
                    <a:extLst>
                      <a:ext uri="{FF2B5EF4-FFF2-40B4-BE49-F238E27FC236}">
                        <a16:creationId xmlns:a16="http://schemas.microsoft.com/office/drawing/2014/main" id="{B495CCD0-E9DA-4745-8F80-CF407DF96C48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3" name="Ellipse 2092">
                    <a:extLst>
                      <a:ext uri="{FF2B5EF4-FFF2-40B4-BE49-F238E27FC236}">
                        <a16:creationId xmlns:a16="http://schemas.microsoft.com/office/drawing/2014/main" id="{7918E568-154A-4982-903D-5F498AAC1B28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4" name="Textfeld 2093">
                    <a:extLst>
                      <a:ext uri="{FF2B5EF4-FFF2-40B4-BE49-F238E27FC236}">
                        <a16:creationId xmlns:a16="http://schemas.microsoft.com/office/drawing/2014/main" id="{D82B94F7-1335-45F5-8C1D-D3CAB2EB059E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5" name="Textfeld 2094">
                    <a:extLst>
                      <a:ext uri="{FF2B5EF4-FFF2-40B4-BE49-F238E27FC236}">
                        <a16:creationId xmlns:a16="http://schemas.microsoft.com/office/drawing/2014/main" id="{717DA0D6-9523-4872-9F79-5B3B508E1C83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6" name="Ellipse 2095">
                    <a:extLst>
                      <a:ext uri="{FF2B5EF4-FFF2-40B4-BE49-F238E27FC236}">
                        <a16:creationId xmlns:a16="http://schemas.microsoft.com/office/drawing/2014/main" id="{F8402EEC-FA43-464F-BEE8-31ECFF2AAD94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7" name="Ellipse 2096">
                    <a:extLst>
                      <a:ext uri="{FF2B5EF4-FFF2-40B4-BE49-F238E27FC236}">
                        <a16:creationId xmlns:a16="http://schemas.microsoft.com/office/drawing/2014/main" id="{86B334F9-5259-488F-9BC8-345F87261E97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8" name="Textfeld 2097">
                    <a:extLst>
                      <a:ext uri="{FF2B5EF4-FFF2-40B4-BE49-F238E27FC236}">
                        <a16:creationId xmlns:a16="http://schemas.microsoft.com/office/drawing/2014/main" id="{34FCA453-8840-41D7-BB2C-F653A2E1B571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99" name="Textfeld 2098">
                    <a:extLst>
                      <a:ext uri="{FF2B5EF4-FFF2-40B4-BE49-F238E27FC236}">
                        <a16:creationId xmlns:a16="http://schemas.microsoft.com/office/drawing/2014/main" id="{35B52310-8F77-41C0-8B4D-27952E63337A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00" name="Rechteck 2099">
                    <a:extLst>
                      <a:ext uri="{FF2B5EF4-FFF2-40B4-BE49-F238E27FC236}">
                        <a16:creationId xmlns:a16="http://schemas.microsoft.com/office/drawing/2014/main" id="{2B89A55C-E03F-4092-90D4-9C885B04A883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1" name="Rechteck 2100">
                    <a:extLst>
                      <a:ext uri="{FF2B5EF4-FFF2-40B4-BE49-F238E27FC236}">
                        <a16:creationId xmlns:a16="http://schemas.microsoft.com/office/drawing/2014/main" id="{6B47D4B7-1AE1-4115-8AA0-B09FD3684910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2" name="Rechteck 2101">
                    <a:extLst>
                      <a:ext uri="{FF2B5EF4-FFF2-40B4-BE49-F238E27FC236}">
                        <a16:creationId xmlns:a16="http://schemas.microsoft.com/office/drawing/2014/main" id="{51BD6891-140C-4DA5-AAB1-EFB25DA2A25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3" name="Rechteck 2102">
                    <a:extLst>
                      <a:ext uri="{FF2B5EF4-FFF2-40B4-BE49-F238E27FC236}">
                        <a16:creationId xmlns:a16="http://schemas.microsoft.com/office/drawing/2014/main" id="{47145971-0F4C-4CC1-B765-66172B5EA94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4" name="Rechteck 2103">
                    <a:extLst>
                      <a:ext uri="{FF2B5EF4-FFF2-40B4-BE49-F238E27FC236}">
                        <a16:creationId xmlns:a16="http://schemas.microsoft.com/office/drawing/2014/main" id="{FB41A40E-0924-4450-888B-2D6C95F7EB0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5" name="Rechteck 2104">
                    <a:extLst>
                      <a:ext uri="{FF2B5EF4-FFF2-40B4-BE49-F238E27FC236}">
                        <a16:creationId xmlns:a16="http://schemas.microsoft.com/office/drawing/2014/main" id="{7ACC24B3-418E-457B-95B7-EDEA8D5AB4A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6" name="Rechteck 2105">
                    <a:extLst>
                      <a:ext uri="{FF2B5EF4-FFF2-40B4-BE49-F238E27FC236}">
                        <a16:creationId xmlns:a16="http://schemas.microsoft.com/office/drawing/2014/main" id="{0E791B84-5771-4404-8891-9AF97DD93DAA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7" name="Rechteck 2106">
                    <a:extLst>
                      <a:ext uri="{FF2B5EF4-FFF2-40B4-BE49-F238E27FC236}">
                        <a16:creationId xmlns:a16="http://schemas.microsoft.com/office/drawing/2014/main" id="{A6B68877-97EE-4D31-BA5C-CD648DD81048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81" name="Textfeld 2080">
                  <a:extLst>
                    <a:ext uri="{FF2B5EF4-FFF2-40B4-BE49-F238E27FC236}">
                      <a16:creationId xmlns:a16="http://schemas.microsoft.com/office/drawing/2014/main" id="{21F7ADD3-C222-486A-B7DB-7CA2802E434B}"/>
                    </a:ext>
                  </a:extLst>
                </p:cNvPr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079" name="Textfeld 2078">
                <a:extLst>
                  <a:ext uri="{FF2B5EF4-FFF2-40B4-BE49-F238E27FC236}">
                    <a16:creationId xmlns:a16="http://schemas.microsoft.com/office/drawing/2014/main" id="{4D542CC3-0A15-4769-972D-820460712646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271373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16f</a:t>
            </a:r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906" name="Gruppieren 2905"/>
          <p:cNvGrpSpPr/>
          <p:nvPr/>
        </p:nvGrpSpPr>
        <p:grpSpPr>
          <a:xfrm>
            <a:off x="3989662" y="4876820"/>
            <a:ext cx="2230445" cy="1654493"/>
            <a:chOff x="3761062" y="4876820"/>
            <a:chExt cx="2230445" cy="1654493"/>
          </a:xfrm>
        </p:grpSpPr>
        <p:grpSp>
          <p:nvGrpSpPr>
            <p:cNvPr id="2907" name="Gruppieren 2906"/>
            <p:cNvGrpSpPr/>
            <p:nvPr/>
          </p:nvGrpSpPr>
          <p:grpSpPr>
            <a:xfrm>
              <a:off x="4005463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3041" name="Gruppieren 30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043" name="Gruppieren 30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045" name="Rechteck 30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46" name="Rechteck 30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Ellipse 30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48" name="Ellipse 30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9" name="Ellipse 30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0" name="Ellipse 30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1" name="Ellipse 3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2" name="Ellipse 3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3" name="Ellipse 30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4" name="Ellipse 30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Rechteck 30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Rechteck 30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Rechteck 30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8" name="Rechteck 30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9" name="Rechteck 30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0" name="Rechteck 30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1" name="Rechteck 30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2" name="Rechteck 30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44" name="Textfeld 30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042" name="Textfeld 30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908" name="Rechteck 2907"/>
            <p:cNvSpPr/>
            <p:nvPr/>
          </p:nvSpPr>
          <p:spPr>
            <a:xfrm>
              <a:off x="3766079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09" name="Rechteck 2908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0" name="Rechteck 2909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1" name="Rechteck 2910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2" name="Rechteck 2911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913" name="Gruppieren 2912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3011" name="Gruppieren 30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13" name="Gruppieren 30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Ellipse 30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Ellipse 30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Textfeld 30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20" name="Textfeld 30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21" name="Ellipse 30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2" name="Ellipse 30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3" name="Textfeld 30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4" name="Textfeld 30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5" name="Ellipse 30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Ellipse 30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Textfeld 30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8" name="Textfeld 30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Textfeld 30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33" name="Rechteck 30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Rechteck 30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Rechteck 30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Rechteck 30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Rechteck 30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8" name="Rechteck 30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Rechteck 30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Rechteck 30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14" name="Textfeld 30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012" name="Textfeld 30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914" name="Gruppieren 2913"/>
            <p:cNvGrpSpPr/>
            <p:nvPr/>
          </p:nvGrpSpPr>
          <p:grpSpPr>
            <a:xfrm>
              <a:off x="4968611" y="4878385"/>
              <a:ext cx="327049" cy="1652928"/>
              <a:chOff x="1692193" y="1141150"/>
              <a:chExt cx="327049" cy="1652928"/>
            </a:xfrm>
          </p:grpSpPr>
          <p:grpSp>
            <p:nvGrpSpPr>
              <p:cNvPr id="2981" name="Gruppieren 29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83" name="Gruppieren 29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Ellipse 29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Ellipse 29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Textfeld 29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0" name="Textfeld 29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91" name="Ellipse 29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2" name="Ellipse 29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3" name="Textfeld 29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4" name="Textfeld 299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6" name="Ellipse 29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8" name="Textfeld 299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Ellipse 29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02" name="Textfeld 30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03" name="Rechteck 30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Rechteck 30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Rechteck 30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6" name="Rechteck 30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Rechteck 30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Rechteck 30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9" name="Rechteck 30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0" name="Rechteck 30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84" name="Textfeld 29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982" name="Textfeld 29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915" name="Gruppieren 2914"/>
            <p:cNvGrpSpPr/>
            <p:nvPr/>
          </p:nvGrpSpPr>
          <p:grpSpPr>
            <a:xfrm>
              <a:off x="5296067" y="4878385"/>
              <a:ext cx="326518" cy="1652928"/>
              <a:chOff x="1692724" y="1141150"/>
              <a:chExt cx="326518" cy="1652928"/>
            </a:xfrm>
          </p:grpSpPr>
          <p:grpSp>
            <p:nvGrpSpPr>
              <p:cNvPr id="2953" name="Gruppieren 295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955" name="Gruppieren 295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9" name="Ellipse 29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0" name="Ellipse 29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1" name="Textfeld 29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2" name="Textfeld 29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3" name="Ellipse 29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4" name="Ellipse 29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6" name="Ellipse 29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68" name="Textfeld 29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0" name="Ellipse 29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2" name="Textfeld 29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3" name="Rechteck 29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Rechteck 29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Rechteck 29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6" name="Rechteck 29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Rechteck 29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Rechteck 29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9" name="Rechteck 29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0" name="Rechteck 29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56" name="Textfeld 29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954" name="Textfeld 29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916" name="Gruppieren 2915"/>
            <p:cNvGrpSpPr/>
            <p:nvPr/>
          </p:nvGrpSpPr>
          <p:grpSpPr>
            <a:xfrm>
              <a:off x="5621847" y="4878385"/>
              <a:ext cx="369660" cy="1652928"/>
              <a:chOff x="1694292" y="1141150"/>
              <a:chExt cx="369660" cy="1652928"/>
            </a:xfrm>
          </p:grpSpPr>
          <p:grpSp>
            <p:nvGrpSpPr>
              <p:cNvPr id="2949" name="Gruppieren 294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2951" name="Rechteck 295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52" name="Textfeld 295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950" name="Textfeld 29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2917" name="Gruppieren 2916"/>
            <p:cNvGrpSpPr/>
            <p:nvPr/>
          </p:nvGrpSpPr>
          <p:grpSpPr>
            <a:xfrm>
              <a:off x="4644982" y="4878092"/>
              <a:ext cx="327049" cy="1652928"/>
              <a:chOff x="1692193" y="1141150"/>
              <a:chExt cx="327049" cy="1652928"/>
            </a:xfrm>
          </p:grpSpPr>
          <p:grpSp>
            <p:nvGrpSpPr>
              <p:cNvPr id="2923" name="Gruppieren 292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2925" name="Gruppieren 292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9" name="Ellipse 29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Ellipse 29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Ellipse 29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2" name="Ellipse 29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3" name="Textfeld 29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34" name="Textfeld 29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Ellipse 29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Textfeld 293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38" name="Textfeld 293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Ellipse 29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Rechteck 29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2" name="Rechteck 29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3" name="Rechteck 29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4" name="Rechteck 29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5" name="Rechteck 29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6" name="Rechteck 29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7" name="Rechteck 29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8" name="Rechteck 29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26" name="Textfeld 29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924" name="Textfeld 29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2918" name="Textfeld 2917"/>
            <p:cNvSpPr txBox="1"/>
            <p:nvPr/>
          </p:nvSpPr>
          <p:spPr>
            <a:xfrm>
              <a:off x="3761062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2919" name="Textfeld 291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2920" name="Textfeld 291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2921" name="Textfeld 292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2922" name="Textfeld 292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3063" name="Gruppieren 3062"/>
          <p:cNvGrpSpPr/>
          <p:nvPr/>
        </p:nvGrpSpPr>
        <p:grpSpPr>
          <a:xfrm>
            <a:off x="6987010" y="4867199"/>
            <a:ext cx="2232646" cy="1654831"/>
            <a:chOff x="6758410" y="4867199"/>
            <a:chExt cx="2232646" cy="1654831"/>
          </a:xfrm>
        </p:grpSpPr>
        <p:grpSp>
          <p:nvGrpSpPr>
            <p:cNvPr id="3064" name="Gruppieren 3063"/>
            <p:cNvGrpSpPr/>
            <p:nvPr/>
          </p:nvGrpSpPr>
          <p:grpSpPr>
            <a:xfrm>
              <a:off x="7002811" y="4869102"/>
              <a:ext cx="324950" cy="1652928"/>
              <a:chOff x="1694292" y="1141150"/>
              <a:chExt cx="324950" cy="1652928"/>
            </a:xfrm>
          </p:grpSpPr>
          <p:grpSp>
            <p:nvGrpSpPr>
              <p:cNvPr id="3358" name="Gruppieren 335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60" name="Gruppieren 335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62" name="Rechteck 33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3" name="Rechteck 33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4" name="Ellipse 33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5" name="Ellipse 33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6" name="Ellipse 33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Ellipse 33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Ellipse 33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Rechteck 33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Rechteck 33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4" name="Rechteck 33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5" name="Rechteck 33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Rechteck 33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Rechteck 33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1" name="Textfeld 33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59" name="Textfeld 33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065" name="Rechteck 3064"/>
            <p:cNvSpPr/>
            <p:nvPr/>
          </p:nvSpPr>
          <p:spPr>
            <a:xfrm>
              <a:off x="6763427" y="503180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6" name="Rechteck 3065"/>
            <p:cNvSpPr/>
            <p:nvPr/>
          </p:nvSpPr>
          <p:spPr>
            <a:xfrm>
              <a:off x="6840203" y="521320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7" name="Rechteck 3066"/>
            <p:cNvSpPr/>
            <p:nvPr/>
          </p:nvSpPr>
          <p:spPr>
            <a:xfrm>
              <a:off x="6796729" y="525587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8" name="Rechteck 3067"/>
            <p:cNvSpPr/>
            <p:nvPr/>
          </p:nvSpPr>
          <p:spPr>
            <a:xfrm>
              <a:off x="6840873" y="582169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9" name="Rechteck 3068"/>
            <p:cNvSpPr/>
            <p:nvPr/>
          </p:nvSpPr>
          <p:spPr>
            <a:xfrm>
              <a:off x="6797399" y="586437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070" name="Gruppieren 3069"/>
            <p:cNvGrpSpPr/>
            <p:nvPr/>
          </p:nvGrpSpPr>
          <p:grpSpPr>
            <a:xfrm>
              <a:off x="7317750" y="4869102"/>
              <a:ext cx="327049" cy="1652928"/>
              <a:chOff x="1692193" y="1141150"/>
              <a:chExt cx="327049" cy="1652928"/>
            </a:xfrm>
          </p:grpSpPr>
          <p:grpSp>
            <p:nvGrpSpPr>
              <p:cNvPr id="3328" name="Gruppieren 33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0" name="Gruppieren 33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2" name="Rechteck 33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3" name="Rechteck 33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4" name="Ellipse 33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Ellipse 33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6" name="Textfeld 33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37" name="Textfeld 33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38" name="Ellipse 33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Ellipse 33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Textfeld 33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1" name="Textfeld 33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2" name="Ellipse 33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3" name="Ellipse 33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Textfeld 33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5" name="Textfeld 33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6" name="Ellipse 33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47" name="Ellipse 33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8" name="Textfeld 33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49" name="Textfeld 33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0" name="Rechteck 33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Rechteck 33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2" name="Rechteck 33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1" name="Textfeld 33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329" name="Textfeld 33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071" name="Gruppieren 3070"/>
            <p:cNvGrpSpPr/>
            <p:nvPr/>
          </p:nvGrpSpPr>
          <p:grpSpPr>
            <a:xfrm>
              <a:off x="7968160" y="4867886"/>
              <a:ext cx="327049" cy="1652928"/>
              <a:chOff x="1692193" y="1141150"/>
              <a:chExt cx="327049" cy="1652928"/>
            </a:xfrm>
          </p:grpSpPr>
          <p:grpSp>
            <p:nvGrpSpPr>
              <p:cNvPr id="3298" name="Gruppieren 32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0" name="Gruppieren 32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2" name="Rechteck 33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3" name="Rechteck 33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4" name="Ellipse 33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5" name="Ellipse 33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Textfeld 33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07" name="Textfeld 33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08" name="Ellipse 33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9" name="Ellipse 33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0" name="Textfeld 33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1" name="Textfeld 3310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2" name="Ellipse 33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3" name="Ellipse 33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4" name="Textfeld 3313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5" name="Textfeld 3314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6" name="Ellipse 33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7" name="Ellipse 33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8" name="Textfeld 33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19" name="Textfeld 33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0" name="Rechteck 33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Rechteck 33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2" name="Rechteck 33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1" name="Textfeld 33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299" name="Textfeld 32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72" name="Gruppieren 3071"/>
            <p:cNvGrpSpPr/>
            <p:nvPr/>
          </p:nvGrpSpPr>
          <p:grpSpPr>
            <a:xfrm>
              <a:off x="8295616" y="4867886"/>
              <a:ext cx="326518" cy="1652928"/>
              <a:chOff x="1692724" y="1141150"/>
              <a:chExt cx="326518" cy="1652928"/>
            </a:xfrm>
          </p:grpSpPr>
          <p:grpSp>
            <p:nvGrpSpPr>
              <p:cNvPr id="3110" name="Gruppieren 310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112" name="Gruppieren 31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5" name="Rechteck 32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Ellipse 32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7" name="Ellipse 32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8" name="Textfeld 32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9" name="Textfeld 32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80" name="Ellipse 32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1" name="Ellipse 32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2" name="Ellipse 32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3" name="Ellipse 32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Textfeld 32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5" name="Textfeld 32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6" name="Ellipse 32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Textfeld 32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89" name="Textfeld 32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90" name="Rechteck 32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1" name="Rechteck 32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Rechteck 32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73" name="Textfeld 32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111" name="Textfeld 31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073" name="Gruppieren 3072"/>
            <p:cNvGrpSpPr/>
            <p:nvPr/>
          </p:nvGrpSpPr>
          <p:grpSpPr>
            <a:xfrm>
              <a:off x="8621396" y="4867886"/>
              <a:ext cx="369660" cy="1652928"/>
              <a:chOff x="1694292" y="1141150"/>
              <a:chExt cx="369660" cy="1652928"/>
            </a:xfrm>
          </p:grpSpPr>
          <p:grpSp>
            <p:nvGrpSpPr>
              <p:cNvPr id="3106" name="Gruppieren 3105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3108" name="Rechteck 31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09" name="Textfeld 310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107" name="Textfeld 31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3074" name="Gruppieren 3073"/>
            <p:cNvGrpSpPr/>
            <p:nvPr/>
          </p:nvGrpSpPr>
          <p:grpSpPr>
            <a:xfrm>
              <a:off x="7642330" y="4867199"/>
              <a:ext cx="327049" cy="1652928"/>
              <a:chOff x="1692193" y="1141150"/>
              <a:chExt cx="327049" cy="1652928"/>
            </a:xfrm>
          </p:grpSpPr>
          <p:grpSp>
            <p:nvGrpSpPr>
              <p:cNvPr id="3080" name="Gruppieren 3079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3082" name="Gruppieren 3081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85" name="Rechteck 30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Ellipse 30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Ellipse 30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8" name="Ellipse 30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9" name="Ellipse 30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0" name="Textfeld 30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1" name="Textfeld 30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2" name="Ellipse 30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3" name="Ellipse 30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Textfeld 3093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95" name="Textfeld 3094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96" name="Ellipse 30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7" name="Ellipse 30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8" name="Rechteck 30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9" name="Rechteck 30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0" name="Rechteck 30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1" name="Rechteck 31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2" name="Rechteck 31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3" name="Rechteck 31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Rechteck 31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Rechteck 31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83" name="Textfeld 30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081" name="Textfeld 30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3075" name="Textfeld 3074"/>
            <p:cNvSpPr txBox="1"/>
            <p:nvPr/>
          </p:nvSpPr>
          <p:spPr>
            <a:xfrm>
              <a:off x="6758410" y="635387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3076" name="Textfeld 3075"/>
            <p:cNvSpPr txBox="1"/>
            <p:nvPr/>
          </p:nvSpPr>
          <p:spPr>
            <a:xfrm>
              <a:off x="7671820" y="549220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3077" name="Textfeld 3076"/>
            <p:cNvSpPr txBox="1"/>
            <p:nvPr/>
          </p:nvSpPr>
          <p:spPr>
            <a:xfrm>
              <a:off x="7794940" y="549257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3078" name="Textfeld 3077"/>
            <p:cNvSpPr txBox="1"/>
            <p:nvPr/>
          </p:nvSpPr>
          <p:spPr>
            <a:xfrm>
              <a:off x="7675019" y="618061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3079" name="Textfeld 3078"/>
            <p:cNvSpPr txBox="1"/>
            <p:nvPr/>
          </p:nvSpPr>
          <p:spPr>
            <a:xfrm>
              <a:off x="7798139" y="618099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3883" name="Gruppieren 3882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3884" name="Gruppieren 3883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4322" name="Gruppieren 43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324" name="Gruppieren 43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326" name="Rechteck 43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27" name="Rechteck 43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8" name="Ellipse 43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29" name="Ellipse 43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0" name="Ellipse 43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1" name="Ellipse 43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2" name="Ellipse 43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3" name="Ellipse 43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4" name="Ellipse 43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5" name="Ellipse 43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6" name="Rechteck 43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7" name="Rechteck 43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8" name="Rechteck 43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9" name="Rechteck 43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0" name="Rechteck 43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1" name="Rechteck 43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2" name="Rechteck 43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3" name="Rechteck 43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25" name="Textfeld 43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323" name="Textfeld 43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885" name="Rechteck 3884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6" name="Rechteck 3885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7" name="Rechteck 3886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8" name="Rechteck 3887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9" name="Rechteck 3888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890" name="Gruppieren 3889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92" name="Gruppieren 42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94" name="Gruppieren 42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96" name="Rechteck 42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97" name="Rechteck 42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8" name="Ellipse 42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99" name="Ellipse 42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0" name="Textfeld 42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301" name="Textfeld 43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302" name="Ellipse 43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3" name="Ellipse 43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4" name="Textfeld 43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5" name="Textfeld 43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6" name="Ellipse 43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7" name="Ellipse 43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8" name="Textfeld 43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9" name="Textfeld 43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10" name="Ellipse 43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1" name="Ellipse 43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2" name="Textfeld 43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313" name="Textfeld 43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314" name="Rechteck 43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5" name="Rechteck 43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6" name="Rechteck 43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7" name="Rechteck 43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8" name="Rechteck 43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9" name="Rechteck 43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0" name="Rechteck 43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1" name="Rechteck 43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95" name="Textfeld 42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293" name="Textfeld 42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1" name="Gruppieren 3890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62" name="Gruppieren 42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64" name="Gruppieren 42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66" name="Rechteck 42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67" name="Rechteck 42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8" name="Ellipse 42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9" name="Ellipse 42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0" name="Textfeld 42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71" name="Textfeld 42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72" name="Ellipse 42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3" name="Ellipse 42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4" name="Textfeld 42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5" name="Textfeld 42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6" name="Ellipse 42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7" name="Ellipse 42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8" name="Textfeld 42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9" name="Textfeld 42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80" name="Ellipse 42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81" name="Ellipse 42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2" name="Textfeld 42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83" name="Textfeld 42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84" name="Rechteck 42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5" name="Rechteck 42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6" name="Rechteck 42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7" name="Rechteck 42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8" name="Rechteck 42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9" name="Rechteck 42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0" name="Rechteck 42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1" name="Rechteck 42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65" name="Textfeld 42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4263" name="Textfeld 42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2" name="Gruppieren 3891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32" name="Gruppieren 42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34" name="Gruppieren 42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36" name="Rechteck 42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37" name="Rechteck 42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8" name="Ellipse 42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9" name="Ellipse 42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0" name="Textfeld 42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41" name="Textfeld 42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42" name="Ellipse 42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3" name="Ellipse 42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4" name="Textfeld 42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5" name="Textfeld 42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6" name="Ellipse 42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7" name="Ellipse 42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8" name="Textfeld 42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9" name="Textfeld 42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50" name="Ellipse 42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1" name="Ellipse 42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2" name="Textfeld 42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53" name="Textfeld 42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54" name="Rechteck 42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5" name="Rechteck 42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6" name="Rechteck 42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7" name="Rechteck 42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8" name="Rechteck 42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9" name="Rechteck 42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0" name="Rechteck 42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1" name="Rechteck 42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35" name="Textfeld 42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233" name="Textfeld 42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3" name="Gruppieren 3892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02" name="Gruppieren 42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04" name="Gruppieren 42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06" name="Rechteck 42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07" name="Rechteck 42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8" name="Ellipse 42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9" name="Ellipse 42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0" name="Textfeld 42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11" name="Textfeld 42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12" name="Ellipse 42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3" name="Ellipse 42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4" name="Textfeld 42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5" name="Textfeld 42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6" name="Ellipse 42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7" name="Ellipse 42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8" name="Textfeld 42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9" name="Textfeld 42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20" name="Ellipse 42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1" name="Ellipse 42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2" name="Textfeld 42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23" name="Textfeld 42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24" name="Rechteck 42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5" name="Rechteck 42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6" name="Rechteck 42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7" name="Rechteck 42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8" name="Rechteck 42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9" name="Rechteck 42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0" name="Rechteck 42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1" name="Rechteck 42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05" name="Textfeld 42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203" name="Textfeld 42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4" name="Gruppieren 3893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172" name="Gruppieren 417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74" name="Gruppieren 41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76" name="Rechteck 41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77" name="Rechteck 41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8" name="Ellipse 41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9" name="Ellipse 41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0" name="Textfeld 41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81" name="Textfeld 41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82" name="Ellipse 41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3" name="Ellipse 41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4" name="Textfeld 41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5" name="Textfeld 41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6" name="Ellipse 41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7" name="Ellipse 41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8" name="Textfeld 4187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9" name="Textfeld 41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90" name="Ellipse 41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1" name="Ellipse 41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2" name="Textfeld 41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93" name="Textfeld 41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94" name="Rechteck 41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5" name="Rechteck 41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6" name="Rechteck 41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7" name="Rechteck 41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8" name="Rechteck 41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9" name="Rechteck 41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0" name="Rechteck 41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1" name="Rechteck 42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75" name="Textfeld 41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173" name="Textfeld 41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5" name="Gruppieren 3894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142" name="Gruppieren 414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44" name="Gruppieren 41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46" name="Rechteck 41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47" name="Rechteck 41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8" name="Ellipse 41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9" name="Ellipse 41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0" name="Textfeld 41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51" name="Textfeld 41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52" name="Ellipse 41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3" name="Ellipse 41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4" name="Textfeld 41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5" name="Textfeld 41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6" name="Ellipse 41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7" name="Ellipse 41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8" name="Textfeld 41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9" name="Textfeld 41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60" name="Ellipse 41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61" name="Ellipse 41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2" name="Textfeld 41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63" name="Textfeld 41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64" name="Rechteck 41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5" name="Rechteck 41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6" name="Rechteck 41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7" name="Rechteck 41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8" name="Rechteck 41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9" name="Rechteck 41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0" name="Rechteck 41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1" name="Rechteck 41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45" name="Textfeld 41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143" name="Textfeld 41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6" name="Gruppieren 3895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4112" name="Gruppieren 4111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4114" name="Gruppieren 41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16" name="Rechteck 41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17" name="Rechteck 41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8" name="Ellipse 41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9" name="Ellipse 41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0" name="Textfeld 41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21" name="Textfeld 41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22" name="Ellipse 41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3" name="Ellipse 41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4" name="Textfeld 41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5" name="Textfeld 41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6" name="Ellipse 41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7" name="Ellipse 41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8" name="Textfeld 41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9" name="Textfeld 41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30" name="Ellipse 41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1" name="Ellipse 41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2" name="Textfeld 41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33" name="Textfeld 41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34" name="Rechteck 41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5" name="Rechteck 41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6" name="Rechteck 41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7" name="Rechteck 41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8" name="Rechteck 41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9" name="Rechteck 41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0" name="Rechteck 41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1" name="Rechteck 41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15" name="Textfeld 4114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4113" name="Textfeld 41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7" name="Gruppieren 3896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82" name="Gruppieren 408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84" name="Gruppieren 40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86" name="Rechteck 40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7" name="Rechteck 40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8" name="Ellipse 40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9" name="Ellipse 40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0" name="Textfeld 40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91" name="Textfeld 40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92" name="Ellipse 40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3" name="Ellipse 40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4" name="Textfeld 40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5" name="Textfeld 40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6" name="Ellipse 40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7" name="Ellipse 40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8" name="Textfeld 40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9" name="Textfeld 40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00" name="Ellipse 40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1" name="Ellipse 41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2" name="Textfeld 41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03" name="Textfeld 41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04" name="Rechteck 41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5" name="Rechteck 41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6" name="Rechteck 41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7" name="Rechteck 41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8" name="Rechteck 41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9" name="Rechteck 41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0" name="Rechteck 41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1" name="Rechteck 41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85" name="Textfeld 408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4083" name="Textfeld 40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8" name="Gruppieren 3897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52" name="Gruppieren 405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54" name="Gruppieren 40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56" name="Rechteck 4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57" name="Rechteck 4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8" name="Ellipse 4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9" name="Ellipse 4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0" name="Textfeld 40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61" name="Textfeld 40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62" name="Ellipse 40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3" name="Ellipse 40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4" name="Textfeld 40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5" name="Textfeld 40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6" name="Ellipse 40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7" name="Ellipse 40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8" name="Textfeld 40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9" name="Textfeld 40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70" name="Ellipse 40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1" name="Ellipse 40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2" name="Textfeld 40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73" name="Textfeld 40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74" name="Rechteck 40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5" name="Rechteck 40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6" name="Rechteck 40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7" name="Rechteck 40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8" name="Rechteck 40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9" name="Rechteck 40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0" name="Rechteck 40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1" name="Rechteck 40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55" name="Textfeld 405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4053" name="Textfeld 4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9" name="Gruppieren 3898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22" name="Gruppieren 402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24" name="Gruppieren 4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26" name="Rechteck 4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27" name="Rechteck 4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8" name="Ellipse 4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9" name="Ellipse 4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0" name="Textfeld 4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31" name="Textfeld 4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32" name="Ellipse 4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3" name="Ellipse 4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4" name="Textfeld 4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5" name="Textfeld 4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6" name="Ellipse 4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7" name="Ellipse 4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8" name="Textfeld 4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9" name="Textfeld 4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40" name="Ellipse 4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1" name="Ellipse 4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2" name="Textfeld 4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43" name="Textfeld 4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44" name="Rechteck 4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5" name="Rechteck 4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6" name="Rechteck 4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7" name="Rechteck 4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8" name="Rechteck 4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9" name="Rechteck 4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0" name="Rechteck 4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1" name="Rechteck 4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25" name="Textfeld 40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4023" name="Textfeld 4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900" name="Gruppieren 3899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3992" name="Gruppieren 399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994" name="Gruppieren 3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996" name="Rechteck 3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97" name="Rechteck 3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8" name="Ellipse 3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9" name="Ellipse 3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0" name="Textfeld 3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01" name="Textfeld 4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02" name="Ellipse 4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3" name="Ellipse 4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4" name="Textfeld 4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5" name="Textfeld 4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6" name="Ellipse 4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7" name="Ellipse 4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8" name="Textfeld 4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9" name="Textfeld 4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10" name="Ellipse 4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1" name="Ellipse 4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2" name="Textfeld 4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13" name="Textfeld 4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14" name="Rechteck 4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5" name="Rechteck 4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6" name="Rechteck 4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7" name="Rechteck 4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8" name="Rechteck 4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9" name="Rechteck 4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0" name="Rechteck 4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1" name="Rechteck 4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95" name="Textfeld 39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3993" name="Textfeld 3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901" name="Gruppieren 3900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3966" name="Gruppieren 3965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3968" name="Gruppieren 396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970" name="Rechteck 3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71" name="Rechteck 3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2" name="Ellipse 3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3" name="Ellipse 3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4" name="Ellipse 3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5" name="Ellipse 3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6" name="Textfeld 39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7" name="Textfeld 39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8" name="Ellipse 39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9" name="Ellipse 39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0" name="Textfeld 3979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981" name="Textfeld 39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982" name="Ellipse 39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3" name="Ellipse 39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4" name="Rechteck 3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5" name="Rechteck 3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6" name="Rechteck 3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7" name="Rechteck 3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8" name="Rechteck 3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9" name="Rechteck 3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0" name="Rechteck 3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1" name="Rechteck 3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69" name="Textfeld 396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3967" name="Textfeld 3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902" name="Gruppieren 3901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3938" name="Gruppieren 393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3940" name="Gruppieren 393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942" name="Rechteck 39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43" name="Rechteck 39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4" name="Ellipse 39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5" name="Ellipse 39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6" name="Textfeld 39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47" name="Textfeld 39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48" name="Ellipse 39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9" name="Ellipse 39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0" name="Ellipse 3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1" name="Ellipse 3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2" name="Textfeld 3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53" name="Textfeld 3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54" name="Ellipse 3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5" name="Ellipse 3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6" name="Textfeld 3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57" name="Textfeld 3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58" name="Rechteck 3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9" name="Rechteck 3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0" name="Rechteck 3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1" name="Rechteck 3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2" name="Rechteck 3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3" name="Rechteck 3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4" name="Rechteck 3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5" name="Rechteck 3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41" name="Textfeld 394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3939" name="Textfeld 39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903" name="Gruppieren 3902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3910" name="Gruppieren 390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3912" name="Gruppieren 39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914" name="Rechteck 39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15" name="Rechteck 39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6" name="Ellipse 39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7" name="Ellipse 39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8" name="Textfeld 39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19" name="Textfeld 39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20" name="Ellipse 39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1" name="Ellipse 39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2" name="Ellipse 3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3" name="Ellipse 3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4" name="Textfeld 3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25" name="Textfeld 3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26" name="Ellipse 3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7" name="Ellipse 3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8" name="Textfeld 3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29" name="Textfeld 3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30" name="Rechteck 3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1" name="Rechteck 3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2" name="Rechteck 3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3" name="Rechteck 3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4" name="Rechteck 3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5" name="Rechteck 3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6" name="Rechteck 3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7" name="Rechteck 3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13" name="Textfeld 391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3911" name="Textfeld 39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904" name="Gruppieren 3903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3906" name="Gruppieren 3905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3908" name="Rechteck 39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09" name="Textfeld 390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3907" name="Textfeld 3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905" name="Textfeld 3904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344" name="Gruppieren 4343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4345" name="Gruppieren 4344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4480" name="Gruppieren 447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482" name="Gruppieren 448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484" name="Rechteck 44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85" name="Rechteck 44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6" name="Ellipse 44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87" name="Ellipse 44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8" name="Ellipse 44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9" name="Ellipse 44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0" name="Ellipse 44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1" name="Ellipse 44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2" name="Ellipse 4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3" name="Ellipse 4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4" name="Rechteck 44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5" name="Rechteck 44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6" name="Rechteck 44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7" name="Rechteck 44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8" name="Rechteck 44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9" name="Rechteck 44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00" name="Rechteck 44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01" name="Rechteck 45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83" name="Textfeld 44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481" name="Textfeld 44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4346" name="Rechteck 4345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7" name="Rechteck 4346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8" name="Rechteck 4347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9" name="Rechteck 4348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50" name="Rechteck 4349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351" name="Gruppieren 4350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4450" name="Gruppieren 44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452" name="Gruppieren 44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454" name="Rechteck 44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55" name="Rechteck 44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6" name="Ellipse 44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57" name="Ellipse 44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8" name="Textfeld 44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59" name="Textfeld 44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60" name="Ellipse 44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1" name="Ellipse 44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2" name="Textfeld 44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463" name="Textfeld 44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464" name="Ellipse 44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5" name="Ellipse 44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6" name="Textfeld 44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467" name="Textfeld 44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468" name="Ellipse 4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9" name="Ellipse 4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0" name="Textfeld 44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471" name="Textfeld 44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472" name="Rechteck 44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3" name="Rechteck 44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4" name="Rechteck 44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5" name="Rechteck 44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6" name="Rechteck 44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7" name="Rechteck 44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8" name="Rechteck 44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9" name="Rechteck 44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53" name="Textfeld 44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451" name="Textfeld 44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4352" name="Gruppieren 4351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4420" name="Gruppieren 44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422" name="Gruppieren 44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424" name="Rechteck 44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25" name="Rechteck 44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6" name="Ellipse 44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7" name="Ellipse 44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8" name="Textfeld 44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29" name="Textfeld 44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30" name="Ellipse 44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1" name="Ellipse 44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2" name="Textfeld 44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433" name="Textfeld 44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434" name="Ellipse 44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5" name="Ellipse 44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6" name="Textfeld 443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437" name="Textfeld 443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438" name="Ellipse 44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39" name="Ellipse 44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0" name="Textfeld 44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441" name="Textfeld 44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442" name="Rechteck 44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3" name="Rechteck 44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4" name="Rechteck 44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5" name="Rechteck 44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6" name="Rechteck 44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7" name="Rechteck 44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8" name="Rechteck 44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9" name="Rechteck 44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23" name="Textfeld 44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421" name="Textfeld 44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4353" name="Gruppieren 4352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4392" name="Gruppieren 439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4394" name="Gruppieren 43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4396" name="Rechteck 43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97" name="Rechteck 43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8" name="Ellipse 43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9" name="Ellipse 43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0" name="Textfeld 43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01" name="Textfeld 44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02" name="Ellipse 44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3" name="Ellipse 44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4" name="Ellipse 44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5" name="Ellipse 44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6" name="Textfeld 44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407" name="Textfeld 44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408" name="Ellipse 44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09" name="Ellipse 44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0" name="Textfeld 44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411" name="Textfeld 44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412" name="Rechteck 44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3" name="Rechteck 44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4" name="Rechteck 44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5" name="Rechteck 44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6" name="Rechteck 44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7" name="Rechteck 44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8" name="Rechteck 44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9" name="Rechteck 44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95" name="Textfeld 43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393" name="Textfeld 43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4354" name="Gruppieren 4353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4388" name="Gruppieren 438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4390" name="Rechteck 43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391" name="Textfeld 439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4389" name="Textfeld 43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355" name="Textfeld 4354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4356" name="Gruppieren 4355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4357" name="Gruppieren 435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4361" name="Gruppieren 436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4363" name="Gruppieren 436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4365" name="Rechteck 436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366" name="Rechteck 436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7" name="Ellipse 436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8" name="Ellipse 436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9" name="Textfeld 436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4370" name="Ellipse 436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1" name="Ellipse 437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2" name="Textfeld 437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373" name="Textfeld 437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374" name="Ellipse 437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5" name="Ellipse 437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6" name="Textfeld 437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4377" name="Textfeld 437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4378" name="Ellipse 437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379" name="Ellipse 437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0" name="Rechteck 437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1" name="Rechteck 438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2" name="Rechteck 438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3" name="Rechteck 438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4" name="Rechteck 438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5" name="Rechteck 438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6" name="Rechteck 438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7" name="Rechteck 438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4364" name="Textfeld 436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4362" name="Textfeld 436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4358" name="Textfeld 435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4359" name="Textfeld 435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4360" name="Textfeld 435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412" name="Gruppieren 2411"/>
          <p:cNvGrpSpPr/>
          <p:nvPr/>
        </p:nvGrpSpPr>
        <p:grpSpPr>
          <a:xfrm>
            <a:off x="10244840" y="2835348"/>
            <a:ext cx="1537112" cy="1653196"/>
            <a:chOff x="10244840" y="2835348"/>
            <a:chExt cx="1537112" cy="1653196"/>
          </a:xfrm>
        </p:grpSpPr>
        <p:grpSp>
          <p:nvGrpSpPr>
            <p:cNvPr id="2413" name="Gruppieren 2412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487" name="Gruppieren 248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489" name="Gruppieren 248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491" name="Rechteck 24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92" name="Rechteck 24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3" name="Ellipse 24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94" name="Ellipse 24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5" name="Ellipse 24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6" name="Ellipse 24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7" name="Ellipse 24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8" name="Ellipse 24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9" name="Ellipse 24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0" name="Ellipse 24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1" name="Rechteck 25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Rechteck 25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Rechteck 25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Rechteck 25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7" name="Rechteck 25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8" name="Rechteck 25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90" name="Textfeld 248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488" name="Textfeld 24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14" name="Rechteck 2413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5" name="Rechteck 2414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6" name="Rechteck 2415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7" name="Rechteck 2416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8" name="Rechteck 2417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19" name="Gruppieren 2418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457" name="Gruppieren 245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59" name="Gruppieren 245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61" name="Rechteck 24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2" name="Rechteck 24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3" name="Ellipse 24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4" name="Ellipse 24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5" name="Textfeld 24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66" name="Textfeld 24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67" name="Ellipse 24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8" name="Ellipse 24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9" name="Textfeld 246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1" name="Ellipse 247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2" name="Ellipse 247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3" name="Textfeld 247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4" name="Textfeld 247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5" name="Ellipse 247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6" name="Ellipse 247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7" name="Textfeld 247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78" name="Textfeld 247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79" name="Rechteck 247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0" name="Rechteck 247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1" name="Rechteck 248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2" name="Rechteck 248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3" name="Rechteck 248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4" name="Rechteck 248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5" name="Rechteck 248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6" name="Rechteck 248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60" name="Textfeld 245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458" name="Textfeld 24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420" name="Gruppieren 2419"/>
            <p:cNvGrpSpPr/>
            <p:nvPr/>
          </p:nvGrpSpPr>
          <p:grpSpPr>
            <a:xfrm>
              <a:off x="11134065" y="2835348"/>
              <a:ext cx="327049" cy="1652928"/>
              <a:chOff x="1692193" y="1141150"/>
              <a:chExt cx="327049" cy="1652928"/>
            </a:xfrm>
          </p:grpSpPr>
          <p:grpSp>
            <p:nvGrpSpPr>
              <p:cNvPr id="2427" name="Gruppieren 242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29" name="Gruppieren 242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31" name="Rechteck 243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2" name="Rechteck 243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3" name="Ellipse 243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4" name="Ellipse 243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5" name="Textfeld 243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36" name="Textfeld 243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37" name="Ellipse 24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9" name="Textfeld 243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0" name="Textfeld 243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1" name="Ellipse 24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2" name="Ellipse 24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43" name="Textfeld 24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4" name="Textfeld 24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5" name="Ellipse 24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Ellipse 24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7" name="Textfeld 24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48" name="Textfeld 24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49" name="Rechteck 24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0" name="Rechteck 24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1" name="Rechteck 24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2" name="Rechteck 24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3" name="Rechteck 24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4" name="Rechteck 24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5" name="Rechteck 24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6" name="Rechteck 24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30" name="Textfeld 242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428" name="Textfeld 242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421" name="Gruppieren 2420"/>
            <p:cNvGrpSpPr/>
            <p:nvPr/>
          </p:nvGrpSpPr>
          <p:grpSpPr>
            <a:xfrm>
              <a:off x="11457002" y="2835348"/>
              <a:ext cx="324950" cy="1652928"/>
              <a:chOff x="1694292" y="1141150"/>
              <a:chExt cx="324950" cy="1652928"/>
            </a:xfrm>
          </p:grpSpPr>
          <p:grpSp>
            <p:nvGrpSpPr>
              <p:cNvPr id="2423" name="Gruppieren 2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425" name="Rechteck 242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26" name="Textfeld 2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24" name="Textfeld 2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2422" name="Textfeld 2421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2509" name="Gruppieren 2508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510" name="Gruppieren 2509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553" name="Gruppieren 255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55" name="Gruppieren 255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57" name="Rechteck 2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58" name="Rechteck 2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9" name="Ellipse 2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0" name="Ellipse 2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1" name="Textfeld 25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62" name="Textfeld 25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Textfeld 2564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66" name="Textfeld 25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Textfeld 25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70" name="Textfeld 25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71" name="Ellipse 25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Ellipse 25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Textfeld 25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74" name="Textfeld 25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8" name="Rechteck 25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9" name="Rechteck 25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0" name="Rechteck 25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1" name="Rechteck 25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6" name="Textfeld 2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554" name="Textfeld 2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511" name="Rechteck 2510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2" name="Rechteck 2511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3" name="Rechteck 2512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4" name="Rechteck 2513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5" name="Rechteck 2514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516" name="Gruppieren 2515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523" name="Gruppieren 2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5" name="Gruppieren 2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27" name="Rechteck 2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28" name="Rechteck 2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9" name="Ellipse 2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0" name="Ellipse 2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1" name="Textfeld 2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2" name="Textfeld 2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Ellipse 2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6" name="Textfeld 25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8" name="Ellipse 2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40" name="Textfeld 2539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2" name="Ellipse 2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44" name="Textfeld 2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45" name="Rechteck 2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Rechteck 2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7" name="Rechteck 2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6" name="Textfeld 2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524" name="Textfeld 2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517" name="Textfeld 2516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518" name="Gruppieren 2517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519" name="Gruppieren 2518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521" name="Rechteck 2520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522" name="Textfeld 252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520" name="Textfeld 2519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3" name="Gruppieren 2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2060" name="Gruppieren 2059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2390" name="Gruppieren 238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392" name="Gruppieren 239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Ellipse 23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7" name="Ellipse 23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8" name="Ellipse 23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9" name="Ellipse 23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Ellipse 23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1" name="Ellipse 24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2" name="Ellipse 24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3" name="Ellipse 24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4" name="Rechteck 24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5" name="Rechteck 24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6" name="Rechteck 24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Rechteck 24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Rechteck 24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Rechteck 24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Rechteck 24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Rechteck 24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93" name="Textfeld 239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391" name="Textfeld 23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061" name="Rechteck 2060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2" name="Rechteck 2061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3" name="Rechteck 2062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4" name="Rechteck 2063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5" name="Rechteck 2064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066" name="Gruppieren 2065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60" name="Gruppieren 235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62" name="Gruppieren 23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Ellipse 23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Ellipse 23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Textfeld 23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69" name="Textfeld 23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70" name="Ellipse 23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1" name="Ellipse 23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2" name="Textfeld 23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3" name="Textfeld 23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4" name="Ellipse 23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5" name="Ellipse 23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6" name="Textfeld 23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7" name="Textfeld 23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9" name="Ellipse 23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81" name="Textfeld 23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82" name="Rechteck 23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Rechteck 23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Rechteck 23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5" name="Rechteck 23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Rechteck 23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Rechteck 23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8" name="Rechteck 23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9" name="Rechteck 23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63" name="Textfeld 236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361" name="Textfeld 23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7" name="Gruppieren 2066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30" name="Gruppieren 232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32" name="Gruppieren 23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Ellipse 23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Ellipse 23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8" name="Textfeld 23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39" name="Textfeld 23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40" name="Ellipse 23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1" name="Ellipse 23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2" name="Textfeld 23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3" name="Textfeld 23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4" name="Ellipse 23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5" name="Ellipse 23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Textfeld 23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7" name="Textfeld 23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Ellipse 23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51" name="Textfeld 23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52" name="Rechteck 23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Rechteck 23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4" name="Rechteck 23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5" name="Rechteck 23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6" name="Rechteck 23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Rechteck 23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8" name="Rechteck 23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9" name="Rechteck 23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33" name="Textfeld 23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31" name="Textfeld 23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8" name="Gruppieren 2067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00" name="Gruppieren 229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02" name="Gruppieren 23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Ellipse 23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Ellipse 23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Textfeld 23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09" name="Textfeld 23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10" name="Ellipse 23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1" name="Ellipse 23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2" name="Textfeld 23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3" name="Textfeld 23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4" name="Ellipse 23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5" name="Ellipse 23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6" name="Textfeld 23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7" name="Textfeld 23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Ellipse 23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21" name="Textfeld 23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22" name="Rechteck 23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Rechteck 23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4" name="Rechteck 23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5" name="Rechteck 23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Rechteck 23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Rechteck 23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8" name="Rechteck 23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9" name="Rechteck 23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03" name="Textfeld 23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301" name="Textfeld 23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9" name="Gruppieren 2068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270" name="Gruppieren 22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272" name="Gruppieren 22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74" name="Rechteck 22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75" name="Rechteck 22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6" name="Ellipse 22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7" name="Ellipse 22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8" name="Textfeld 22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79" name="Textfeld 22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80" name="Ellipse 22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1" name="Ellipse 22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2" name="Textfeld 22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3" name="Textfeld 22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4" name="Ellipse 22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5" name="Ellipse 22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6" name="Textfeld 22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7" name="Textfeld 22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8" name="Ellipse 22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89" name="Ellipse 22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0" name="Textfeld 22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91" name="Textfeld 22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92" name="Rechteck 22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Rechteck 22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Rechteck 22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5" name="Rechteck 22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6" name="Rechteck 22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7" name="Rechteck 22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Rechteck 22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9" name="Rechteck 22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73" name="Textfeld 22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271" name="Textfeld 22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0" name="Gruppieren 2069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2240" name="Gruppieren 2239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242" name="Gruppieren 22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44" name="Rechteck 22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45" name="Rechteck 22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Ellipse 22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Ellipse 22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8" name="Textfeld 22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49" name="Textfeld 22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50" name="Ellipse 22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Ellipse 22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Textfeld 22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3" name="Textfeld 22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4" name="Ellipse 22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Ellipse 22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Textfeld 22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7" name="Textfeld 22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8" name="Ellipse 22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9" name="Ellipse 22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0" name="Textfeld 22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61" name="Textfeld 22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62" name="Rechteck 22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Rechteck 22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Rechteck 22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5" name="Rechteck 22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6" name="Rechteck 22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7" name="Rechteck 22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Rechteck 22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9" name="Rechteck 22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43" name="Textfeld 2242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241" name="Textfeld 22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1" name="Gruppieren 2070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2210" name="Gruppieren 2209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212" name="Gruppieren 22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14" name="Rechteck 22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15" name="Rechteck 22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6" name="Ellipse 22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7" name="Ellipse 22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8" name="Textfeld 22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19" name="Textfeld 22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20" name="Ellipse 22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1" name="Ellipse 22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2" name="Textfeld 22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3" name="Textfeld 22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4" name="Ellipse 22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5" name="Ellipse 22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6" name="Textfeld 22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7" name="Textfeld 22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8" name="Ellipse 22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9" name="Ellipse 22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0" name="Textfeld 22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31" name="Textfeld 22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32" name="Rechteck 22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3" name="Rechteck 22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4" name="Rechteck 22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5" name="Rechteck 22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Rechteck 22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Rechteck 22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8" name="Rechteck 22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9" name="Rechteck 22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13" name="Textfeld 221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211" name="Textfeld 22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2" name="Gruppieren 2071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80" name="Gruppieren 217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82" name="Gruppieren 21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84" name="Rechteck 21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85" name="Rechteck 21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Ellipse 21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Ellipse 21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8" name="Textfeld 21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89" name="Textfeld 21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90" name="Ellipse 21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1" name="Ellipse 21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2" name="Textfeld 21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3" name="Textfeld 21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4" name="Ellipse 21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Ellipse 21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Textfeld 21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7" name="Textfeld 21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8" name="Ellipse 21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Ellipse 21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Textfeld 21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01" name="Textfeld 22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02" name="Rechteck 22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3" name="Rechteck 22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4" name="Rechteck 22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5" name="Rechteck 22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6" name="Rechteck 22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7" name="Rechteck 22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8" name="Rechteck 22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9" name="Rechteck 22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83" name="Textfeld 218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181" name="Textfeld 21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73" name="Gruppieren 2072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50" name="Gruppieren 214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52" name="Gruppieren 21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54" name="Rechteck 21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55" name="Rechteck 21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6" name="Ellipse 21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7" name="Ellipse 21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8" name="Textfeld 21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59" name="Textfeld 21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60" name="Ellipse 21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1" name="Ellipse 21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2" name="Textfeld 21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3" name="Textfeld 21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4" name="Ellipse 21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Ellipse 21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Textfeld 21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7" name="Textfeld 21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8" name="Ellipse 21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Ellipse 21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Textfeld 21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1" name="Textfeld 21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2" name="Rechteck 21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3" name="Rechteck 21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4" name="Rechteck 21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5" name="Rechteck 21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6" name="Rechteck 21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Rechteck 21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Rechteck 21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9" name="Rechteck 21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53" name="Textfeld 21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151" name="Textfeld 21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074" name="Gruppieren 2073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2146" name="Gruppieren 214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148" name="Rechteck 214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49" name="Textfeld 214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147" name="Textfeld 21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075" name="Textfeld 2074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076" name="Gruppieren 2075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2115" name="Gruppieren 2114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117" name="Gruppieren 211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119" name="Gruppieren 211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121" name="Rechteck 212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2" name="Rechteck 212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3" name="Ellipse 212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4" name="Ellipse 212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5" name="Textfeld 212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126" name="Ellipse 21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7" name="Ellipse 21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8" name="Textfeld 212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29" name="Textfeld 212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0" name="Ellipse 212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1" name="Ellipse 213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2" name="Textfeld 213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3" name="Textfeld 213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4" name="Ellipse 213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5" name="Ellipse 213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6" name="Textfeld 213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137" name="Textfeld 213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138" name="Rechteck 21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9" name="Rechteck 21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0" name="Rechteck 21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1" name="Rechteck 21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2" name="Rechteck 21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3" name="Rechteck 21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4" name="Rechteck 214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5" name="Rechteck 214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120" name="Textfeld 211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118" name="Textfeld 211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116" name="Textfeld 2115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2024" name="Gruppieren 2023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2025" name="Gruppieren 202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27" name="Gruppieren 20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29" name="Rechteck 20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30" name="Rechteck 20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1" name="Ellipse 20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2" name="Ellipse 20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Textfeld 20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34" name="Textfeld 20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35" name="Ellipse 20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Ellipse 20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Textfeld 20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8" name="Textfeld 20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9" name="Ellipse 20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0" name="Ellipse 20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1" name="Textfeld 20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42" name="Textfeld 20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43" name="Ellipse 20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4" name="Ellipse 20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5" name="Textfeld 20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46" name="Textfeld 20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47" name="Rechteck 20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Rechteck 20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9" name="Rechteck 20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0" name="Rechteck 20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1" name="Rechteck 20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2" name="Rechteck 20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3" name="Rechteck 20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4" name="Rechteck 20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28" name="Textfeld 2027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026" name="Textfeld 20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grpSp>
        <p:nvGrpSpPr>
          <p:cNvPr id="4" name="Gruppieren 3"/>
          <p:cNvGrpSpPr/>
          <p:nvPr/>
        </p:nvGrpSpPr>
        <p:grpSpPr>
          <a:xfrm>
            <a:off x="391231" y="4873212"/>
            <a:ext cx="2194645" cy="1655486"/>
            <a:chOff x="391231" y="4873212"/>
            <a:chExt cx="2194645" cy="1655486"/>
          </a:xfrm>
        </p:grpSpPr>
        <p:grpSp>
          <p:nvGrpSpPr>
            <p:cNvPr id="4503" name="Gruppieren 4502"/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4608" name="Gruppieren 460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610" name="Gruppieren 460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612" name="Rechteck 4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13" name="Rechteck 4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4" name="Ellipse 4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15" name="Ellipse 4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6" name="Ellipse 46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7" name="Ellipse 46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8" name="Ellipse 46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9" name="Ellipse 46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0" name="Ellipse 46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1" name="Ellipse 46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2" name="Rechteck 46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3" name="Rechteck 46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4" name="Rechteck 46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5" name="Rechteck 46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6" name="Rechteck 46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7" name="Rechteck 46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8" name="Rechteck 46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9" name="Rechteck 46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11" name="Textfeld 4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609" name="Textfeld 4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4504" name="Rechteck 4503"/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5" name="Rechteck 4504"/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6" name="Rechteck 4505"/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7" name="Rechteck 4506"/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8" name="Rechteck 4507"/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509" name="Gruppieren 4508"/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4578" name="Gruppieren 4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80" name="Gruppieren 4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82" name="Rechteck 4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83" name="Rechteck 4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4" name="Ellipse 4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85" name="Ellipse 4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6" name="Textfeld 4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87" name="Textfeld 4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88" name="Ellipse 4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9" name="Ellipse 4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0" name="Textfeld 4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91" name="Textfeld 4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92" name="Ellipse 4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3" name="Ellipse 4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4" name="Textfeld 4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595" name="Textfeld 4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596" name="Ellipse 4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7" name="Ellipse 4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8" name="Textfeld 4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599" name="Textfeld 4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600" name="Rechteck 4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1" name="Rechteck 4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2" name="Rechteck 4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3" name="Rechteck 4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4" name="Rechteck 4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5" name="Rechteck 4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6" name="Rechteck 4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7" name="Rechteck 4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81" name="Textfeld 4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579" name="Textfeld 4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4510" name="Gruppieren 4509"/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4548" name="Gruppieren 4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50" name="Gruppieren 4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52" name="Rechteck 4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53" name="Rechteck 4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4" name="Ellipse 45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5" name="Ellipse 45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6" name="Textfeld 45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57" name="Textfeld 45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58" name="Ellipse 45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9" name="Ellipse 45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0" name="Textfeld 45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561" name="Textfeld 45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62" name="Ellipse 45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3" name="Ellipse 45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4" name="Textfeld 45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565" name="Textfeld 45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566" name="Ellipse 45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7" name="Ellipse 45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8" name="Textfeld 45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569" name="Textfeld 45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570" name="Rechteck 4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1" name="Rechteck 4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2" name="Rechteck 4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3" name="Rechteck 4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4" name="Rechteck 4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5" name="Rechteck 4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6" name="Rechteck 4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7" name="Rechteck 4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51" name="Textfeld 4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549" name="Textfeld 4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4511" name="Gruppieren 4510"/>
            <p:cNvGrpSpPr/>
            <p:nvPr/>
          </p:nvGrpSpPr>
          <p:grpSpPr>
            <a:xfrm>
              <a:off x="1935200" y="4874470"/>
              <a:ext cx="327049" cy="1652928"/>
              <a:chOff x="1692193" y="1141150"/>
              <a:chExt cx="327049" cy="1652928"/>
            </a:xfrm>
          </p:grpSpPr>
          <p:grpSp>
            <p:nvGrpSpPr>
              <p:cNvPr id="4518" name="Gruppieren 451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20" name="Gruppieren 45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22" name="Rechteck 45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23" name="Rechteck 45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4" name="Ellipse 45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5" name="Ellipse 45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6" name="Textfeld 45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27" name="Textfeld 45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28" name="Ellipse 45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9" name="Ellipse 45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0" name="Textfeld 45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31" name="Textfeld 453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32" name="Ellipse 45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3" name="Ellipse 45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4" name="Textfeld 45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535" name="Textfeld 45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536" name="Ellipse 45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37" name="Ellipse 45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8" name="Textfeld 45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539" name="Textfeld 45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540" name="Rechteck 45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1" name="Rechteck 45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2" name="Rechteck 45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3" name="Rechteck 45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4" name="Rechteck 45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5" name="Rechteck 45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6" name="Rechteck 45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7" name="Rechteck 45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21" name="Textfeld 452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519" name="Textfeld 45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4512" name="Gruppieren 4511"/>
            <p:cNvGrpSpPr/>
            <p:nvPr/>
          </p:nvGrpSpPr>
          <p:grpSpPr>
            <a:xfrm>
              <a:off x="2260926" y="4875770"/>
              <a:ext cx="324950" cy="1652928"/>
              <a:chOff x="1694292" y="1141150"/>
              <a:chExt cx="324950" cy="1652928"/>
            </a:xfrm>
          </p:grpSpPr>
          <p:grpSp>
            <p:nvGrpSpPr>
              <p:cNvPr id="4514" name="Gruppieren 451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4516" name="Rechteck 451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517" name="Textfeld 451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4515" name="Textfeld 451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513" name="Textfeld 4512"/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2056" name="Gruppieren 2055"/>
            <p:cNvGrpSpPr/>
            <p:nvPr/>
          </p:nvGrpSpPr>
          <p:grpSpPr>
            <a:xfrm>
              <a:off x="1609321" y="4875180"/>
              <a:ext cx="327049" cy="1652928"/>
              <a:chOff x="1692193" y="1141150"/>
              <a:chExt cx="327049" cy="1652928"/>
            </a:xfrm>
          </p:grpSpPr>
          <p:grpSp>
            <p:nvGrpSpPr>
              <p:cNvPr id="2057" name="Gruppieren 205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3" name="Gruppieren 25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5" name="Rechteck 25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6" name="Rechteck 25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7" name="Ellipse 25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Textfeld 25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Ellipse 25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Textfeld 25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95" name="Ellipse 25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Textfeld 25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99" name="Ellipse 25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0" name="Ellipse 25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Textfeld 26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02" name="Textfeld 26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8" name="Rechteck 26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9" name="Rechteck 26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0" name="Rechteck 26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4" name="Textfeld 2583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058" name="Textfeld 20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7104118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17</a:t>
            </a:r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3" name="Gruppieren 2"/>
          <p:cNvGrpSpPr/>
          <p:nvPr/>
        </p:nvGrpSpPr>
        <p:grpSpPr>
          <a:xfrm>
            <a:off x="10244840" y="2835616"/>
            <a:ext cx="2188670" cy="1652928"/>
            <a:chOff x="10244840" y="2835616"/>
            <a:chExt cx="2188670" cy="1652928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06" name="Gruppieren 7805"/>
            <p:cNvGrpSpPr/>
            <p:nvPr/>
          </p:nvGrpSpPr>
          <p:grpSpPr>
            <a:xfrm>
              <a:off x="11137665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06" name="Gruppieren 79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08" name="Gruppieren 79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10" name="Rechteck 79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11" name="Rechteck 79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2" name="Ellipse 79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3" name="Ellipse 79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4" name="Textfeld 79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15" name="Textfeld 79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16" name="Ellipse 79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7" name="Ellipse 79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8" name="Textfeld 79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19" name="Textfeld 79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20" name="Ellipse 79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1" name="Ellipse 79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2" name="Textfeld 79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23" name="Textfeld 79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924" name="Ellipse 79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25" name="Ellipse 79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6" name="Textfeld 79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27" name="Textfeld 79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928" name="Rechteck 79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9" name="Rechteck 79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0" name="Rechteck 79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1" name="Rechteck 79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2" name="Rechteck 79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3" name="Rechteck 79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4" name="Rechteck 79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5" name="Rechteck 79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09" name="Textfeld 79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907" name="Textfeld 7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07" name="Gruppieren 7806"/>
            <p:cNvGrpSpPr/>
            <p:nvPr/>
          </p:nvGrpSpPr>
          <p:grpSpPr>
            <a:xfrm>
              <a:off x="11463743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884" name="Gruppieren 78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86" name="Gruppieren 78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8" name="Rechteck 78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89" name="Rechteck 78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0" name="Ellipse 78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1" name="Ellipse 78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2" name="Ellipse 78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3" name="Ellipse 78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4" name="Ellipse 78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5" name="Ellipse 78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6" name="Ellipse 78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7" name="Ellipse 78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8" name="Rechteck 78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9" name="Rechteck 78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0" name="Rechteck 78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1" name="Rechteck 79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2" name="Rechteck 79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3" name="Rechteck 79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4" name="Rechteck 79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5" name="Rechteck 79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87" name="Textfeld 78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885" name="Textfeld 78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11785623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7809" name="Rechteck 7808"/>
            <p:cNvSpPr/>
            <p:nvPr/>
          </p:nvSpPr>
          <p:spPr>
            <a:xfrm>
              <a:off x="11177410" y="289635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7810" name="Gruppieren 7809"/>
            <p:cNvGrpSpPr/>
            <p:nvPr/>
          </p:nvGrpSpPr>
          <p:grpSpPr>
            <a:xfrm>
              <a:off x="1210856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8233" name="Gruppieren 8232"/>
          <p:cNvGrpSpPr/>
          <p:nvPr/>
        </p:nvGrpSpPr>
        <p:grpSpPr>
          <a:xfrm>
            <a:off x="39896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9870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447" name="Gruppieren 2446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448" name="Gruppieren 2447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638" name="Gruppieren 263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0" name="Gruppieren 263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2" name="Rechteck 26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3" name="Rechteck 26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5" name="Ellipse 26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6" name="Ellipse 26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Rechteck 26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1" name="Textfeld 26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39" name="Textfeld 2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49" name="Rechteck 244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0" name="Rechteck 244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1" name="Rechteck 245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2" name="Rechteck 245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3" name="Rechteck 245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54" name="Gruppieren 245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608" name="Gruppieren 26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0" name="Gruppieren 26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2" name="Rechteck 2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3" name="Rechteck 2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4" name="Ellipse 2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5" name="Ellipse 2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6" name="Textfeld 26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17" name="Textfeld 26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Ellipse 26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21" name="Textfeld 26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Ellipse 2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625" name="Textfeld 26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Ellipse 26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629" name="Textfeld 26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30" name="Rechteck 26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Rechteck 26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2" name="Rechteck 26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1" name="Textfeld 2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09" name="Textfeld 2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2455" name="Gruppieren 2454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78" name="Gruppieren 2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0" name="Gruppieren 2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3" name="Rechteck 2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4" name="Ellipse 2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5" name="Ellipse 2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6" name="Textfeld 2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87" name="Textfeld 2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Ellipse 2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Textfeld 2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Ellipse 2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95" name="Textfeld 2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Ellipse 2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99" name="Textfeld 2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00" name="Rechteck 2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Rechteck 2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2" name="Rechteck 2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1" name="Textfeld 2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79" name="Textfeld 2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456" name="Gruppieren 2455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556" name="Gruppieren 25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558" name="Gruppieren 25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560" name="Rechteck 25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1" name="Rechteck 25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Rechteck 2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Rechteck 2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Rechteck 2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9" name="Textfeld 25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57" name="Textfeld 25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457" name="Gruppieren 2456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26" name="Gruppieren 25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8" name="Gruppieren 25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30" name="Rechteck 25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1" name="Rechteck 25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44" name="Ellipse 25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Ellipse 25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Textfeld 25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47" name="Textfeld 25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9" name="Textfeld 25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527" name="Textfeld 25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458" name="Gruppieren 2457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498" name="Gruppieren 2497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500" name="Gruppieren 249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Ellipse 25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Textfeld 25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8" name="Ellipse 25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Ellipse 25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3" name="Textfeld 25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4" name="Ellipse 25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15" name="Ellipse 25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Textfeld 25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7" name="Textfeld 25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1" name="Rechteck 25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2" name="Rechteck 25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Rechteck 25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Rechteck 25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1" name="Textfeld 25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99" name="Textfeld 24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459" name="Gruppieren 2458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494" name="Gruppieren 2493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496" name="Rechteck 2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97" name="Textfeld 2496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495" name="Textfeld 2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460" name="Rechteck 2459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461" name="Textfeld 2460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462" name="Gruppieren 2461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463" name="Gruppieren 2462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467" name="Gruppieren 2466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469" name="Gruppieren 2468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471" name="Rechteck 24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72" name="Rechteck 24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3" name="Ellipse 24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4" name="Ellipse 24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5" name="Textfeld 2474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476" name="Ellipse 24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7" name="Ellipse 24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8" name="Textfeld 24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79" name="Textfeld 24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80" name="Ellipse 24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1" name="Ellipse 24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2" name="Textfeld 24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3" name="Textfeld 24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4" name="Ellipse 24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85" name="Ellipse 24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6" name="Rechteck 248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7" name="Rechteck 248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8" name="Rechteck 248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9" name="Rechteck 248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0" name="Rechteck 248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1" name="Rechteck 249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2" name="Rechteck 249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3" name="Rechteck 249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468" name="Textfeld 24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464" name="Textfeld 2463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2465" name="Textfeld 2464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2466" name="Textfeld 2465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810" name="Gruppieren 2809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811" name="Gruppieren 2810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854" name="Gruppieren 2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56" name="Gruppieren 2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58" name="Rechteck 2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9" name="Rechteck 2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Textfeld 2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63" name="Textfeld 2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64" name="Ellipse 2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Ellipse 2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Textfeld 2865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67" name="Textfeld 2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68" name="Ellipse 2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Ellipse 2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Textfeld 2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71" name="Textfeld 2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72" name="Ellipse 2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3" name="Ellipse 2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4" name="Textfeld 2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75" name="Textfeld 2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76" name="Rechteck 2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7" name="Rechteck 2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8" name="Rechteck 2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9" name="Rechteck 2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Rechteck 2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1" name="Rechteck 2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2" name="Rechteck 2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3" name="Rechteck 2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57" name="Textfeld 2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55" name="Textfeld 2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812" name="Rechteck 2811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3" name="Rechteck 2812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4" name="Rechteck 2813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5" name="Rechteck 2814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6" name="Rechteck 2815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817" name="Gruppieren 2816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824" name="Gruppieren 282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26" name="Gruppieren 282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28" name="Rechteck 282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9" name="Rechteck 282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0" name="Ellipse 282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Textfeld 283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34" name="Ellipse 283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5" name="Ellipse 283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Textfeld 283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37" name="Textfeld 283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38" name="Ellipse 283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Ellipse 283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0" name="Textfeld 283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41" name="Textfeld 2840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42" name="Ellipse 28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3" name="Ellipse 28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4" name="Textfeld 284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45" name="Textfeld 284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Rechteck 284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Rechteck 284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Rechteck 285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2" name="Rechteck 285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Rechteck 285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27" name="Textfeld 282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25" name="Textfeld 282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818" name="Textfeld 2817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819" name="Gruppieren 2818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820" name="Gruppieren 2819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822" name="Rechteck 2821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823" name="Textfeld 282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821" name="Textfeld 2820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4" name="Gruppieren 3"/>
          <p:cNvGrpSpPr/>
          <p:nvPr/>
        </p:nvGrpSpPr>
        <p:grpSpPr>
          <a:xfrm>
            <a:off x="396407" y="940698"/>
            <a:ext cx="4806473" cy="1654905"/>
            <a:chOff x="396407" y="940698"/>
            <a:chExt cx="4806473" cy="1654905"/>
          </a:xfrm>
        </p:grpSpPr>
        <p:grpSp>
          <p:nvGrpSpPr>
            <p:cNvPr id="3029" name="Gruppieren 3028"/>
            <p:cNvGrpSpPr/>
            <p:nvPr/>
          </p:nvGrpSpPr>
          <p:grpSpPr>
            <a:xfrm>
              <a:off x="641198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545" name="Gruppieren 354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47" name="Gruppieren 354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549" name="Rechteck 354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50" name="Rechteck 354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1" name="Ellipse 355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52" name="Ellipse 355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3" name="Ellipse 35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4" name="Ellipse 355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5" name="Ellipse 35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Ellipse 35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Ellipse 35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8" name="Ellipse 35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9" name="Rechteck 35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0" name="Rechteck 35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1" name="Rechteck 35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2" name="Rechteck 35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3" name="Rechteck 35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4" name="Rechteck 35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5" name="Rechteck 35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6" name="Rechteck 35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48" name="Textfeld 354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546" name="Textfeld 354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030" name="Rechteck 3029"/>
            <p:cNvSpPr/>
            <p:nvPr/>
          </p:nvSpPr>
          <p:spPr>
            <a:xfrm>
              <a:off x="401814" y="11053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1" name="Rechteck 3030"/>
            <p:cNvSpPr/>
            <p:nvPr/>
          </p:nvSpPr>
          <p:spPr>
            <a:xfrm>
              <a:off x="478590" y="12867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2" name="Rechteck 3031"/>
            <p:cNvSpPr/>
            <p:nvPr/>
          </p:nvSpPr>
          <p:spPr>
            <a:xfrm>
              <a:off x="435116" y="13294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3" name="Rechteck 3032"/>
            <p:cNvSpPr/>
            <p:nvPr/>
          </p:nvSpPr>
          <p:spPr>
            <a:xfrm>
              <a:off x="479260" y="18952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4" name="Rechteck 3033"/>
            <p:cNvSpPr/>
            <p:nvPr/>
          </p:nvSpPr>
          <p:spPr>
            <a:xfrm>
              <a:off x="435786" y="19379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035" name="Gruppieren 3034"/>
            <p:cNvGrpSpPr/>
            <p:nvPr/>
          </p:nvGrpSpPr>
          <p:grpSpPr>
            <a:xfrm>
              <a:off x="1291613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515" name="Gruppieren 3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17" name="Gruppieren 3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19" name="Rechteck 3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20" name="Rechteck 3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1" name="Ellipse 3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2" name="Ellipse 3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3" name="Textfeld 3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24" name="Textfeld 3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25" name="Ellipse 3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Ellipse 3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Textfeld 3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28" name="Textfeld 3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29" name="Ellipse 3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0" name="Ellipse 3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1" name="Textfeld 3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32" name="Textfeld 3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33" name="Ellipse 3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Textfeld 3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37" name="Rechteck 35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8" name="Rechteck 35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9" name="Rechteck 35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0" name="Rechteck 35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1" name="Rechteck 35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2" name="Rechteck 35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3" name="Rechteck 35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4" name="Rechteck 35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18" name="Textfeld 3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516" name="Textfeld 3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036" name="Gruppieren 3035"/>
            <p:cNvGrpSpPr/>
            <p:nvPr/>
          </p:nvGrpSpPr>
          <p:grpSpPr>
            <a:xfrm>
              <a:off x="1615592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485" name="Gruppieren 348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87" name="Gruppieren 34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89" name="Rechteck 34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90" name="Rechteck 34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1" name="Ellipse 34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2" name="Ellipse 34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3" name="Textfeld 34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94" name="Textfeld 34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95" name="Ellipse 34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6" name="Ellipse 34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7" name="Textfeld 34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98" name="Textfeld 34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99" name="Ellipse 34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0" name="Ellipse 34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1" name="Textfeld 35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02" name="Textfeld 35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03" name="Ellipse 35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4" name="Ellipse 35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5" name="Textfeld 35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06" name="Textfeld 35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07" name="Rechteck 35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8" name="Rechteck 35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9" name="Rechteck 35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0" name="Rechteck 35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1" name="Rechteck 35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2" name="Rechteck 35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Rechteck 35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Rechteck 35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88" name="Textfeld 348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486" name="Textfeld 34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037" name="Gruppieren 3036"/>
            <p:cNvGrpSpPr/>
            <p:nvPr/>
          </p:nvGrpSpPr>
          <p:grpSpPr>
            <a:xfrm>
              <a:off x="1939571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455" name="Gruppieren 345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57" name="Gruppieren 345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59" name="Rechteck 345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60" name="Rechteck 345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1" name="Ellipse 346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2" name="Ellipse 346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3" name="Textfeld 346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64" name="Textfeld 346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65" name="Ellipse 346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6" name="Ellipse 346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7" name="Textfeld 346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68" name="Textfeld 346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69" name="Ellipse 34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0" name="Ellipse 34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1" name="Textfeld 347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73" name="Ellipse 34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4" name="Ellipse 34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5" name="Textfeld 347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76" name="Textfeld 347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77" name="Rechteck 34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8" name="Rechteck 34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9" name="Rechteck 34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0" name="Rechteck 34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1" name="Rechteck 34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2" name="Rechteck 34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3" name="Rechteck 34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4" name="Rechteck 34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58" name="Textfeld 345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456" name="Textfeld 345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038" name="Gruppieren 3037"/>
            <p:cNvGrpSpPr/>
            <p:nvPr/>
          </p:nvGrpSpPr>
          <p:grpSpPr>
            <a:xfrm>
              <a:off x="2921140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433" name="Gruppieren 343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435" name="Gruppieren 343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437" name="Rechteck 34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8" name="Rechteck 34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9" name="Ellipse 34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0" name="Ellipse 34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1" name="Ellipse 34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2" name="Ellipse 34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43" name="Ellipse 34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4" name="Ellipse 34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45" name="Ellipse 34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6" name="Ellipse 34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7" name="Rechteck 34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8" name="Rechteck 34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9" name="Rechteck 34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0" name="Rechteck 34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1" name="Rechteck 34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2" name="Rechteck 34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3" name="Rechteck 34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4" name="Rechteck 34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36" name="Textfeld 343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434" name="Textfeld 34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039" name="Gruppieren 3038"/>
            <p:cNvGrpSpPr/>
            <p:nvPr/>
          </p:nvGrpSpPr>
          <p:grpSpPr>
            <a:xfrm>
              <a:off x="3245966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403" name="Gruppieren 340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05" name="Gruppieren 34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07" name="Rechteck 3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08" name="Rechteck 3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9" name="Ellipse 3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0" name="Ellipse 3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Textfeld 34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12" name="Textfeld 34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13" name="Ellipse 34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4" name="Ellipse 34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5" name="Textfeld 34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6" name="Textfeld 34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7" name="Ellipse 34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8" name="Ellipse 34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9" name="Textfeld 34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20" name="Textfeld 34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21" name="Ellipse 34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22" name="Ellipse 34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3" name="Textfeld 34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24" name="Textfeld 34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25" name="Rechteck 34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6" name="Rechteck 34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7" name="Rechteck 34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8" name="Rechteck 34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9" name="Rechteck 34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0" name="Rechteck 34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1" name="Rechteck 34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2" name="Rechteck 34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06" name="Textfeld 340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404" name="Textfeld 3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40" name="Gruppieren 3039"/>
            <p:cNvGrpSpPr/>
            <p:nvPr/>
          </p:nvGrpSpPr>
          <p:grpSpPr>
            <a:xfrm>
              <a:off x="3569945" y="942675"/>
              <a:ext cx="417638" cy="1652928"/>
              <a:chOff x="1692193" y="1141150"/>
              <a:chExt cx="417638" cy="1652928"/>
            </a:xfrm>
          </p:grpSpPr>
          <p:grpSp>
            <p:nvGrpSpPr>
              <p:cNvPr id="3373" name="Gruppieren 3372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375" name="Gruppieren 337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Ellipse 337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0" name="Ellipse 337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1" name="Textfeld 338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82" name="Textfeld 338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83" name="Ellipse 338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4" name="Ellipse 338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5" name="Textfeld 338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86" name="Textfeld 338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87" name="Ellipse 338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8" name="Ellipse 338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9" name="Textfeld 338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90" name="Textfeld 338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91" name="Ellipse 339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2" name="Ellipse 339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3" name="Textfeld 339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94" name="Textfeld 339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95" name="Rechteck 33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6" name="Rechteck 33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7" name="Rechteck 33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8" name="Rechteck 33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9" name="Rechteck 33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0" name="Rechteck 33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1" name="Rechteck 34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2" name="Rechteck 34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76" name="Textfeld 3375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374" name="Textfeld 337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41" name="Gruppieren 3040"/>
            <p:cNvGrpSpPr/>
            <p:nvPr/>
          </p:nvGrpSpPr>
          <p:grpSpPr>
            <a:xfrm>
              <a:off x="3893924" y="942675"/>
              <a:ext cx="371759" cy="1652928"/>
              <a:chOff x="1692193" y="1141150"/>
              <a:chExt cx="371759" cy="1652928"/>
            </a:xfrm>
          </p:grpSpPr>
          <p:grpSp>
            <p:nvGrpSpPr>
              <p:cNvPr id="3343" name="Gruppieren 334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345" name="Gruppieren 334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47" name="Rechteck 334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48" name="Rechteck 334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9" name="Ellipse 334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0" name="Ellipse 334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Textfeld 335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52" name="Textfeld 335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53" name="Ellipse 33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Ellipse 335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Textfeld 335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56" name="Textfeld 335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57" name="Ellipse 335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Ellipse 335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9" name="Textfeld 335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60" name="Textfeld 335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61" name="Ellipse 336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2" name="Ellipse 336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3" name="Textfeld 336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64" name="Textfeld 336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65" name="Rechteck 336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6" name="Rechteck 336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Rechteck 336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Rechteck 336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Rechteck 336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Rechteck 336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Rechteck 337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Rechteck 337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46" name="Textfeld 334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344" name="Textfeld 334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42" name="Gruppieren 3041"/>
            <p:cNvGrpSpPr/>
            <p:nvPr/>
          </p:nvGrpSpPr>
          <p:grpSpPr>
            <a:xfrm>
              <a:off x="4216760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3313" name="Gruppieren 331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315" name="Gruppieren 331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17" name="Rechteck 331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8" name="Rechteck 331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9" name="Ellipse 331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0" name="Ellipse 331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Textfeld 332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22" name="Textfeld 332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23" name="Ellipse 33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Ellipse 33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Textfeld 332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26" name="Textfeld 332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27" name="Ellipse 33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Ellipse 33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9" name="Textfeld 33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30" name="Textfeld 33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31" name="Ellipse 33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2" name="Ellipse 33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3" name="Textfeld 33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34" name="Textfeld 33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35" name="Rechteck 33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6" name="Rechteck 33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Rechteck 333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8" name="Rechteck 333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Rechteck 333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Rechteck 333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1" name="Rechteck 334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2" name="Rechteck 334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16" name="Textfeld 331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3314" name="Textfeld 331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3043" name="Rechteck 3042"/>
            <p:cNvSpPr/>
            <p:nvPr/>
          </p:nvSpPr>
          <p:spPr>
            <a:xfrm>
              <a:off x="2629758" y="1021865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3044" name="Rechteck 3043"/>
            <p:cNvSpPr/>
            <p:nvPr/>
          </p:nvSpPr>
          <p:spPr>
            <a:xfrm>
              <a:off x="2600190" y="992866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3045" name="Textfeld 3044"/>
            <p:cNvSpPr txBox="1"/>
            <p:nvPr/>
          </p:nvSpPr>
          <p:spPr>
            <a:xfrm>
              <a:off x="2595066" y="2429830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3046" name="Gruppieren 3045"/>
            <p:cNvGrpSpPr/>
            <p:nvPr/>
          </p:nvGrpSpPr>
          <p:grpSpPr>
            <a:xfrm>
              <a:off x="4539431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3283" name="Gruppieren 328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285" name="Gruppieren 328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87" name="Rechteck 3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8" name="Rechteck 3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9" name="Ellipse 3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0" name="Ellipse 3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1" name="Textfeld 3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92" name="Textfeld 3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93" name="Ellipse 3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Ellipse 3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Textfeld 32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6" name="Textfeld 32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7" name="Ellipse 32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Ellipse 32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9" name="Textfeld 329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00" name="Textfeld 32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01" name="Ellipse 33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2" name="Ellipse 33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3" name="Textfeld 330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304" name="Textfeld 330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305" name="Rechteck 33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Rechteck 33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Rechteck 33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8" name="Rechteck 33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9" name="Rechteck 33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0" name="Rechteck 33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1" name="Rechteck 33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2" name="Rechteck 33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86" name="Textfeld 32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284" name="Textfeld 3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047" name="Gruppieren 3046"/>
            <p:cNvGrpSpPr/>
            <p:nvPr/>
          </p:nvGrpSpPr>
          <p:grpSpPr>
            <a:xfrm>
              <a:off x="4856443" y="957038"/>
              <a:ext cx="346437" cy="1638565"/>
              <a:chOff x="1686699" y="1155513"/>
              <a:chExt cx="346437" cy="1638565"/>
            </a:xfrm>
          </p:grpSpPr>
          <p:grpSp>
            <p:nvGrpSpPr>
              <p:cNvPr id="3279" name="Gruppieren 327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281" name="Rechteck 328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282" name="Textfeld 328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3280" name="Textfeld 3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048" name="Textfeld 3047"/>
            <p:cNvSpPr txBox="1"/>
            <p:nvPr/>
          </p:nvSpPr>
          <p:spPr>
            <a:xfrm>
              <a:off x="396407" y="2426598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049" name="Gruppieren 3048"/>
            <p:cNvGrpSpPr/>
            <p:nvPr/>
          </p:nvGrpSpPr>
          <p:grpSpPr>
            <a:xfrm>
              <a:off x="964688" y="942675"/>
              <a:ext cx="327049" cy="1652928"/>
              <a:chOff x="3131212" y="1103872"/>
              <a:chExt cx="327049" cy="1652928"/>
            </a:xfrm>
          </p:grpSpPr>
          <p:grpSp>
            <p:nvGrpSpPr>
              <p:cNvPr id="3088" name="Gruppieren 308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090" name="Gruppieren 308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092" name="Gruppieren 309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94" name="Rechteck 309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95" name="Rechteck 309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6" name="Ellipse 309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97" name="Ellipse 309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8" name="Textfeld 309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99" name="Ellipse 309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0" name="Ellipse 309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1" name="Textfeld 310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2" name="Textfeld 310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3" name="Ellipse 310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4" name="Ellipse 310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5" name="Textfeld 310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6" name="Textfeld 310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7" name="Ellipse 310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8" name="Ellipse 310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9" name="Textfeld 310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10" name="Textfeld 310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11" name="Rechteck 311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12" name="Rechteck 311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3" name="Rechteck 327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4" name="Rechteck 327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5" name="Rechteck 327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6" name="Rechteck 327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7" name="Rechteck 327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8" name="Rechteck 327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93" name="Textfeld 309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091" name="Textfeld 309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089" name="Textfeld 308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2297" name="Gruppieren 2296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2298" name="Gruppieren 22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00" name="Gruppieren 22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02" name="Rechteck 23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03" name="Rechteck 23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Ellipse 23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Ellipse 23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Textfeld 23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07" name="Textfeld 23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08" name="Ellipse 23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9" name="Ellipse 23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0" name="Textfeld 23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11" name="Textfeld 231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12" name="Ellipse 23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3" name="Ellipse 23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4" name="Textfeld 23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15" name="Textfeld 23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16" name="Ellipse 23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7" name="Ellipse 23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8" name="Textfeld 23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19" name="Textfeld 23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20" name="Rechteck 23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1" name="Rechteck 23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2" name="Rechteck 23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Rechteck 23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4" name="Rechteck 23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5" name="Rechteck 23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Rechteck 23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Rechteck 23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01" name="Textfeld 2300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299" name="Textfeld 22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grpSp>
        <p:nvGrpSpPr>
          <p:cNvPr id="5" name="Gruppieren 4"/>
          <p:cNvGrpSpPr/>
          <p:nvPr/>
        </p:nvGrpSpPr>
        <p:grpSpPr>
          <a:xfrm>
            <a:off x="391231" y="4873212"/>
            <a:ext cx="2194645" cy="1655486"/>
            <a:chOff x="391231" y="4873212"/>
            <a:chExt cx="2194645" cy="1655486"/>
          </a:xfrm>
        </p:grpSpPr>
        <p:grpSp>
          <p:nvGrpSpPr>
            <p:cNvPr id="2329" name="Gruppieren 2328"/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2330" name="Gruppieren 232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332" name="Gruppieren 233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Ellipse 23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7" name="Ellipse 23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8" name="Ellipse 23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9" name="Ellipse 23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0" name="Ellipse 23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1" name="Ellipse 23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2" name="Ellipse 23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3" name="Ellipse 23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4" name="Rechteck 23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5" name="Rechteck 23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Rechteck 23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7" name="Rechteck 23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8" name="Rechteck 23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Rechteck 23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Rechteck 23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1" name="Rechteck 23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33" name="Textfeld 23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331" name="Textfeld 23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352" name="Rechteck 2351"/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53" name="Rechteck 2352"/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54" name="Rechteck 2353"/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55" name="Rechteck 2354"/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56" name="Rechteck 2355"/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357" name="Gruppieren 2356"/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2358" name="Gruppieren 23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60" name="Gruppieren 23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62" name="Rechteck 23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Ellipse 23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65" name="Ellipse 23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Textfeld 23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67" name="Textfeld 23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68" name="Ellipse 23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9" name="Ellipse 23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Textfeld 23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71" name="Textfeld 23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72" name="Ellipse 23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3" name="Ellipse 23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Textfeld 23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375" name="Textfeld 23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376" name="Ellipse 23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7" name="Ellipse 23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8" name="Textfeld 23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379" name="Textfeld 23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380" name="Rechteck 23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1" name="Rechteck 23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Rechteck 23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Rechteck 23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Rechteck 23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5" name="Rechteck 23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Rechteck 23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Rechteck 23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61" name="Textfeld 23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359" name="Textfeld 23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2388" name="Gruppieren 2387"/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2389" name="Gruppieren 238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91" name="Gruppieren 23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93" name="Rechteck 23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5" name="Ellipse 23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Ellipse 23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Textfeld 23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98" name="Textfeld 23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99" name="Ellipse 23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Ellipse 23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1" name="Textfeld 24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02" name="Textfeld 24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03" name="Ellipse 24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4" name="Ellipse 24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5" name="Textfeld 24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406" name="Textfeld 24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407" name="Ellipse 24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Ellipse 24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Textfeld 24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410" name="Textfeld 24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411" name="Rechteck 24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Rechteck 24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Rechteck 24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4" name="Rechteck 24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5" name="Rechteck 24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6" name="Rechteck 24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7" name="Rechteck 24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8" name="Rechteck 24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92" name="Textfeld 239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90" name="Textfeld 23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419" name="Gruppieren 2418"/>
            <p:cNvGrpSpPr/>
            <p:nvPr/>
          </p:nvGrpSpPr>
          <p:grpSpPr>
            <a:xfrm>
              <a:off x="1935200" y="4874470"/>
              <a:ext cx="327049" cy="1652928"/>
              <a:chOff x="1692193" y="1141150"/>
              <a:chExt cx="327049" cy="1652928"/>
            </a:xfrm>
          </p:grpSpPr>
          <p:grpSp>
            <p:nvGrpSpPr>
              <p:cNvPr id="2420" name="Gruppieren 24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22" name="Gruppieren 24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24" name="Rechteck 24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5" name="Rechteck 24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6" name="Ellipse 24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7" name="Ellipse 24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8" name="Textfeld 24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29" name="Textfeld 24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30" name="Ellipse 24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1" name="Ellipse 24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2" name="Textfeld 24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33" name="Textfeld 24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34" name="Ellipse 24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5" name="Ellipse 24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6" name="Textfeld 24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437" name="Textfeld 24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9" name="Ellipse 24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0" name="Textfeld 24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441" name="Textfeld 24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442" name="Rechteck 24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3" name="Rechteck 24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4" name="Rechteck 24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5" name="Rechteck 24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Rechteck 24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Rechteck 27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Rechteck 27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Rechteck 27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23" name="Textfeld 24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21" name="Textfeld 24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791" name="Gruppieren 2790"/>
            <p:cNvGrpSpPr/>
            <p:nvPr/>
          </p:nvGrpSpPr>
          <p:grpSpPr>
            <a:xfrm>
              <a:off x="2260926" y="4875770"/>
              <a:ext cx="324950" cy="1652928"/>
              <a:chOff x="1694292" y="1141150"/>
              <a:chExt cx="324950" cy="1652928"/>
            </a:xfrm>
          </p:grpSpPr>
          <p:grpSp>
            <p:nvGrpSpPr>
              <p:cNvPr id="2792" name="Gruppieren 279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794" name="Rechteck 279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95" name="Textfeld 27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793" name="Textfeld 27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796" name="Textfeld 2795"/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2797" name="Gruppieren 2796"/>
            <p:cNvGrpSpPr/>
            <p:nvPr/>
          </p:nvGrpSpPr>
          <p:grpSpPr>
            <a:xfrm>
              <a:off x="1609321" y="4875180"/>
              <a:ext cx="327049" cy="1652928"/>
              <a:chOff x="1692193" y="1141150"/>
              <a:chExt cx="327049" cy="1652928"/>
            </a:xfrm>
          </p:grpSpPr>
          <p:grpSp>
            <p:nvGrpSpPr>
              <p:cNvPr id="2798" name="Gruppieren 27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00" name="Gruppieren 27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02" name="Rechteck 28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03" name="Rechteck 28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Ellipse 28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Ellipse 28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6" name="Textfeld 28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07" name="Textfeld 28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8" name="Ellipse 28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9" name="Ellipse 28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Textfeld 2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86" name="Ellipse 2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Textfeld 2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90" name="Ellipse 2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1" name="Ellipse 2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Textfeld 2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93" name="Textfeld 2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9" name="Rechteck 2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0" name="Rechteck 2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1" name="Rechteck 2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01" name="Textfeld 2800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799" name="Textfeld 27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4014845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18-19</a:t>
            </a:r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233" name="Gruppieren 8232"/>
          <p:cNvGrpSpPr/>
          <p:nvPr/>
        </p:nvGrpSpPr>
        <p:grpSpPr>
          <a:xfrm>
            <a:off x="39896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9870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447" name="Gruppieren 2446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448" name="Gruppieren 2447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638" name="Gruppieren 263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0" name="Gruppieren 263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2" name="Rechteck 26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3" name="Rechteck 26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5" name="Ellipse 26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6" name="Ellipse 26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Rechteck 26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1" name="Textfeld 26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39" name="Textfeld 2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49" name="Rechteck 244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0" name="Rechteck 244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1" name="Rechteck 245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2" name="Rechteck 245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3" name="Rechteck 245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54" name="Gruppieren 245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608" name="Gruppieren 26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0" name="Gruppieren 26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2" name="Rechteck 2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3" name="Rechteck 2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4" name="Ellipse 2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5" name="Ellipse 2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6" name="Textfeld 26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17" name="Textfeld 26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Ellipse 26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21" name="Textfeld 26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Ellipse 2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625" name="Textfeld 26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Ellipse 26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629" name="Textfeld 26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30" name="Rechteck 26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Rechteck 26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2" name="Rechteck 26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1" name="Textfeld 2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09" name="Textfeld 2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2455" name="Gruppieren 2454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78" name="Gruppieren 2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0" name="Gruppieren 2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3" name="Rechteck 2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4" name="Ellipse 2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5" name="Ellipse 2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6" name="Textfeld 2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87" name="Textfeld 2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Ellipse 2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Textfeld 2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Ellipse 2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95" name="Textfeld 2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Ellipse 2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99" name="Textfeld 2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00" name="Rechteck 2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Rechteck 2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2" name="Rechteck 2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1" name="Textfeld 2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79" name="Textfeld 2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456" name="Gruppieren 2455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556" name="Gruppieren 25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558" name="Gruppieren 25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560" name="Rechteck 25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1" name="Rechteck 25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Rechteck 2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Rechteck 2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Rechteck 2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9" name="Textfeld 25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57" name="Textfeld 25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457" name="Gruppieren 2456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26" name="Gruppieren 25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8" name="Gruppieren 25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30" name="Rechteck 25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1" name="Rechteck 25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44" name="Ellipse 25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Ellipse 25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Textfeld 25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47" name="Textfeld 25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9" name="Textfeld 25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527" name="Textfeld 25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458" name="Gruppieren 2457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498" name="Gruppieren 2497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500" name="Gruppieren 249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Ellipse 25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Textfeld 25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8" name="Ellipse 25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Ellipse 25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3" name="Textfeld 25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4" name="Ellipse 25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15" name="Ellipse 25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Textfeld 25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7" name="Textfeld 25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1" name="Rechteck 25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2" name="Rechteck 25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Rechteck 25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Rechteck 25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1" name="Textfeld 25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99" name="Textfeld 24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459" name="Gruppieren 2458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494" name="Gruppieren 2493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496" name="Rechteck 2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97" name="Textfeld 2496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495" name="Textfeld 2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460" name="Rechteck 2459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461" name="Textfeld 2460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462" name="Gruppieren 2461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463" name="Gruppieren 2462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467" name="Gruppieren 2466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469" name="Gruppieren 2468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471" name="Rechteck 24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72" name="Rechteck 24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3" name="Ellipse 24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4" name="Ellipse 24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5" name="Textfeld 2474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476" name="Ellipse 24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7" name="Ellipse 24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8" name="Textfeld 24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79" name="Textfeld 24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80" name="Ellipse 24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1" name="Ellipse 24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2" name="Textfeld 24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3" name="Textfeld 24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4" name="Ellipse 24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85" name="Ellipse 24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6" name="Rechteck 248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7" name="Rechteck 248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8" name="Rechteck 248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9" name="Rechteck 248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0" name="Rechteck 248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1" name="Rechteck 249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2" name="Rechteck 249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3" name="Rechteck 249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468" name="Textfeld 24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464" name="Textfeld 2463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2465" name="Textfeld 2464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2466" name="Textfeld 2465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660" name="Gruppieren 2659"/>
          <p:cNvGrpSpPr/>
          <p:nvPr/>
        </p:nvGrpSpPr>
        <p:grpSpPr>
          <a:xfrm>
            <a:off x="10244840" y="2835616"/>
            <a:ext cx="2188670" cy="1652928"/>
            <a:chOff x="10244840" y="2835616"/>
            <a:chExt cx="2188670" cy="1652928"/>
          </a:xfrm>
        </p:grpSpPr>
        <p:grpSp>
          <p:nvGrpSpPr>
            <p:cNvPr id="2661" name="Gruppieren 2660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922" name="Gruppieren 29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924" name="Gruppieren 29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Ellipse 29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9" name="Ellipse 29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Ellipse 2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Ellipse 2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2" name="Ellipse 2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3" name="Ellipse 2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4" name="Ellipse 29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Rechteck 29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Rechteck 29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8" name="Rechteck 29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9" name="Rechteck 29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Rechteck 29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Rechteck 29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2" name="Rechteck 29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3" name="Rechteck 29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25" name="Textfeld 29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923" name="Textfeld 29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2" name="Rechteck 2661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3" name="Rechteck 2662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7" name="Gruppieren 2666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760" name="Gruppieren 275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62" name="Gruppieren 27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Ellipse 27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7" name="Ellipse 27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Textfeld 27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69" name="Textfeld 27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70" name="Ellipse 27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1" name="Ellipse 27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2" name="Textfeld 27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3" name="Textfeld 27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4" name="Ellipse 27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5" name="Ellipse 27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Textfeld 27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7" name="Textfeld 27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8" name="Ellipse 27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Ellipse 27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Textfeld 27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81" name="Textfeld 27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82" name="Rechteck 27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Rechteck 27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0" name="Rechteck 29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1" name="Rechteck 29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63" name="Textfeld 276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61" name="Textfeld 27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68" name="Gruppieren 2667"/>
            <p:cNvGrpSpPr/>
            <p:nvPr/>
          </p:nvGrpSpPr>
          <p:grpSpPr>
            <a:xfrm>
              <a:off x="11137665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730" name="Gruppieren 272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32" name="Gruppieren 27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Ellipse 27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Ellipse 27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Textfeld 27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39" name="Textfeld 27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40" name="Ellipse 27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Ellipse 27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Textfeld 27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43" name="Textfeld 27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44" name="Ellipse 27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5" name="Ellipse 27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Textfeld 27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47" name="Textfeld 27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48" name="Ellipse 27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9" name="Ellipse 27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0" name="Textfeld 27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51" name="Textfeld 27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52" name="Rechteck 27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3" name="Rechteck 27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4" name="Rechteck 27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5" name="Rechteck 27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6" name="Rechteck 27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7" name="Rechteck 27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8" name="Rechteck 27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Rechteck 27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33" name="Textfeld 27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731" name="Textfeld 27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11463743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708" name="Gruppieren 270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10" name="Gruppieren 270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12" name="Rechteck 27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3" name="Rechteck 27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4" name="Ellipse 27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5" name="Ellipse 27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6" name="Ellipse 27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7" name="Ellipse 27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8" name="Ellipse 27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9" name="Ellipse 27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0" name="Ellipse 27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1" name="Ellipse 27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2" name="Rechteck 27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3" name="Rechteck 27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Rechteck 27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Rechteck 27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Rechteck 27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7" name="Rechteck 27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8" name="Rechteck 27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9" name="Rechteck 27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11" name="Textfeld 27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709" name="Textfeld 27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11785623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678" name="Gruppieren 26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80" name="Gruppieren 26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82" name="Rechteck 26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83" name="Rechteck 26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4" name="Ellipse 26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5" name="Ellipse 26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6" name="Textfeld 26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87" name="Textfeld 26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88" name="Ellipse 26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9" name="Ellipse 26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0" name="Textfeld 26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1" name="Textfeld 26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2" name="Ellipse 26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3" name="Ellipse 26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4" name="Textfeld 26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5" name="Textfeld 26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6" name="Ellipse 26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7" name="Ellipse 26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8" name="Textfeld 26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99" name="Textfeld 26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00" name="Rechteck 26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1" name="Rechteck 27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2" name="Rechteck 27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Rechteck 27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Rechteck 27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5" name="Rechteck 27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6" name="Rechteck 27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7" name="Rechteck 27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81" name="Textfeld 26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679" name="Textfeld 26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2671" name="Rechteck 2670"/>
            <p:cNvSpPr/>
            <p:nvPr/>
          </p:nvSpPr>
          <p:spPr>
            <a:xfrm>
              <a:off x="11177410" y="289635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2672" name="Gruppieren 2671"/>
            <p:cNvGrpSpPr/>
            <p:nvPr/>
          </p:nvGrpSpPr>
          <p:grpSpPr>
            <a:xfrm>
              <a:off x="1210856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674" name="Gruppieren 267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676" name="Rechteck 267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677" name="Textfeld 267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675" name="Textfeld 26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2673" name="Textfeld 2672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2944" name="Gruppieren 2943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945" name="Gruppieren 2944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988" name="Gruppieren 29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90" name="Gruppieren 29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2" name="Rechteck 29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4" name="Ellipse 29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Textfeld 29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998" name="Ellipse 29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Textfeld 299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002" name="Ellipse 30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Textfeld 30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010" name="Rechteck 30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1" name="Rechteck 30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Rechteck 30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3" name="Rechteck 30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1" name="Textfeld 29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989" name="Textfeld 29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946" name="Rechteck 2945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47" name="Rechteck 2946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48" name="Rechteck 2947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49" name="Rechteck 2948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50" name="Rechteck 2949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951" name="Gruppieren 2950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958" name="Gruppieren 29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60" name="Gruppieren 29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2" name="Rechteck 29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3" name="Rechteck 29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4" name="Ellipse 29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6" name="Textfeld 29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8" name="Ellipse 29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Textfeld 29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2" name="Ellipse 29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4" name="Textfeld 29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80" name="Rechteck 2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Rechteck 2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Rechteck 2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3" name="Rechteck 2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1" name="Textfeld 29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959" name="Textfeld 29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952" name="Textfeld 2951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953" name="Gruppieren 2952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954" name="Gruppieren 2953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956" name="Rechteck 2955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57" name="Textfeld 29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955" name="Textfeld 2954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3" name="Gruppieren 2"/>
          <p:cNvGrpSpPr/>
          <p:nvPr/>
        </p:nvGrpSpPr>
        <p:grpSpPr>
          <a:xfrm>
            <a:off x="396407" y="940698"/>
            <a:ext cx="4806473" cy="1654905"/>
            <a:chOff x="396407" y="940698"/>
            <a:chExt cx="4806473" cy="1654905"/>
          </a:xfrm>
        </p:grpSpPr>
        <p:grpSp>
          <p:nvGrpSpPr>
            <p:cNvPr id="3306" name="Gruppieren 3305"/>
            <p:cNvGrpSpPr/>
            <p:nvPr/>
          </p:nvGrpSpPr>
          <p:grpSpPr>
            <a:xfrm>
              <a:off x="641198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662" name="Gruppieren 366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664" name="Gruppieren 366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66" name="Rechteck 36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67" name="Rechteck 36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8" name="Ellipse 36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69" name="Ellipse 36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0" name="Ellipse 36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1" name="Ellipse 36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2" name="Ellipse 36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3" name="Ellipse 36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4" name="Ellipse 36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5" name="Ellipse 36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6" name="Rechteck 36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7" name="Rechteck 36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8" name="Rechteck 36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9" name="Rechteck 36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0" name="Rechteck 36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1" name="Rechteck 36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2" name="Rechteck 36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3" name="Rechteck 36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65" name="Textfeld 36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663" name="Textfeld 36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307" name="Rechteck 3306"/>
            <p:cNvSpPr/>
            <p:nvPr/>
          </p:nvSpPr>
          <p:spPr>
            <a:xfrm>
              <a:off x="401814" y="11053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08" name="Rechteck 3307"/>
            <p:cNvSpPr/>
            <p:nvPr/>
          </p:nvSpPr>
          <p:spPr>
            <a:xfrm>
              <a:off x="478590" y="12867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09" name="Rechteck 3308"/>
            <p:cNvSpPr/>
            <p:nvPr/>
          </p:nvSpPr>
          <p:spPr>
            <a:xfrm>
              <a:off x="435116" y="13294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10" name="Rechteck 3309"/>
            <p:cNvSpPr/>
            <p:nvPr/>
          </p:nvSpPr>
          <p:spPr>
            <a:xfrm>
              <a:off x="479260" y="18952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11" name="Rechteck 3310"/>
            <p:cNvSpPr/>
            <p:nvPr/>
          </p:nvSpPr>
          <p:spPr>
            <a:xfrm>
              <a:off x="435786" y="19379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312" name="Gruppieren 3311"/>
            <p:cNvGrpSpPr/>
            <p:nvPr/>
          </p:nvGrpSpPr>
          <p:grpSpPr>
            <a:xfrm>
              <a:off x="1291613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632" name="Gruppieren 36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34" name="Gruppieren 36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36" name="Rechteck 36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37" name="Rechteck 36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8" name="Ellipse 36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9" name="Ellipse 36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0" name="Textfeld 36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41" name="Textfeld 36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42" name="Ellipse 36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3" name="Ellipse 36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4" name="Textfeld 36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5" name="Textfeld 36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6" name="Ellipse 36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7" name="Ellipse 36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Textfeld 36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9" name="Textfeld 36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50" name="Ellipse 3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51" name="Ellipse 3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2" name="Textfeld 36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53" name="Textfeld 36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54" name="Rechteck 36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Rechteck 36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Rechteck 36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7" name="Rechteck 36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8" name="Rechteck 36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9" name="Rechteck 36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Rechteck 36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1" name="Rechteck 36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35" name="Textfeld 36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633" name="Textfeld 36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313" name="Gruppieren 3312"/>
            <p:cNvGrpSpPr/>
            <p:nvPr/>
          </p:nvGrpSpPr>
          <p:grpSpPr>
            <a:xfrm>
              <a:off x="1615592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602" name="Gruppieren 36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04" name="Gruppieren 36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06" name="Rechteck 36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07" name="Rechteck 36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8" name="Ellipse 36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9" name="Ellipse 36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0" name="Textfeld 36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11" name="Textfeld 36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12" name="Ellipse 36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3" name="Ellipse 36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4" name="Textfeld 36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15" name="Textfeld 36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16" name="Ellipse 36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7" name="Ellipse 36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8" name="Textfeld 36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19" name="Textfeld 36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20" name="Ellipse 36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1" name="Ellipse 36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2" name="Textfeld 36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23" name="Textfeld 36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24" name="Rechteck 36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5" name="Rechteck 36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6" name="Rechteck 36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7" name="Rechteck 36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8" name="Rechteck 36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9" name="Rechteck 36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0" name="Rechteck 36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1" name="Rechteck 36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05" name="Textfeld 36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603" name="Textfeld 36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314" name="Gruppieren 3313"/>
            <p:cNvGrpSpPr/>
            <p:nvPr/>
          </p:nvGrpSpPr>
          <p:grpSpPr>
            <a:xfrm>
              <a:off x="1939571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572" name="Gruppieren 357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74" name="Gruppieren 35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76" name="Rechteck 35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77" name="Rechteck 35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8" name="Ellipse 35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9" name="Ellipse 35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0" name="Textfeld 35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81" name="Textfeld 35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82" name="Ellipse 35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3" name="Ellipse 35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4" name="Textfeld 35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85" name="Textfeld 35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86" name="Ellipse 35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7" name="Ellipse 35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8" name="Textfeld 35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89" name="Textfeld 35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90" name="Ellipse 35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1" name="Ellipse 35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2" name="Textfeld 35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93" name="Textfeld 35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94" name="Rechteck 35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5" name="Rechteck 35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6" name="Rechteck 35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7" name="Rechteck 35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8" name="Rechteck 35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9" name="Rechteck 35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0" name="Rechteck 35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1" name="Rechteck 36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75" name="Textfeld 35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573" name="Textfeld 35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315" name="Gruppieren 3314"/>
            <p:cNvGrpSpPr/>
            <p:nvPr/>
          </p:nvGrpSpPr>
          <p:grpSpPr>
            <a:xfrm>
              <a:off x="2921140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550" name="Gruppieren 35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52" name="Gruppieren 355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554" name="Rechteck 35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55" name="Rechteck 35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Ellipse 3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Ellipse 35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8" name="Ellipse 35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9" name="Ellipse 35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60" name="Ellipse 35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1" name="Ellipse 35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62" name="Ellipse 356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3" name="Ellipse 356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4" name="Rechteck 35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5" name="Rechteck 35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6" name="Rechteck 35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7" name="Rechteck 35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8" name="Rechteck 35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9" name="Rechteck 35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0" name="Rechteck 35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1" name="Rechteck 35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53" name="Textfeld 35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551" name="Textfeld 35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316" name="Gruppieren 3315"/>
            <p:cNvGrpSpPr/>
            <p:nvPr/>
          </p:nvGrpSpPr>
          <p:grpSpPr>
            <a:xfrm>
              <a:off x="3245966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520" name="Gruppieren 35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22" name="Gruppieren 35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24" name="Rechteck 35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25" name="Rechteck 35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Ellipse 35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Ellipse 35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8" name="Textfeld 35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29" name="Textfeld 35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30" name="Ellipse 35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1" name="Ellipse 35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2" name="Textfeld 35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3" name="Textfeld 35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Ellipse 35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7" name="Textfeld 35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8" name="Ellipse 35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9" name="Ellipse 35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0" name="Textfeld 35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41" name="Textfeld 35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42" name="Rechteck 35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3" name="Rechteck 35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4" name="Rechteck 35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5" name="Rechteck 35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6" name="Rechteck 35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7" name="Rechteck 35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8" name="Rechteck 35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9" name="Rechteck 35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23" name="Textfeld 35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521" name="Textfeld 35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317" name="Gruppieren 3316"/>
            <p:cNvGrpSpPr/>
            <p:nvPr/>
          </p:nvGrpSpPr>
          <p:grpSpPr>
            <a:xfrm>
              <a:off x="3569945" y="942675"/>
              <a:ext cx="417638" cy="1652928"/>
              <a:chOff x="1692193" y="1141150"/>
              <a:chExt cx="417638" cy="1652928"/>
            </a:xfrm>
          </p:grpSpPr>
          <p:grpSp>
            <p:nvGrpSpPr>
              <p:cNvPr id="3490" name="Gruppieren 3489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492" name="Gruppieren 34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94" name="Rechteck 34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95" name="Rechteck 34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6" name="Ellipse 34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7" name="Ellipse 34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8" name="Textfeld 34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99" name="Textfeld 34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00" name="Ellipse 34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1" name="Ellipse 35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2" name="Textfeld 35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3" name="Textfeld 35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4" name="Ellipse 35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5" name="Ellipse 35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6" name="Textfeld 35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7" name="Textfeld 35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8" name="Ellipse 35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9" name="Ellipse 35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0" name="Textfeld 35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11" name="Textfeld 35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12" name="Rechteck 35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Rechteck 35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Rechteck 35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5" name="Rechteck 35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6" name="Rechteck 35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7" name="Rechteck 35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8" name="Rechteck 35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9" name="Rechteck 35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93" name="Textfeld 3492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491" name="Textfeld 34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318" name="Gruppieren 3317"/>
            <p:cNvGrpSpPr/>
            <p:nvPr/>
          </p:nvGrpSpPr>
          <p:grpSpPr>
            <a:xfrm>
              <a:off x="3893924" y="942675"/>
              <a:ext cx="371759" cy="1652928"/>
              <a:chOff x="1692193" y="1141150"/>
              <a:chExt cx="371759" cy="1652928"/>
            </a:xfrm>
          </p:grpSpPr>
          <p:grpSp>
            <p:nvGrpSpPr>
              <p:cNvPr id="3460" name="Gruppieren 3459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462" name="Gruppieren 34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64" name="Rechteck 34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65" name="Rechteck 34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6" name="Ellipse 34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7" name="Ellipse 34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8" name="Textfeld 34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69" name="Textfeld 34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70" name="Ellipse 34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1" name="Ellipse 34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3" name="Textfeld 34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4" name="Ellipse 34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5" name="Ellipse 34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6" name="Textfeld 34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7" name="Textfeld 34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8" name="Ellipse 34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9" name="Ellipse 34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0" name="Textfeld 34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81" name="Textfeld 34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82" name="Rechteck 34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3" name="Rechteck 34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4" name="Rechteck 34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5" name="Rechteck 34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6" name="Rechteck 34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7" name="Rechteck 34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8" name="Rechteck 34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9" name="Rechteck 34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63" name="Textfeld 346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461" name="Textfeld 34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319" name="Gruppieren 3318"/>
            <p:cNvGrpSpPr/>
            <p:nvPr/>
          </p:nvGrpSpPr>
          <p:grpSpPr>
            <a:xfrm>
              <a:off x="4216760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3430" name="Gruppieren 34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432" name="Gruppieren 34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34" name="Rechteck 34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5" name="Rechteck 34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6" name="Ellipse 34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7" name="Ellipse 34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8" name="Textfeld 34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39" name="Textfeld 34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40" name="Ellipse 34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1" name="Ellipse 34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2" name="Textfeld 34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3" name="Textfeld 34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4" name="Ellipse 34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5" name="Ellipse 34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6" name="Textfeld 34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7" name="Textfeld 34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8" name="Ellipse 34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9" name="Ellipse 34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0" name="Textfeld 34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51" name="Textfeld 34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52" name="Rechteck 34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3" name="Rechteck 34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4" name="Rechteck 34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5" name="Rechteck 34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6" name="Rechteck 34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7" name="Rechteck 34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8" name="Rechteck 34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9" name="Rechteck 34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33" name="Textfeld 34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3431" name="Textfeld 34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3320" name="Rechteck 3319"/>
            <p:cNvSpPr/>
            <p:nvPr/>
          </p:nvSpPr>
          <p:spPr>
            <a:xfrm>
              <a:off x="2629758" y="1021865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3321" name="Rechteck 3320"/>
            <p:cNvSpPr/>
            <p:nvPr/>
          </p:nvSpPr>
          <p:spPr>
            <a:xfrm>
              <a:off x="2600190" y="992866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3322" name="Textfeld 3321"/>
            <p:cNvSpPr txBox="1"/>
            <p:nvPr/>
          </p:nvSpPr>
          <p:spPr>
            <a:xfrm>
              <a:off x="2595066" y="2429830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3323" name="Gruppieren 3322"/>
            <p:cNvGrpSpPr/>
            <p:nvPr/>
          </p:nvGrpSpPr>
          <p:grpSpPr>
            <a:xfrm>
              <a:off x="4539431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3400" name="Gruppieren 339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402" name="Gruppieren 34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04" name="Rechteck 34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05" name="Rechteck 34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6" name="Ellipse 34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7" name="Ellipse 34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8" name="Textfeld 34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09" name="Textfeld 34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10" name="Ellipse 34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Ellipse 34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2" name="Textfeld 34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13" name="Textfeld 34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14" name="Ellipse 34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5" name="Ellipse 34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6" name="Textfeld 34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7" name="Textfeld 34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8" name="Ellipse 34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9" name="Ellipse 34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0" name="Textfeld 34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21" name="Textfeld 34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22" name="Rechteck 34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3" name="Rechteck 34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4" name="Rechteck 34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5" name="Rechteck 34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6" name="Rechteck 34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7" name="Rechteck 34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8" name="Rechteck 34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9" name="Rechteck 34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03" name="Textfeld 340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401" name="Textfeld 34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324" name="Gruppieren 3323"/>
            <p:cNvGrpSpPr/>
            <p:nvPr/>
          </p:nvGrpSpPr>
          <p:grpSpPr>
            <a:xfrm>
              <a:off x="4856443" y="957038"/>
              <a:ext cx="346437" cy="1638565"/>
              <a:chOff x="1686699" y="1155513"/>
              <a:chExt cx="346437" cy="1638565"/>
            </a:xfrm>
          </p:grpSpPr>
          <p:grpSp>
            <p:nvGrpSpPr>
              <p:cNvPr id="3396" name="Gruppieren 339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398" name="Rechteck 339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399" name="Textfeld 339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3397" name="Textfeld 3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325" name="Textfeld 3324"/>
            <p:cNvSpPr txBox="1"/>
            <p:nvPr/>
          </p:nvSpPr>
          <p:spPr>
            <a:xfrm>
              <a:off x="396407" y="2426598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326" name="Gruppieren 3325"/>
            <p:cNvGrpSpPr/>
            <p:nvPr/>
          </p:nvGrpSpPr>
          <p:grpSpPr>
            <a:xfrm>
              <a:off x="964688" y="942675"/>
              <a:ext cx="327049" cy="1652928"/>
              <a:chOff x="3131212" y="1103872"/>
              <a:chExt cx="327049" cy="1652928"/>
            </a:xfrm>
          </p:grpSpPr>
          <p:grpSp>
            <p:nvGrpSpPr>
              <p:cNvPr id="3365" name="Gruppieren 3364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367" name="Gruppieren 336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369" name="Gruppieren 336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371" name="Rechteck 33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72" name="Rechteck 33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3" name="Ellipse 33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74" name="Ellipse 33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5" name="Textfeld 337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376" name="Ellipse 33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7" name="Ellipse 33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8" name="Textfeld 33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9" name="Textfeld 33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80" name="Ellipse 33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1" name="Ellipse 33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2" name="Textfeld 33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83" name="Textfeld 33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84" name="Ellipse 33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5" name="Ellipse 33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6" name="Textfeld 338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387" name="Textfeld 338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388" name="Rechteck 338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9" name="Rechteck 338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0" name="Rechteck 338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1" name="Rechteck 339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2" name="Rechteck 339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3" name="Rechteck 339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4" name="Rechteck 339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5" name="Rechteck 339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70" name="Textfeld 33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368" name="Textfeld 33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366" name="Textfeld 3365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3018" name="Gruppieren 3017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3019" name="Gruppieren 30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21" name="Gruppieren 30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Ellipse 30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Ellipse 30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Textfeld 30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28" name="Textfeld 30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Textfeld 30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33" name="Ellipse 30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Textfeld 30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36" name="Textfeld 30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37" name="Ellipse 30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8" name="Ellipse 30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Textfeld 30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40" name="Textfeld 30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41" name="Rechteck 30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2" name="Rechteck 30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Rechteck 30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Rechteck 30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5" name="Rechteck 30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6" name="Rechteck 30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Rechteck 30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Rechteck 30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22" name="Textfeld 3021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020" name="Textfeld 30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grpSp>
        <p:nvGrpSpPr>
          <p:cNvPr id="3049" name="Gruppieren 3048">
            <a:extLst>
              <a:ext uri="{FF2B5EF4-FFF2-40B4-BE49-F238E27FC236}">
                <a16:creationId xmlns:a16="http://schemas.microsoft.com/office/drawing/2014/main" id="{F14C3378-C520-492B-88F7-6ADD5A4FD51B}"/>
              </a:ext>
            </a:extLst>
          </p:cNvPr>
          <p:cNvGrpSpPr/>
          <p:nvPr/>
        </p:nvGrpSpPr>
        <p:grpSpPr>
          <a:xfrm>
            <a:off x="385920" y="4873562"/>
            <a:ext cx="3493712" cy="1654198"/>
            <a:chOff x="2261157" y="1277106"/>
            <a:chExt cx="3493712" cy="1654198"/>
          </a:xfrm>
        </p:grpSpPr>
        <p:grpSp>
          <p:nvGrpSpPr>
            <p:cNvPr id="3050" name="Gruppieren 3049">
              <a:extLst>
                <a:ext uri="{FF2B5EF4-FFF2-40B4-BE49-F238E27FC236}">
                  <a16:creationId xmlns:a16="http://schemas.microsoft.com/office/drawing/2014/main" id="{1087CFE0-97A5-4419-B8C1-48D5118C1930}"/>
                </a:ext>
              </a:extLst>
            </p:cNvPr>
            <p:cNvGrpSpPr/>
            <p:nvPr/>
          </p:nvGrpSpPr>
          <p:grpSpPr>
            <a:xfrm>
              <a:off x="250496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303" name="Gruppieren 3302">
                <a:extLst>
                  <a:ext uri="{FF2B5EF4-FFF2-40B4-BE49-F238E27FC236}">
                    <a16:creationId xmlns:a16="http://schemas.microsoft.com/office/drawing/2014/main" id="{E50B90E4-8983-4377-96C8-644FA4E6843E}"/>
                  </a:ext>
                </a:extLst>
              </p:cNvPr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05" name="Gruppieren 3304">
                  <a:extLst>
                    <a:ext uri="{FF2B5EF4-FFF2-40B4-BE49-F238E27FC236}">
                      <a16:creationId xmlns:a16="http://schemas.microsoft.com/office/drawing/2014/main" id="{6E3204B1-BD83-4B48-B291-41C412BA27A4}"/>
                    </a:ext>
                  </a:extLst>
                </p:cNvPr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28" name="Rechteck 3327">
                    <a:extLst>
                      <a:ext uri="{FF2B5EF4-FFF2-40B4-BE49-F238E27FC236}">
                        <a16:creationId xmlns:a16="http://schemas.microsoft.com/office/drawing/2014/main" id="{9F3CA83C-387F-4146-AE25-BEC0A5DCA106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29" name="Rechteck 3328">
                    <a:extLst>
                      <a:ext uri="{FF2B5EF4-FFF2-40B4-BE49-F238E27FC236}">
                        <a16:creationId xmlns:a16="http://schemas.microsoft.com/office/drawing/2014/main" id="{48E25485-686E-468C-B435-2D22C6D21D72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0" name="Ellipse 3329">
                    <a:extLst>
                      <a:ext uri="{FF2B5EF4-FFF2-40B4-BE49-F238E27FC236}">
                        <a16:creationId xmlns:a16="http://schemas.microsoft.com/office/drawing/2014/main" id="{38FFA3CB-AC3C-4221-B811-59AF163FF59B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1" name="Ellipse 3330">
                    <a:extLst>
                      <a:ext uri="{FF2B5EF4-FFF2-40B4-BE49-F238E27FC236}">
                        <a16:creationId xmlns:a16="http://schemas.microsoft.com/office/drawing/2014/main" id="{E350B6E4-5480-4A13-A38D-222B90EDA1AA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2" name="Ellipse 3331">
                    <a:extLst>
                      <a:ext uri="{FF2B5EF4-FFF2-40B4-BE49-F238E27FC236}">
                        <a16:creationId xmlns:a16="http://schemas.microsoft.com/office/drawing/2014/main" id="{C2394271-6E5A-497E-8EE9-E6005E4CF123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3" name="Ellipse 3332">
                    <a:extLst>
                      <a:ext uri="{FF2B5EF4-FFF2-40B4-BE49-F238E27FC236}">
                        <a16:creationId xmlns:a16="http://schemas.microsoft.com/office/drawing/2014/main" id="{B0CFE977-8D83-41FD-AA77-4074E928DC3D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4" name="Ellipse 3333">
                    <a:extLst>
                      <a:ext uri="{FF2B5EF4-FFF2-40B4-BE49-F238E27FC236}">
                        <a16:creationId xmlns:a16="http://schemas.microsoft.com/office/drawing/2014/main" id="{92F9D236-89DE-4CC6-A23B-F424743E6550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Ellipse 3334">
                    <a:extLst>
                      <a:ext uri="{FF2B5EF4-FFF2-40B4-BE49-F238E27FC236}">
                        <a16:creationId xmlns:a16="http://schemas.microsoft.com/office/drawing/2014/main" id="{082C809A-E4A7-4A41-8696-837179C93632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6" name="Ellipse 3335">
                    <a:extLst>
                      <a:ext uri="{FF2B5EF4-FFF2-40B4-BE49-F238E27FC236}">
                        <a16:creationId xmlns:a16="http://schemas.microsoft.com/office/drawing/2014/main" id="{67D08EA9-F306-4ADC-B375-EC4DD6DFC534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Ellipse 3336">
                    <a:extLst>
                      <a:ext uri="{FF2B5EF4-FFF2-40B4-BE49-F238E27FC236}">
                        <a16:creationId xmlns:a16="http://schemas.microsoft.com/office/drawing/2014/main" id="{44017DDB-F33B-4A60-B119-EFB4CF1CC568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8" name="Rechteck 3337">
                    <a:extLst>
                      <a:ext uri="{FF2B5EF4-FFF2-40B4-BE49-F238E27FC236}">
                        <a16:creationId xmlns:a16="http://schemas.microsoft.com/office/drawing/2014/main" id="{72865213-26FF-4A51-86C0-6FC169E761F9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Rechteck 3338">
                    <a:extLst>
                      <a:ext uri="{FF2B5EF4-FFF2-40B4-BE49-F238E27FC236}">
                        <a16:creationId xmlns:a16="http://schemas.microsoft.com/office/drawing/2014/main" id="{88F61E58-B759-47E1-9CFF-1328A5FA56F8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Rechteck 3339">
                    <a:extLst>
                      <a:ext uri="{FF2B5EF4-FFF2-40B4-BE49-F238E27FC236}">
                        <a16:creationId xmlns:a16="http://schemas.microsoft.com/office/drawing/2014/main" id="{50822C06-29B7-42B0-881A-C3AC77A93EE7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1" name="Rechteck 3340">
                    <a:extLst>
                      <a:ext uri="{FF2B5EF4-FFF2-40B4-BE49-F238E27FC236}">
                        <a16:creationId xmlns:a16="http://schemas.microsoft.com/office/drawing/2014/main" id="{4C03B397-CF9A-45FC-846E-17BE907549A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2" name="Rechteck 3341">
                    <a:extLst>
                      <a:ext uri="{FF2B5EF4-FFF2-40B4-BE49-F238E27FC236}">
                        <a16:creationId xmlns:a16="http://schemas.microsoft.com/office/drawing/2014/main" id="{D9DAFA52-8C3F-4919-8430-F2F4076B2D4E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3" name="Rechteck 3342">
                    <a:extLst>
                      <a:ext uri="{FF2B5EF4-FFF2-40B4-BE49-F238E27FC236}">
                        <a16:creationId xmlns:a16="http://schemas.microsoft.com/office/drawing/2014/main" id="{B190B4C1-2D4A-4326-992B-149089DB714A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Rechteck 3343">
                    <a:extLst>
                      <a:ext uri="{FF2B5EF4-FFF2-40B4-BE49-F238E27FC236}">
                        <a16:creationId xmlns:a16="http://schemas.microsoft.com/office/drawing/2014/main" id="{606CDEB0-1809-4A8D-8416-09F6ED56C3F0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5" name="Rechteck 3344">
                    <a:extLst>
                      <a:ext uri="{FF2B5EF4-FFF2-40B4-BE49-F238E27FC236}">
                        <a16:creationId xmlns:a16="http://schemas.microsoft.com/office/drawing/2014/main" id="{4ED1AE7F-217A-4709-A72E-F8526C5A9F8B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27" name="Textfeld 3326">
                  <a:extLst>
                    <a:ext uri="{FF2B5EF4-FFF2-40B4-BE49-F238E27FC236}">
                      <a16:creationId xmlns:a16="http://schemas.microsoft.com/office/drawing/2014/main" id="{CB302FFE-1A50-461F-A82E-67A29B04B320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04" name="Textfeld 3303">
                <a:extLst>
                  <a:ext uri="{FF2B5EF4-FFF2-40B4-BE49-F238E27FC236}">
                    <a16:creationId xmlns:a16="http://schemas.microsoft.com/office/drawing/2014/main" id="{C9817947-2FBE-41CC-AFDA-351243286598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051" name="Rechteck 3050">
              <a:extLst>
                <a:ext uri="{FF2B5EF4-FFF2-40B4-BE49-F238E27FC236}">
                  <a16:creationId xmlns:a16="http://schemas.microsoft.com/office/drawing/2014/main" id="{1875CB35-75C4-45AF-AF78-BC446B028D6F}"/>
                </a:ext>
              </a:extLst>
            </p:cNvPr>
            <p:cNvSpPr/>
            <p:nvPr/>
          </p:nvSpPr>
          <p:spPr>
            <a:xfrm>
              <a:off x="226558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2" name="Rechteck 3051">
              <a:extLst>
                <a:ext uri="{FF2B5EF4-FFF2-40B4-BE49-F238E27FC236}">
                  <a16:creationId xmlns:a16="http://schemas.microsoft.com/office/drawing/2014/main" id="{E9DA7D1B-0075-4C5C-8427-DA43D0C22FCE}"/>
                </a:ext>
              </a:extLst>
            </p:cNvPr>
            <p:cNvSpPr/>
            <p:nvPr/>
          </p:nvSpPr>
          <p:spPr>
            <a:xfrm>
              <a:off x="234235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3" name="Rechteck 3052">
              <a:extLst>
                <a:ext uri="{FF2B5EF4-FFF2-40B4-BE49-F238E27FC236}">
                  <a16:creationId xmlns:a16="http://schemas.microsoft.com/office/drawing/2014/main" id="{B4F626E2-B33B-4707-AECE-D1874D5C16A5}"/>
                </a:ext>
              </a:extLst>
            </p:cNvPr>
            <p:cNvSpPr/>
            <p:nvPr/>
          </p:nvSpPr>
          <p:spPr>
            <a:xfrm>
              <a:off x="229888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4" name="Rechteck 3053">
              <a:extLst>
                <a:ext uri="{FF2B5EF4-FFF2-40B4-BE49-F238E27FC236}">
                  <a16:creationId xmlns:a16="http://schemas.microsoft.com/office/drawing/2014/main" id="{9132F9F5-C8E5-448E-B5C7-206214DBDF9E}"/>
                </a:ext>
              </a:extLst>
            </p:cNvPr>
            <p:cNvSpPr/>
            <p:nvPr/>
          </p:nvSpPr>
          <p:spPr>
            <a:xfrm>
              <a:off x="234302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5" name="Rechteck 3054">
              <a:extLst>
                <a:ext uri="{FF2B5EF4-FFF2-40B4-BE49-F238E27FC236}">
                  <a16:creationId xmlns:a16="http://schemas.microsoft.com/office/drawing/2014/main" id="{236D065F-31CF-4E80-987B-5663BACF5467}"/>
                </a:ext>
              </a:extLst>
            </p:cNvPr>
            <p:cNvSpPr/>
            <p:nvPr/>
          </p:nvSpPr>
          <p:spPr>
            <a:xfrm>
              <a:off x="229955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056" name="Gruppieren 3055">
              <a:extLst>
                <a:ext uri="{FF2B5EF4-FFF2-40B4-BE49-F238E27FC236}">
                  <a16:creationId xmlns:a16="http://schemas.microsoft.com/office/drawing/2014/main" id="{CC4DBFD9-6B7A-4DEF-979B-E503C22E45BC}"/>
                </a:ext>
              </a:extLst>
            </p:cNvPr>
            <p:cNvGrpSpPr/>
            <p:nvPr/>
          </p:nvGrpSpPr>
          <p:grpSpPr>
            <a:xfrm>
              <a:off x="28284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273" name="Gruppieren 3272">
                <a:extLst>
                  <a:ext uri="{FF2B5EF4-FFF2-40B4-BE49-F238E27FC236}">
                    <a16:creationId xmlns:a16="http://schemas.microsoft.com/office/drawing/2014/main" id="{EC74E7A6-CA54-4554-B2AC-D432192F1D5C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75" name="Gruppieren 3274">
                  <a:extLst>
                    <a:ext uri="{FF2B5EF4-FFF2-40B4-BE49-F238E27FC236}">
                      <a16:creationId xmlns:a16="http://schemas.microsoft.com/office/drawing/2014/main" id="{3C4A66D9-C642-415A-8CBF-F1F1551D255B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77" name="Rechteck 3276">
                    <a:extLst>
                      <a:ext uri="{FF2B5EF4-FFF2-40B4-BE49-F238E27FC236}">
                        <a16:creationId xmlns:a16="http://schemas.microsoft.com/office/drawing/2014/main" id="{8CE28567-8D0D-47C4-A0A0-929FE36EE07A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8" name="Rechteck 3277">
                    <a:extLst>
                      <a:ext uri="{FF2B5EF4-FFF2-40B4-BE49-F238E27FC236}">
                        <a16:creationId xmlns:a16="http://schemas.microsoft.com/office/drawing/2014/main" id="{D00F9663-913B-42B4-89B9-4413CB5E2FDB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9" name="Ellipse 3278">
                    <a:extLst>
                      <a:ext uri="{FF2B5EF4-FFF2-40B4-BE49-F238E27FC236}">
                        <a16:creationId xmlns:a16="http://schemas.microsoft.com/office/drawing/2014/main" id="{E4CA7488-5BD2-4CD8-9AA6-E531FC3BB519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0" name="Ellipse 3279">
                    <a:extLst>
                      <a:ext uri="{FF2B5EF4-FFF2-40B4-BE49-F238E27FC236}">
                        <a16:creationId xmlns:a16="http://schemas.microsoft.com/office/drawing/2014/main" id="{A41471DE-44BD-4FF1-A25C-7433BAD7F232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1" name="Textfeld 3280">
                    <a:extLst>
                      <a:ext uri="{FF2B5EF4-FFF2-40B4-BE49-F238E27FC236}">
                        <a16:creationId xmlns:a16="http://schemas.microsoft.com/office/drawing/2014/main" id="{5C6F5C50-BE15-4464-B738-8731964CF71F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82" name="Textfeld 3281">
                    <a:extLst>
                      <a:ext uri="{FF2B5EF4-FFF2-40B4-BE49-F238E27FC236}">
                        <a16:creationId xmlns:a16="http://schemas.microsoft.com/office/drawing/2014/main" id="{603B32ED-F2C2-4657-B003-3C037AA3E076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83" name="Ellipse 3282">
                    <a:extLst>
                      <a:ext uri="{FF2B5EF4-FFF2-40B4-BE49-F238E27FC236}">
                        <a16:creationId xmlns:a16="http://schemas.microsoft.com/office/drawing/2014/main" id="{53938D90-24C5-46AA-9C29-7332CBF11599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Ellipse 3283">
                    <a:extLst>
                      <a:ext uri="{FF2B5EF4-FFF2-40B4-BE49-F238E27FC236}">
                        <a16:creationId xmlns:a16="http://schemas.microsoft.com/office/drawing/2014/main" id="{723A8DDE-84EA-48F9-841F-07394CEFB4CC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Textfeld 3284">
                    <a:extLst>
                      <a:ext uri="{FF2B5EF4-FFF2-40B4-BE49-F238E27FC236}">
                        <a16:creationId xmlns:a16="http://schemas.microsoft.com/office/drawing/2014/main" id="{EE66F13E-04DC-4C82-9FAB-8CBA3FDAF59E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86" name="Textfeld 3285">
                    <a:extLst>
                      <a:ext uri="{FF2B5EF4-FFF2-40B4-BE49-F238E27FC236}">
                        <a16:creationId xmlns:a16="http://schemas.microsoft.com/office/drawing/2014/main" id="{144D30BD-0B4C-4B1E-8E74-B05ACB4102C0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87" name="Ellipse 3286">
                    <a:extLst>
                      <a:ext uri="{FF2B5EF4-FFF2-40B4-BE49-F238E27FC236}">
                        <a16:creationId xmlns:a16="http://schemas.microsoft.com/office/drawing/2014/main" id="{AA25EFAE-FB51-4BEE-A6EE-EF55895F70FE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Ellipse 3287">
                    <a:extLst>
                      <a:ext uri="{FF2B5EF4-FFF2-40B4-BE49-F238E27FC236}">
                        <a16:creationId xmlns:a16="http://schemas.microsoft.com/office/drawing/2014/main" id="{B3E03968-3EA1-413E-AFE2-236A3A05102B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9" name="Textfeld 3288">
                    <a:extLst>
                      <a:ext uri="{FF2B5EF4-FFF2-40B4-BE49-F238E27FC236}">
                        <a16:creationId xmlns:a16="http://schemas.microsoft.com/office/drawing/2014/main" id="{3A9B5796-31C6-470B-B72A-CCBDD3455964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290" name="Textfeld 3289">
                    <a:extLst>
                      <a:ext uri="{FF2B5EF4-FFF2-40B4-BE49-F238E27FC236}">
                        <a16:creationId xmlns:a16="http://schemas.microsoft.com/office/drawing/2014/main" id="{CCFBB32F-76EF-4E2C-935F-189FCA1D179A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291" name="Ellipse 3290">
                    <a:extLst>
                      <a:ext uri="{FF2B5EF4-FFF2-40B4-BE49-F238E27FC236}">
                        <a16:creationId xmlns:a16="http://schemas.microsoft.com/office/drawing/2014/main" id="{6F229557-C267-4BA9-AFA2-26A5A628FA93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Ellipse 3291">
                    <a:extLst>
                      <a:ext uri="{FF2B5EF4-FFF2-40B4-BE49-F238E27FC236}">
                        <a16:creationId xmlns:a16="http://schemas.microsoft.com/office/drawing/2014/main" id="{E68CFD87-9DE3-49AB-977D-07E37088CE70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Textfeld 3292">
                    <a:extLst>
                      <a:ext uri="{FF2B5EF4-FFF2-40B4-BE49-F238E27FC236}">
                        <a16:creationId xmlns:a16="http://schemas.microsoft.com/office/drawing/2014/main" id="{C72BBBCE-74EA-45D9-B326-DE688061180C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294" name="Textfeld 3293">
                    <a:extLst>
                      <a:ext uri="{FF2B5EF4-FFF2-40B4-BE49-F238E27FC236}">
                        <a16:creationId xmlns:a16="http://schemas.microsoft.com/office/drawing/2014/main" id="{4D7F1110-F581-4990-AE2E-4C147337693D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295" name="Rechteck 3294">
                    <a:extLst>
                      <a:ext uri="{FF2B5EF4-FFF2-40B4-BE49-F238E27FC236}">
                        <a16:creationId xmlns:a16="http://schemas.microsoft.com/office/drawing/2014/main" id="{AA27E4E3-2281-445E-B63E-C0556DB0A337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>
                    <a:extLst>
                      <a:ext uri="{FF2B5EF4-FFF2-40B4-BE49-F238E27FC236}">
                        <a16:creationId xmlns:a16="http://schemas.microsoft.com/office/drawing/2014/main" id="{638041DC-8304-4E24-8BD9-BF49C08D64B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>
                    <a:extLst>
                      <a:ext uri="{FF2B5EF4-FFF2-40B4-BE49-F238E27FC236}">
                        <a16:creationId xmlns:a16="http://schemas.microsoft.com/office/drawing/2014/main" id="{50A1E6BF-2C73-4B34-902D-3C631829D4B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Rechteck 3297">
                    <a:extLst>
                      <a:ext uri="{FF2B5EF4-FFF2-40B4-BE49-F238E27FC236}">
                        <a16:creationId xmlns:a16="http://schemas.microsoft.com/office/drawing/2014/main" id="{88900A92-C745-426E-97CA-0262BFC5FB74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9" name="Rechteck 3298">
                    <a:extLst>
                      <a:ext uri="{FF2B5EF4-FFF2-40B4-BE49-F238E27FC236}">
                        <a16:creationId xmlns:a16="http://schemas.microsoft.com/office/drawing/2014/main" id="{BA9E84AA-9B1C-43AA-BA37-016E945AC86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0" name="Rechteck 3299">
                    <a:extLst>
                      <a:ext uri="{FF2B5EF4-FFF2-40B4-BE49-F238E27FC236}">
                        <a16:creationId xmlns:a16="http://schemas.microsoft.com/office/drawing/2014/main" id="{F2D240B5-FD6A-4523-B8CB-C85A9527467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1" name="Rechteck 3300">
                    <a:extLst>
                      <a:ext uri="{FF2B5EF4-FFF2-40B4-BE49-F238E27FC236}">
                        <a16:creationId xmlns:a16="http://schemas.microsoft.com/office/drawing/2014/main" id="{B9E6BE2E-CDA8-46CD-9FC3-2FE804E58D5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2" name="Rechteck 3301">
                    <a:extLst>
                      <a:ext uri="{FF2B5EF4-FFF2-40B4-BE49-F238E27FC236}">
                        <a16:creationId xmlns:a16="http://schemas.microsoft.com/office/drawing/2014/main" id="{CC4B3792-A162-4FB6-B7AD-BDF7A2CC037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76" name="Textfeld 3275">
                  <a:extLst>
                    <a:ext uri="{FF2B5EF4-FFF2-40B4-BE49-F238E27FC236}">
                      <a16:creationId xmlns:a16="http://schemas.microsoft.com/office/drawing/2014/main" id="{4D681FF7-DC39-428D-A41B-38C9361632E8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274" name="Textfeld 3273">
                <a:extLst>
                  <a:ext uri="{FF2B5EF4-FFF2-40B4-BE49-F238E27FC236}">
                    <a16:creationId xmlns:a16="http://schemas.microsoft.com/office/drawing/2014/main" id="{6DBE86E6-CDB7-4009-8123-758481AFC39F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3057" name="Gruppieren 3056">
              <a:extLst>
                <a:ext uri="{FF2B5EF4-FFF2-40B4-BE49-F238E27FC236}">
                  <a16:creationId xmlns:a16="http://schemas.microsoft.com/office/drawing/2014/main" id="{72FED7AA-4077-4468-A6DE-4AAA206399E1}"/>
                </a:ext>
              </a:extLst>
            </p:cNvPr>
            <p:cNvGrpSpPr/>
            <p:nvPr/>
          </p:nvGrpSpPr>
          <p:grpSpPr>
            <a:xfrm>
              <a:off x="315538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243" name="Gruppieren 3242">
                <a:extLst>
                  <a:ext uri="{FF2B5EF4-FFF2-40B4-BE49-F238E27FC236}">
                    <a16:creationId xmlns:a16="http://schemas.microsoft.com/office/drawing/2014/main" id="{9B1B9EF7-DAD0-4612-AB7A-6F0F4E636EA9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45" name="Gruppieren 3244">
                  <a:extLst>
                    <a:ext uri="{FF2B5EF4-FFF2-40B4-BE49-F238E27FC236}">
                      <a16:creationId xmlns:a16="http://schemas.microsoft.com/office/drawing/2014/main" id="{E983C0F0-9165-4B08-9DA5-EA707EBC269C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47" name="Rechteck 3246">
                    <a:extLst>
                      <a:ext uri="{FF2B5EF4-FFF2-40B4-BE49-F238E27FC236}">
                        <a16:creationId xmlns:a16="http://schemas.microsoft.com/office/drawing/2014/main" id="{5A46EF99-4E4A-471C-8226-9E3790451050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48" name="Rechteck 3247">
                    <a:extLst>
                      <a:ext uri="{FF2B5EF4-FFF2-40B4-BE49-F238E27FC236}">
                        <a16:creationId xmlns:a16="http://schemas.microsoft.com/office/drawing/2014/main" id="{BF174CCA-006F-4B1A-BB95-F0203641B29E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9" name="Ellipse 3248">
                    <a:extLst>
                      <a:ext uri="{FF2B5EF4-FFF2-40B4-BE49-F238E27FC236}">
                        <a16:creationId xmlns:a16="http://schemas.microsoft.com/office/drawing/2014/main" id="{8AD91538-129C-4E17-A14D-92EA8166D9D5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0" name="Ellipse 3249">
                    <a:extLst>
                      <a:ext uri="{FF2B5EF4-FFF2-40B4-BE49-F238E27FC236}">
                        <a16:creationId xmlns:a16="http://schemas.microsoft.com/office/drawing/2014/main" id="{3D9B98C0-ABFE-4723-B793-A91E63189A8F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Textfeld 3250">
                    <a:extLst>
                      <a:ext uri="{FF2B5EF4-FFF2-40B4-BE49-F238E27FC236}">
                        <a16:creationId xmlns:a16="http://schemas.microsoft.com/office/drawing/2014/main" id="{71A6D4F5-D885-4579-8A1D-D45D2DE6FC2F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52" name="Textfeld 3251">
                    <a:extLst>
                      <a:ext uri="{FF2B5EF4-FFF2-40B4-BE49-F238E27FC236}">
                        <a16:creationId xmlns:a16="http://schemas.microsoft.com/office/drawing/2014/main" id="{78E8B9CC-311F-428E-8EBC-0F44F81FC032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53" name="Ellipse 3252">
                    <a:extLst>
                      <a:ext uri="{FF2B5EF4-FFF2-40B4-BE49-F238E27FC236}">
                        <a16:creationId xmlns:a16="http://schemas.microsoft.com/office/drawing/2014/main" id="{4F367E26-2E31-4886-B7F3-294FA6B6753C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Ellipse 3253">
                    <a:extLst>
                      <a:ext uri="{FF2B5EF4-FFF2-40B4-BE49-F238E27FC236}">
                        <a16:creationId xmlns:a16="http://schemas.microsoft.com/office/drawing/2014/main" id="{A6C2CE90-866B-4F86-970C-13129093B961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Textfeld 3254">
                    <a:extLst>
                      <a:ext uri="{FF2B5EF4-FFF2-40B4-BE49-F238E27FC236}">
                        <a16:creationId xmlns:a16="http://schemas.microsoft.com/office/drawing/2014/main" id="{1615C5F9-BC82-403C-80B1-CF3FA21F5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56" name="Textfeld 3255">
                    <a:extLst>
                      <a:ext uri="{FF2B5EF4-FFF2-40B4-BE49-F238E27FC236}">
                        <a16:creationId xmlns:a16="http://schemas.microsoft.com/office/drawing/2014/main" id="{B0193E3D-1152-4F42-AEFF-C7CF9A5A2996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57" name="Ellipse 3256">
                    <a:extLst>
                      <a:ext uri="{FF2B5EF4-FFF2-40B4-BE49-F238E27FC236}">
                        <a16:creationId xmlns:a16="http://schemas.microsoft.com/office/drawing/2014/main" id="{0DE94B1B-79BE-41F9-921F-C621B3B61589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Ellipse 3257">
                    <a:extLst>
                      <a:ext uri="{FF2B5EF4-FFF2-40B4-BE49-F238E27FC236}">
                        <a16:creationId xmlns:a16="http://schemas.microsoft.com/office/drawing/2014/main" id="{4BBFC470-77BC-4E95-8F57-F711FE5CA747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Textfeld 3258">
                    <a:extLst>
                      <a:ext uri="{FF2B5EF4-FFF2-40B4-BE49-F238E27FC236}">
                        <a16:creationId xmlns:a16="http://schemas.microsoft.com/office/drawing/2014/main" id="{006A7629-4CB7-4362-9B6D-E94653271D51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60" name="Textfeld 3259">
                    <a:extLst>
                      <a:ext uri="{FF2B5EF4-FFF2-40B4-BE49-F238E27FC236}">
                        <a16:creationId xmlns:a16="http://schemas.microsoft.com/office/drawing/2014/main" id="{5131DFDD-B81D-4E57-BA5E-8EF84FE70AB6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61" name="Ellipse 3260">
                    <a:extLst>
                      <a:ext uri="{FF2B5EF4-FFF2-40B4-BE49-F238E27FC236}">
                        <a16:creationId xmlns:a16="http://schemas.microsoft.com/office/drawing/2014/main" id="{A7FF8834-99F7-4EA4-8F88-D1A35EEC78F7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62" name="Ellipse 3261">
                    <a:extLst>
                      <a:ext uri="{FF2B5EF4-FFF2-40B4-BE49-F238E27FC236}">
                        <a16:creationId xmlns:a16="http://schemas.microsoft.com/office/drawing/2014/main" id="{7A6E0625-4324-4970-80CE-A8B853594554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3" name="Textfeld 3262">
                    <a:extLst>
                      <a:ext uri="{FF2B5EF4-FFF2-40B4-BE49-F238E27FC236}">
                        <a16:creationId xmlns:a16="http://schemas.microsoft.com/office/drawing/2014/main" id="{0598CACE-FD4E-442C-97ED-BEA0FDB50C58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64" name="Textfeld 3263">
                    <a:extLst>
                      <a:ext uri="{FF2B5EF4-FFF2-40B4-BE49-F238E27FC236}">
                        <a16:creationId xmlns:a16="http://schemas.microsoft.com/office/drawing/2014/main" id="{D23C1959-E512-4641-9F1C-19CA4AE73445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65" name="Rechteck 3264">
                    <a:extLst>
                      <a:ext uri="{FF2B5EF4-FFF2-40B4-BE49-F238E27FC236}">
                        <a16:creationId xmlns:a16="http://schemas.microsoft.com/office/drawing/2014/main" id="{9375A3B2-757C-434A-8CED-103B9EAFA420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6" name="Rechteck 3265">
                    <a:extLst>
                      <a:ext uri="{FF2B5EF4-FFF2-40B4-BE49-F238E27FC236}">
                        <a16:creationId xmlns:a16="http://schemas.microsoft.com/office/drawing/2014/main" id="{52C715C4-6119-4866-8DE6-D0C980A3789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7" name="Rechteck 3266">
                    <a:extLst>
                      <a:ext uri="{FF2B5EF4-FFF2-40B4-BE49-F238E27FC236}">
                        <a16:creationId xmlns:a16="http://schemas.microsoft.com/office/drawing/2014/main" id="{EDF464E4-22A6-4B41-A651-08A8A7AC1BBE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8" name="Rechteck 3267">
                    <a:extLst>
                      <a:ext uri="{FF2B5EF4-FFF2-40B4-BE49-F238E27FC236}">
                        <a16:creationId xmlns:a16="http://schemas.microsoft.com/office/drawing/2014/main" id="{8B8F5D5F-4C35-4A40-BE7C-7B7F1189E022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9" name="Rechteck 3268">
                    <a:extLst>
                      <a:ext uri="{FF2B5EF4-FFF2-40B4-BE49-F238E27FC236}">
                        <a16:creationId xmlns:a16="http://schemas.microsoft.com/office/drawing/2014/main" id="{9E640F2F-13BB-4949-9C94-42295CA81E0A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0" name="Rechteck 3269">
                    <a:extLst>
                      <a:ext uri="{FF2B5EF4-FFF2-40B4-BE49-F238E27FC236}">
                        <a16:creationId xmlns:a16="http://schemas.microsoft.com/office/drawing/2014/main" id="{D78DE554-5C7E-4E29-A2B4-66E628C6755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1" name="Rechteck 3270">
                    <a:extLst>
                      <a:ext uri="{FF2B5EF4-FFF2-40B4-BE49-F238E27FC236}">
                        <a16:creationId xmlns:a16="http://schemas.microsoft.com/office/drawing/2014/main" id="{639E0857-F1AB-44A9-89EE-6F4048A8656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2" name="Rechteck 3271">
                    <a:extLst>
                      <a:ext uri="{FF2B5EF4-FFF2-40B4-BE49-F238E27FC236}">
                        <a16:creationId xmlns:a16="http://schemas.microsoft.com/office/drawing/2014/main" id="{DEB848A6-D670-4429-9AD4-4EB717E92499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46" name="Textfeld 3245">
                  <a:extLst>
                    <a:ext uri="{FF2B5EF4-FFF2-40B4-BE49-F238E27FC236}">
                      <a16:creationId xmlns:a16="http://schemas.microsoft.com/office/drawing/2014/main" id="{28D4ADFF-F225-4ACB-AEB4-99C6A0AA544F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244" name="Textfeld 3243">
                <a:extLst>
                  <a:ext uri="{FF2B5EF4-FFF2-40B4-BE49-F238E27FC236}">
                    <a16:creationId xmlns:a16="http://schemas.microsoft.com/office/drawing/2014/main" id="{5C0C1F9B-6E3A-4A7E-88EE-F61DC6A03CC7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058" name="Gruppieren 3057">
              <a:extLst>
                <a:ext uri="{FF2B5EF4-FFF2-40B4-BE49-F238E27FC236}">
                  <a16:creationId xmlns:a16="http://schemas.microsoft.com/office/drawing/2014/main" id="{D8539BCD-4AD2-4DFB-AB0D-CC04F7C38AF6}"/>
                </a:ext>
              </a:extLst>
            </p:cNvPr>
            <p:cNvGrpSpPr/>
            <p:nvPr/>
          </p:nvGrpSpPr>
          <p:grpSpPr>
            <a:xfrm>
              <a:off x="347935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213" name="Gruppieren 3212">
                <a:extLst>
                  <a:ext uri="{FF2B5EF4-FFF2-40B4-BE49-F238E27FC236}">
                    <a16:creationId xmlns:a16="http://schemas.microsoft.com/office/drawing/2014/main" id="{0F44F48B-9B37-49CB-B259-9B21DDD91B99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15" name="Gruppieren 3214">
                  <a:extLst>
                    <a:ext uri="{FF2B5EF4-FFF2-40B4-BE49-F238E27FC236}">
                      <a16:creationId xmlns:a16="http://schemas.microsoft.com/office/drawing/2014/main" id="{7A06448A-D3D5-41D2-9243-A99E4109AC49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17" name="Rechteck 3216">
                    <a:extLst>
                      <a:ext uri="{FF2B5EF4-FFF2-40B4-BE49-F238E27FC236}">
                        <a16:creationId xmlns:a16="http://schemas.microsoft.com/office/drawing/2014/main" id="{B2B23702-08A5-46DA-B22C-FB328F32123E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18" name="Rechteck 3217">
                    <a:extLst>
                      <a:ext uri="{FF2B5EF4-FFF2-40B4-BE49-F238E27FC236}">
                        <a16:creationId xmlns:a16="http://schemas.microsoft.com/office/drawing/2014/main" id="{CD10D36B-8C0A-4EE4-A176-B8C61820D4ED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9" name="Ellipse 3218">
                    <a:extLst>
                      <a:ext uri="{FF2B5EF4-FFF2-40B4-BE49-F238E27FC236}">
                        <a16:creationId xmlns:a16="http://schemas.microsoft.com/office/drawing/2014/main" id="{554DC42B-0319-4D2F-ABCA-4C2157171737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Ellipse 3219">
                    <a:extLst>
                      <a:ext uri="{FF2B5EF4-FFF2-40B4-BE49-F238E27FC236}">
                        <a16:creationId xmlns:a16="http://schemas.microsoft.com/office/drawing/2014/main" id="{96B7AF24-1A92-4BDC-8117-06E0C911E0BC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>
                    <a:extLst>
                      <a:ext uri="{FF2B5EF4-FFF2-40B4-BE49-F238E27FC236}">
                        <a16:creationId xmlns:a16="http://schemas.microsoft.com/office/drawing/2014/main" id="{E8BB8A97-7156-47C6-8E41-D1BE921C95E9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22" name="Textfeld 3221">
                    <a:extLst>
                      <a:ext uri="{FF2B5EF4-FFF2-40B4-BE49-F238E27FC236}">
                        <a16:creationId xmlns:a16="http://schemas.microsoft.com/office/drawing/2014/main" id="{4A743EB4-A788-4E42-BE1F-063058AADAEB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23" name="Ellipse 3222">
                    <a:extLst>
                      <a:ext uri="{FF2B5EF4-FFF2-40B4-BE49-F238E27FC236}">
                        <a16:creationId xmlns:a16="http://schemas.microsoft.com/office/drawing/2014/main" id="{2658ECC3-6228-40D5-819C-983FBAB2D623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Ellipse 3223">
                    <a:extLst>
                      <a:ext uri="{FF2B5EF4-FFF2-40B4-BE49-F238E27FC236}">
                        <a16:creationId xmlns:a16="http://schemas.microsoft.com/office/drawing/2014/main" id="{3C69CD4F-51B9-42CF-948C-D51A358FA613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Textfeld 3224">
                    <a:extLst>
                      <a:ext uri="{FF2B5EF4-FFF2-40B4-BE49-F238E27FC236}">
                        <a16:creationId xmlns:a16="http://schemas.microsoft.com/office/drawing/2014/main" id="{2DBB3527-0547-45B4-86BB-BA30D45C00E8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26" name="Textfeld 3225">
                    <a:extLst>
                      <a:ext uri="{FF2B5EF4-FFF2-40B4-BE49-F238E27FC236}">
                        <a16:creationId xmlns:a16="http://schemas.microsoft.com/office/drawing/2014/main" id="{10FE7342-D675-45D1-886E-1A22113B1240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27" name="Ellipse 3226">
                    <a:extLst>
                      <a:ext uri="{FF2B5EF4-FFF2-40B4-BE49-F238E27FC236}">
                        <a16:creationId xmlns:a16="http://schemas.microsoft.com/office/drawing/2014/main" id="{7996D96A-E960-4150-BA82-42DFB17E5EA5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Ellipse 3227">
                    <a:extLst>
                      <a:ext uri="{FF2B5EF4-FFF2-40B4-BE49-F238E27FC236}">
                        <a16:creationId xmlns:a16="http://schemas.microsoft.com/office/drawing/2014/main" id="{468F571A-1A16-4D00-B1C1-B8ECE4277B54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Textfeld 3228">
                    <a:extLst>
                      <a:ext uri="{FF2B5EF4-FFF2-40B4-BE49-F238E27FC236}">
                        <a16:creationId xmlns:a16="http://schemas.microsoft.com/office/drawing/2014/main" id="{B09037CE-0687-48B1-BED1-FB6524C48426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30" name="Textfeld 3229">
                    <a:extLst>
                      <a:ext uri="{FF2B5EF4-FFF2-40B4-BE49-F238E27FC236}">
                        <a16:creationId xmlns:a16="http://schemas.microsoft.com/office/drawing/2014/main" id="{957E44B9-E5C4-4327-90E2-C9B053B526EA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31" name="Ellipse 3230">
                    <a:extLst>
                      <a:ext uri="{FF2B5EF4-FFF2-40B4-BE49-F238E27FC236}">
                        <a16:creationId xmlns:a16="http://schemas.microsoft.com/office/drawing/2014/main" id="{1DF50553-5993-43A1-9669-381E4ED0F7C8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2" name="Ellipse 3231">
                    <a:extLst>
                      <a:ext uri="{FF2B5EF4-FFF2-40B4-BE49-F238E27FC236}">
                        <a16:creationId xmlns:a16="http://schemas.microsoft.com/office/drawing/2014/main" id="{1364A6F2-904A-42BC-B811-AC4642B3E068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3" name="Textfeld 3232">
                    <a:extLst>
                      <a:ext uri="{FF2B5EF4-FFF2-40B4-BE49-F238E27FC236}">
                        <a16:creationId xmlns:a16="http://schemas.microsoft.com/office/drawing/2014/main" id="{454A7545-B741-435B-AB91-2C6AA8316E3B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34" name="Textfeld 3233">
                    <a:extLst>
                      <a:ext uri="{FF2B5EF4-FFF2-40B4-BE49-F238E27FC236}">
                        <a16:creationId xmlns:a16="http://schemas.microsoft.com/office/drawing/2014/main" id="{7D42A00B-FD05-4246-9EE0-C151808F03DB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35" name="Rechteck 3234">
                    <a:extLst>
                      <a:ext uri="{FF2B5EF4-FFF2-40B4-BE49-F238E27FC236}">
                        <a16:creationId xmlns:a16="http://schemas.microsoft.com/office/drawing/2014/main" id="{7031385F-7675-45CF-B4E0-29D8D25483D9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6" name="Rechteck 3235">
                    <a:extLst>
                      <a:ext uri="{FF2B5EF4-FFF2-40B4-BE49-F238E27FC236}">
                        <a16:creationId xmlns:a16="http://schemas.microsoft.com/office/drawing/2014/main" id="{8FF60128-0ACC-4D4F-8D3E-28749F9231A8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Rechteck 3236">
                    <a:extLst>
                      <a:ext uri="{FF2B5EF4-FFF2-40B4-BE49-F238E27FC236}">
                        <a16:creationId xmlns:a16="http://schemas.microsoft.com/office/drawing/2014/main" id="{B08435D0-F6E9-4E12-B7B1-6B20143F8D90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Rechteck 3237">
                    <a:extLst>
                      <a:ext uri="{FF2B5EF4-FFF2-40B4-BE49-F238E27FC236}">
                        <a16:creationId xmlns:a16="http://schemas.microsoft.com/office/drawing/2014/main" id="{CCB79788-0901-4001-BBAC-A9CC3B7DD2A5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Rechteck 3238">
                    <a:extLst>
                      <a:ext uri="{FF2B5EF4-FFF2-40B4-BE49-F238E27FC236}">
                        <a16:creationId xmlns:a16="http://schemas.microsoft.com/office/drawing/2014/main" id="{0C9C15C5-DBD0-4F77-B975-D070DEE01D2D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0" name="Rechteck 3239">
                    <a:extLst>
                      <a:ext uri="{FF2B5EF4-FFF2-40B4-BE49-F238E27FC236}">
                        <a16:creationId xmlns:a16="http://schemas.microsoft.com/office/drawing/2014/main" id="{405519E7-63DE-4DCA-9021-32392B20FBBC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1" name="Rechteck 3240">
                    <a:extLst>
                      <a:ext uri="{FF2B5EF4-FFF2-40B4-BE49-F238E27FC236}">
                        <a16:creationId xmlns:a16="http://schemas.microsoft.com/office/drawing/2014/main" id="{0BF62C32-399C-4235-A5A8-2BB3C96F847C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Rechteck 3241">
                    <a:extLst>
                      <a:ext uri="{FF2B5EF4-FFF2-40B4-BE49-F238E27FC236}">
                        <a16:creationId xmlns:a16="http://schemas.microsoft.com/office/drawing/2014/main" id="{4497A34D-2F26-4FC8-B38A-988360DB93E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16" name="Textfeld 3215">
                  <a:extLst>
                    <a:ext uri="{FF2B5EF4-FFF2-40B4-BE49-F238E27FC236}">
                      <a16:creationId xmlns:a16="http://schemas.microsoft.com/office/drawing/2014/main" id="{A89905B1-FD38-4384-A003-7036AC2C2B34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214" name="Textfeld 3213">
                <a:extLst>
                  <a:ext uri="{FF2B5EF4-FFF2-40B4-BE49-F238E27FC236}">
                    <a16:creationId xmlns:a16="http://schemas.microsoft.com/office/drawing/2014/main" id="{AA0AED33-A7BC-4854-BF49-6D7FA02563E5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3059" name="Gruppieren 3058">
              <a:extLst>
                <a:ext uri="{FF2B5EF4-FFF2-40B4-BE49-F238E27FC236}">
                  <a16:creationId xmlns:a16="http://schemas.microsoft.com/office/drawing/2014/main" id="{6371BC6F-F684-47E3-AD81-C2070F283459}"/>
                </a:ext>
              </a:extLst>
            </p:cNvPr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183" name="Gruppieren 3182">
                <a:extLst>
                  <a:ext uri="{FF2B5EF4-FFF2-40B4-BE49-F238E27FC236}">
                    <a16:creationId xmlns:a16="http://schemas.microsoft.com/office/drawing/2014/main" id="{631DA608-28DC-47C6-AF60-24C216C85CC2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85" name="Gruppieren 3184">
                  <a:extLst>
                    <a:ext uri="{FF2B5EF4-FFF2-40B4-BE49-F238E27FC236}">
                      <a16:creationId xmlns:a16="http://schemas.microsoft.com/office/drawing/2014/main" id="{E9A85BAC-5D23-4607-B5AA-2F5F39EDA3ED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87" name="Rechteck 3186">
                    <a:extLst>
                      <a:ext uri="{FF2B5EF4-FFF2-40B4-BE49-F238E27FC236}">
                        <a16:creationId xmlns:a16="http://schemas.microsoft.com/office/drawing/2014/main" id="{08F6B4E5-2E5B-4B28-A988-D7F7E07FD2FC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88" name="Rechteck 3187">
                    <a:extLst>
                      <a:ext uri="{FF2B5EF4-FFF2-40B4-BE49-F238E27FC236}">
                        <a16:creationId xmlns:a16="http://schemas.microsoft.com/office/drawing/2014/main" id="{D06778AC-65C2-4EB4-BC87-72BE747058C0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9" name="Ellipse 3188">
                    <a:extLst>
                      <a:ext uri="{FF2B5EF4-FFF2-40B4-BE49-F238E27FC236}">
                        <a16:creationId xmlns:a16="http://schemas.microsoft.com/office/drawing/2014/main" id="{25AF748B-7D80-44C3-8B43-67C0973604AA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>
                    <a:extLst>
                      <a:ext uri="{FF2B5EF4-FFF2-40B4-BE49-F238E27FC236}">
                        <a16:creationId xmlns:a16="http://schemas.microsoft.com/office/drawing/2014/main" id="{81556D2B-5757-4402-8B10-8FE060224EB8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>
                    <a:extLst>
                      <a:ext uri="{FF2B5EF4-FFF2-40B4-BE49-F238E27FC236}">
                        <a16:creationId xmlns:a16="http://schemas.microsoft.com/office/drawing/2014/main" id="{EB87C3DE-ECAB-449B-951B-B67B1118FC9C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92" name="Textfeld 3191">
                    <a:extLst>
                      <a:ext uri="{FF2B5EF4-FFF2-40B4-BE49-F238E27FC236}">
                        <a16:creationId xmlns:a16="http://schemas.microsoft.com/office/drawing/2014/main" id="{4DDA9DB4-6C7B-44FB-A9F8-B81DD11CCE1B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193" name="Ellipse 3192">
                    <a:extLst>
                      <a:ext uri="{FF2B5EF4-FFF2-40B4-BE49-F238E27FC236}">
                        <a16:creationId xmlns:a16="http://schemas.microsoft.com/office/drawing/2014/main" id="{DF268A1B-9D34-4B0D-97F2-BB066F13BC3C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Ellipse 3193">
                    <a:extLst>
                      <a:ext uri="{FF2B5EF4-FFF2-40B4-BE49-F238E27FC236}">
                        <a16:creationId xmlns:a16="http://schemas.microsoft.com/office/drawing/2014/main" id="{9A3AAA11-8F15-4D7E-B9CD-18E8E6B2F81F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Textfeld 3194">
                    <a:extLst>
                      <a:ext uri="{FF2B5EF4-FFF2-40B4-BE49-F238E27FC236}">
                        <a16:creationId xmlns:a16="http://schemas.microsoft.com/office/drawing/2014/main" id="{737546D4-C3B3-46F0-8C62-5987D2B00C6B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96" name="Textfeld 3195">
                    <a:extLst>
                      <a:ext uri="{FF2B5EF4-FFF2-40B4-BE49-F238E27FC236}">
                        <a16:creationId xmlns:a16="http://schemas.microsoft.com/office/drawing/2014/main" id="{D4A70E1A-34E0-4305-AF49-0FA873055907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197" name="Ellipse 3196">
                    <a:extLst>
                      <a:ext uri="{FF2B5EF4-FFF2-40B4-BE49-F238E27FC236}">
                        <a16:creationId xmlns:a16="http://schemas.microsoft.com/office/drawing/2014/main" id="{1B6A1471-93ED-4DE4-9B86-ED2C9CF2925D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Ellipse 3197">
                    <a:extLst>
                      <a:ext uri="{FF2B5EF4-FFF2-40B4-BE49-F238E27FC236}">
                        <a16:creationId xmlns:a16="http://schemas.microsoft.com/office/drawing/2014/main" id="{87450831-0BED-4232-9AA7-5D363F61235F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Textfeld 3198">
                    <a:extLst>
                      <a:ext uri="{FF2B5EF4-FFF2-40B4-BE49-F238E27FC236}">
                        <a16:creationId xmlns:a16="http://schemas.microsoft.com/office/drawing/2014/main" id="{3995B182-ED2B-4DB5-B924-AF0948019254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00" name="Textfeld 3199">
                    <a:extLst>
                      <a:ext uri="{FF2B5EF4-FFF2-40B4-BE49-F238E27FC236}">
                        <a16:creationId xmlns:a16="http://schemas.microsoft.com/office/drawing/2014/main" id="{CE9204E3-F598-4646-B0D3-6AD85B568E0C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201" name="Ellipse 3200">
                    <a:extLst>
                      <a:ext uri="{FF2B5EF4-FFF2-40B4-BE49-F238E27FC236}">
                        <a16:creationId xmlns:a16="http://schemas.microsoft.com/office/drawing/2014/main" id="{BDFD5EB4-641F-4EAB-BAFB-5024FFDF6B60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2" name="Ellipse 3201">
                    <a:extLst>
                      <a:ext uri="{FF2B5EF4-FFF2-40B4-BE49-F238E27FC236}">
                        <a16:creationId xmlns:a16="http://schemas.microsoft.com/office/drawing/2014/main" id="{B3FBD0B9-9CFE-451B-81A2-09F95BA5D55E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3" name="Textfeld 3202">
                    <a:extLst>
                      <a:ext uri="{FF2B5EF4-FFF2-40B4-BE49-F238E27FC236}">
                        <a16:creationId xmlns:a16="http://schemas.microsoft.com/office/drawing/2014/main" id="{784FF756-CB9A-4B11-98E4-12D386BE3FBD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04" name="Textfeld 3203">
                    <a:extLst>
                      <a:ext uri="{FF2B5EF4-FFF2-40B4-BE49-F238E27FC236}">
                        <a16:creationId xmlns:a16="http://schemas.microsoft.com/office/drawing/2014/main" id="{8472E536-C41A-49ED-8C86-B319A8E5DA25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205" name="Rechteck 3204">
                    <a:extLst>
                      <a:ext uri="{FF2B5EF4-FFF2-40B4-BE49-F238E27FC236}">
                        <a16:creationId xmlns:a16="http://schemas.microsoft.com/office/drawing/2014/main" id="{128843A7-7932-4D1F-AB49-DC5B8E4A81D3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6" name="Rechteck 3205">
                    <a:extLst>
                      <a:ext uri="{FF2B5EF4-FFF2-40B4-BE49-F238E27FC236}">
                        <a16:creationId xmlns:a16="http://schemas.microsoft.com/office/drawing/2014/main" id="{DC5872A3-59AF-4CC0-8497-057FE743ED4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Rechteck 3206">
                    <a:extLst>
                      <a:ext uri="{FF2B5EF4-FFF2-40B4-BE49-F238E27FC236}">
                        <a16:creationId xmlns:a16="http://schemas.microsoft.com/office/drawing/2014/main" id="{54673454-88D3-4B1A-9E74-9F9239A31FC2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Rechteck 3207">
                    <a:extLst>
                      <a:ext uri="{FF2B5EF4-FFF2-40B4-BE49-F238E27FC236}">
                        <a16:creationId xmlns:a16="http://schemas.microsoft.com/office/drawing/2014/main" id="{7F8549F5-8D22-4070-961B-8F89F8217FD5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Rechteck 3208">
                    <a:extLst>
                      <a:ext uri="{FF2B5EF4-FFF2-40B4-BE49-F238E27FC236}">
                        <a16:creationId xmlns:a16="http://schemas.microsoft.com/office/drawing/2014/main" id="{410F3EE5-15C1-4EDC-B085-1DA06BB8E7FE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0" name="Rechteck 3209">
                    <a:extLst>
                      <a:ext uri="{FF2B5EF4-FFF2-40B4-BE49-F238E27FC236}">
                        <a16:creationId xmlns:a16="http://schemas.microsoft.com/office/drawing/2014/main" id="{26047657-3694-4EF9-BC0F-E545AAD8665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1" name="Rechteck 3210">
                    <a:extLst>
                      <a:ext uri="{FF2B5EF4-FFF2-40B4-BE49-F238E27FC236}">
                        <a16:creationId xmlns:a16="http://schemas.microsoft.com/office/drawing/2014/main" id="{F1A70397-6C93-4553-B2E6-8B7F619C8A00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Rechteck 3211">
                    <a:extLst>
                      <a:ext uri="{FF2B5EF4-FFF2-40B4-BE49-F238E27FC236}">
                        <a16:creationId xmlns:a16="http://schemas.microsoft.com/office/drawing/2014/main" id="{EBFAF236-AE9B-44E4-B17B-C6CC7B73F7E8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6" name="Textfeld 3185">
                  <a:extLst>
                    <a:ext uri="{FF2B5EF4-FFF2-40B4-BE49-F238E27FC236}">
                      <a16:creationId xmlns:a16="http://schemas.microsoft.com/office/drawing/2014/main" id="{31DA4C41-0350-4450-B966-5DF84E097EBB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184" name="Textfeld 3183">
                <a:extLst>
                  <a:ext uri="{FF2B5EF4-FFF2-40B4-BE49-F238E27FC236}">
                    <a16:creationId xmlns:a16="http://schemas.microsoft.com/office/drawing/2014/main" id="{C9BA7036-54DF-46F5-B821-9D57C7BD3AFE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3060" name="Gruppieren 3059">
              <a:extLst>
                <a:ext uri="{FF2B5EF4-FFF2-40B4-BE49-F238E27FC236}">
                  <a16:creationId xmlns:a16="http://schemas.microsoft.com/office/drawing/2014/main" id="{6366EAE2-73C6-4E97-876B-DB06138F2DF4}"/>
                </a:ext>
              </a:extLst>
            </p:cNvPr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161" name="Gruppieren 3160">
                <a:extLst>
                  <a:ext uri="{FF2B5EF4-FFF2-40B4-BE49-F238E27FC236}">
                    <a16:creationId xmlns:a16="http://schemas.microsoft.com/office/drawing/2014/main" id="{00ECA1FB-3523-41C8-8F76-AC910D912695}"/>
                  </a:ext>
                </a:extLst>
              </p:cNvPr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163" name="Gruppieren 3162">
                  <a:extLst>
                    <a:ext uri="{FF2B5EF4-FFF2-40B4-BE49-F238E27FC236}">
                      <a16:creationId xmlns:a16="http://schemas.microsoft.com/office/drawing/2014/main" id="{2924B9BD-A511-405B-8C8B-5C4252A92A42}"/>
                    </a:ext>
                  </a:extLst>
                </p:cNvPr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165" name="Rechteck 3164">
                    <a:extLst>
                      <a:ext uri="{FF2B5EF4-FFF2-40B4-BE49-F238E27FC236}">
                        <a16:creationId xmlns:a16="http://schemas.microsoft.com/office/drawing/2014/main" id="{39B8E3E3-BBCF-4E32-837C-F5DCCF40BCAE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66" name="Rechteck 3165">
                    <a:extLst>
                      <a:ext uri="{FF2B5EF4-FFF2-40B4-BE49-F238E27FC236}">
                        <a16:creationId xmlns:a16="http://schemas.microsoft.com/office/drawing/2014/main" id="{A041955D-B19E-446A-AF8E-B504FD914B31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7" name="Ellipse 3166">
                    <a:extLst>
                      <a:ext uri="{FF2B5EF4-FFF2-40B4-BE49-F238E27FC236}">
                        <a16:creationId xmlns:a16="http://schemas.microsoft.com/office/drawing/2014/main" id="{B71EC055-ABC3-43A9-A878-E03F21E243F9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8" name="Ellipse 3167">
                    <a:extLst>
                      <a:ext uri="{FF2B5EF4-FFF2-40B4-BE49-F238E27FC236}">
                        <a16:creationId xmlns:a16="http://schemas.microsoft.com/office/drawing/2014/main" id="{AD292B3D-C51B-4B46-9E9C-3FD788A26DEB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9" name="Ellipse 3168">
                    <a:extLst>
                      <a:ext uri="{FF2B5EF4-FFF2-40B4-BE49-F238E27FC236}">
                        <a16:creationId xmlns:a16="http://schemas.microsoft.com/office/drawing/2014/main" id="{CB9CFCBD-A8E2-48A1-933C-FBC2A14FB458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0" name="Ellipse 3169">
                    <a:extLst>
                      <a:ext uri="{FF2B5EF4-FFF2-40B4-BE49-F238E27FC236}">
                        <a16:creationId xmlns:a16="http://schemas.microsoft.com/office/drawing/2014/main" id="{6BD376F7-7544-4998-96AE-E96C849DEB2D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1" name="Ellipse 3170">
                    <a:extLst>
                      <a:ext uri="{FF2B5EF4-FFF2-40B4-BE49-F238E27FC236}">
                        <a16:creationId xmlns:a16="http://schemas.microsoft.com/office/drawing/2014/main" id="{3F65CABB-E80A-4249-A37C-522F3147D76B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2" name="Ellipse 3171">
                    <a:extLst>
                      <a:ext uri="{FF2B5EF4-FFF2-40B4-BE49-F238E27FC236}">
                        <a16:creationId xmlns:a16="http://schemas.microsoft.com/office/drawing/2014/main" id="{19798101-15AC-4986-8E83-8865DE53476B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3" name="Ellipse 3172">
                    <a:extLst>
                      <a:ext uri="{FF2B5EF4-FFF2-40B4-BE49-F238E27FC236}">
                        <a16:creationId xmlns:a16="http://schemas.microsoft.com/office/drawing/2014/main" id="{F3B8FB71-FFB6-41CE-802C-5B98D0DE7E57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4" name="Ellipse 3173">
                    <a:extLst>
                      <a:ext uri="{FF2B5EF4-FFF2-40B4-BE49-F238E27FC236}">
                        <a16:creationId xmlns:a16="http://schemas.microsoft.com/office/drawing/2014/main" id="{A3E44118-A07D-4AD9-86C8-118D26AB6161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5" name="Rechteck 3174">
                    <a:extLst>
                      <a:ext uri="{FF2B5EF4-FFF2-40B4-BE49-F238E27FC236}">
                        <a16:creationId xmlns:a16="http://schemas.microsoft.com/office/drawing/2014/main" id="{31CED0E9-02BE-494D-8480-D162FAA22ABE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6" name="Rechteck 3175">
                    <a:extLst>
                      <a:ext uri="{FF2B5EF4-FFF2-40B4-BE49-F238E27FC236}">
                        <a16:creationId xmlns:a16="http://schemas.microsoft.com/office/drawing/2014/main" id="{7E592189-39E8-43BE-BBE5-57ECD3252D7C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Rechteck 3176">
                    <a:extLst>
                      <a:ext uri="{FF2B5EF4-FFF2-40B4-BE49-F238E27FC236}">
                        <a16:creationId xmlns:a16="http://schemas.microsoft.com/office/drawing/2014/main" id="{83A122C8-DFDE-43C7-A303-5FAF2E70226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Rechteck 3177">
                    <a:extLst>
                      <a:ext uri="{FF2B5EF4-FFF2-40B4-BE49-F238E27FC236}">
                        <a16:creationId xmlns:a16="http://schemas.microsoft.com/office/drawing/2014/main" id="{73B4C5C6-4732-4C33-8EDC-B21813B76DE4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Rechteck 3178">
                    <a:extLst>
                      <a:ext uri="{FF2B5EF4-FFF2-40B4-BE49-F238E27FC236}">
                        <a16:creationId xmlns:a16="http://schemas.microsoft.com/office/drawing/2014/main" id="{5B5B0885-B85E-49AE-8212-47912F42F26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0" name="Rechteck 3179">
                    <a:extLst>
                      <a:ext uri="{FF2B5EF4-FFF2-40B4-BE49-F238E27FC236}">
                        <a16:creationId xmlns:a16="http://schemas.microsoft.com/office/drawing/2014/main" id="{B6F45C8C-0FC6-42F8-8BA2-4F99119D93A6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1" name="Rechteck 3180">
                    <a:extLst>
                      <a:ext uri="{FF2B5EF4-FFF2-40B4-BE49-F238E27FC236}">
                        <a16:creationId xmlns:a16="http://schemas.microsoft.com/office/drawing/2014/main" id="{8C4D7A2B-EC02-4EDA-95E3-54185FACAA6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Rechteck 3181">
                    <a:extLst>
                      <a:ext uri="{FF2B5EF4-FFF2-40B4-BE49-F238E27FC236}">
                        <a16:creationId xmlns:a16="http://schemas.microsoft.com/office/drawing/2014/main" id="{2C69F209-FE09-4D10-B36A-AE0980C7D56F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64" name="Textfeld 3163">
                  <a:extLst>
                    <a:ext uri="{FF2B5EF4-FFF2-40B4-BE49-F238E27FC236}">
                      <a16:creationId xmlns:a16="http://schemas.microsoft.com/office/drawing/2014/main" id="{693858AA-B14E-4B6C-AFCD-DC01CF1E110D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162" name="Textfeld 3161">
                <a:extLst>
                  <a:ext uri="{FF2B5EF4-FFF2-40B4-BE49-F238E27FC236}">
                    <a16:creationId xmlns:a16="http://schemas.microsoft.com/office/drawing/2014/main" id="{43F0B685-9916-45C5-A8E0-B84E51AA3634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061" name="Gruppieren 3060">
              <a:extLst>
                <a:ext uri="{FF2B5EF4-FFF2-40B4-BE49-F238E27FC236}">
                  <a16:creationId xmlns:a16="http://schemas.microsoft.com/office/drawing/2014/main" id="{99603016-5706-4A3E-970A-A547DF8FD031}"/>
                </a:ext>
              </a:extLst>
            </p:cNvPr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131" name="Gruppieren 3130">
                <a:extLst>
                  <a:ext uri="{FF2B5EF4-FFF2-40B4-BE49-F238E27FC236}">
                    <a16:creationId xmlns:a16="http://schemas.microsoft.com/office/drawing/2014/main" id="{B00A0521-912F-45C5-859E-F7B0674C5BEC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33" name="Gruppieren 3132">
                  <a:extLst>
                    <a:ext uri="{FF2B5EF4-FFF2-40B4-BE49-F238E27FC236}">
                      <a16:creationId xmlns:a16="http://schemas.microsoft.com/office/drawing/2014/main" id="{0E4780F0-BC9E-4760-8E8B-EA78F6D4F7D0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35" name="Rechteck 3134">
                    <a:extLst>
                      <a:ext uri="{FF2B5EF4-FFF2-40B4-BE49-F238E27FC236}">
                        <a16:creationId xmlns:a16="http://schemas.microsoft.com/office/drawing/2014/main" id="{4B385564-E5CA-4C5B-B9AD-12CE82EE18D9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36" name="Rechteck 3135">
                    <a:extLst>
                      <a:ext uri="{FF2B5EF4-FFF2-40B4-BE49-F238E27FC236}">
                        <a16:creationId xmlns:a16="http://schemas.microsoft.com/office/drawing/2014/main" id="{BE3D375E-3AC5-4745-9765-B603ED141B2A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7" name="Ellipse 3136">
                    <a:extLst>
                      <a:ext uri="{FF2B5EF4-FFF2-40B4-BE49-F238E27FC236}">
                        <a16:creationId xmlns:a16="http://schemas.microsoft.com/office/drawing/2014/main" id="{A631303A-088E-4210-A4D2-31096141AEC3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8" name="Ellipse 3137">
                    <a:extLst>
                      <a:ext uri="{FF2B5EF4-FFF2-40B4-BE49-F238E27FC236}">
                        <a16:creationId xmlns:a16="http://schemas.microsoft.com/office/drawing/2014/main" id="{971CAAFF-6056-4234-8195-B3461D75BC7B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9" name="Textfeld 3138">
                    <a:extLst>
                      <a:ext uri="{FF2B5EF4-FFF2-40B4-BE49-F238E27FC236}">
                        <a16:creationId xmlns:a16="http://schemas.microsoft.com/office/drawing/2014/main" id="{66DBFC48-F456-4C74-996E-2D39BABA45E2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40" name="Textfeld 3139">
                    <a:extLst>
                      <a:ext uri="{FF2B5EF4-FFF2-40B4-BE49-F238E27FC236}">
                        <a16:creationId xmlns:a16="http://schemas.microsoft.com/office/drawing/2014/main" id="{AA1D1018-E2D7-48C7-96E1-6F84BA05B8C2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41" name="Ellipse 3140">
                    <a:extLst>
                      <a:ext uri="{FF2B5EF4-FFF2-40B4-BE49-F238E27FC236}">
                        <a16:creationId xmlns:a16="http://schemas.microsoft.com/office/drawing/2014/main" id="{2E001C99-ADAB-4367-8630-D16D6300BAAB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2" name="Ellipse 3141">
                    <a:extLst>
                      <a:ext uri="{FF2B5EF4-FFF2-40B4-BE49-F238E27FC236}">
                        <a16:creationId xmlns:a16="http://schemas.microsoft.com/office/drawing/2014/main" id="{9F05448C-70FF-4CC8-9D47-548C72E692B9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3" name="Textfeld 3142">
                    <a:extLst>
                      <a:ext uri="{FF2B5EF4-FFF2-40B4-BE49-F238E27FC236}">
                        <a16:creationId xmlns:a16="http://schemas.microsoft.com/office/drawing/2014/main" id="{F025D24B-DC90-4962-AC24-1CF526167C61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44" name="Textfeld 3143">
                    <a:extLst>
                      <a:ext uri="{FF2B5EF4-FFF2-40B4-BE49-F238E27FC236}">
                        <a16:creationId xmlns:a16="http://schemas.microsoft.com/office/drawing/2014/main" id="{E42E62DA-BED4-4B4D-9F08-A121FFC9A499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45" name="Ellipse 3144">
                    <a:extLst>
                      <a:ext uri="{FF2B5EF4-FFF2-40B4-BE49-F238E27FC236}">
                        <a16:creationId xmlns:a16="http://schemas.microsoft.com/office/drawing/2014/main" id="{2CC0E267-B5EF-4ADE-A151-A3D16AC4EE32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6" name="Ellipse 3145">
                    <a:extLst>
                      <a:ext uri="{FF2B5EF4-FFF2-40B4-BE49-F238E27FC236}">
                        <a16:creationId xmlns:a16="http://schemas.microsoft.com/office/drawing/2014/main" id="{250172AF-CACD-4192-996D-8D6A190FB966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7" name="Textfeld 3146">
                    <a:extLst>
                      <a:ext uri="{FF2B5EF4-FFF2-40B4-BE49-F238E27FC236}">
                        <a16:creationId xmlns:a16="http://schemas.microsoft.com/office/drawing/2014/main" id="{861C9383-195C-45AD-8E55-D65FAB5FA5A9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148" name="Textfeld 3147">
                    <a:extLst>
                      <a:ext uri="{FF2B5EF4-FFF2-40B4-BE49-F238E27FC236}">
                        <a16:creationId xmlns:a16="http://schemas.microsoft.com/office/drawing/2014/main" id="{92964BE7-D763-4BEC-BEC1-3F0EB3B9A3AB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149" name="Ellipse 3148">
                    <a:extLst>
                      <a:ext uri="{FF2B5EF4-FFF2-40B4-BE49-F238E27FC236}">
                        <a16:creationId xmlns:a16="http://schemas.microsoft.com/office/drawing/2014/main" id="{592CAB89-CF9F-4292-B955-5A8366159F23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50" name="Ellipse 3149">
                    <a:extLst>
                      <a:ext uri="{FF2B5EF4-FFF2-40B4-BE49-F238E27FC236}">
                        <a16:creationId xmlns:a16="http://schemas.microsoft.com/office/drawing/2014/main" id="{6D6439DA-C36B-445C-AE8F-C38E17873852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1" name="Textfeld 3150">
                    <a:extLst>
                      <a:ext uri="{FF2B5EF4-FFF2-40B4-BE49-F238E27FC236}">
                        <a16:creationId xmlns:a16="http://schemas.microsoft.com/office/drawing/2014/main" id="{BC8DC115-B5D1-4578-9D74-BDDAE089F0E0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152" name="Textfeld 3151">
                    <a:extLst>
                      <a:ext uri="{FF2B5EF4-FFF2-40B4-BE49-F238E27FC236}">
                        <a16:creationId xmlns:a16="http://schemas.microsoft.com/office/drawing/2014/main" id="{82DCA21A-9FEA-4440-B254-9EDBCBA9C512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153" name="Rechteck 3152">
                    <a:extLst>
                      <a:ext uri="{FF2B5EF4-FFF2-40B4-BE49-F238E27FC236}">
                        <a16:creationId xmlns:a16="http://schemas.microsoft.com/office/drawing/2014/main" id="{6BE3593C-AAC8-40DC-AE25-F2554AAEBFCB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4" name="Rechteck 3153">
                    <a:extLst>
                      <a:ext uri="{FF2B5EF4-FFF2-40B4-BE49-F238E27FC236}">
                        <a16:creationId xmlns:a16="http://schemas.microsoft.com/office/drawing/2014/main" id="{DA0EA8E0-109A-4463-8D7B-2AF4AB75CEAC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5" name="Rechteck 3154">
                    <a:extLst>
                      <a:ext uri="{FF2B5EF4-FFF2-40B4-BE49-F238E27FC236}">
                        <a16:creationId xmlns:a16="http://schemas.microsoft.com/office/drawing/2014/main" id="{13326364-1CB8-48EB-ACC9-9735806F661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6" name="Rechteck 3155">
                    <a:extLst>
                      <a:ext uri="{FF2B5EF4-FFF2-40B4-BE49-F238E27FC236}">
                        <a16:creationId xmlns:a16="http://schemas.microsoft.com/office/drawing/2014/main" id="{FEEABD12-535B-482D-8114-6657959097B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7" name="Rechteck 3156">
                    <a:extLst>
                      <a:ext uri="{FF2B5EF4-FFF2-40B4-BE49-F238E27FC236}">
                        <a16:creationId xmlns:a16="http://schemas.microsoft.com/office/drawing/2014/main" id="{2E769438-4DF9-4A8E-8C42-1466DEE7298D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8" name="Rechteck 3157">
                    <a:extLst>
                      <a:ext uri="{FF2B5EF4-FFF2-40B4-BE49-F238E27FC236}">
                        <a16:creationId xmlns:a16="http://schemas.microsoft.com/office/drawing/2014/main" id="{0B9D7787-B557-423F-996F-FD636A7748CA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9" name="Rechteck 3158">
                    <a:extLst>
                      <a:ext uri="{FF2B5EF4-FFF2-40B4-BE49-F238E27FC236}">
                        <a16:creationId xmlns:a16="http://schemas.microsoft.com/office/drawing/2014/main" id="{0BDBDD03-9D59-4CBD-BE8C-E84D37D96316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0" name="Rechteck 3159">
                    <a:extLst>
                      <a:ext uri="{FF2B5EF4-FFF2-40B4-BE49-F238E27FC236}">
                        <a16:creationId xmlns:a16="http://schemas.microsoft.com/office/drawing/2014/main" id="{5268563D-19D4-41C1-A869-6FCB2211F7C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34" name="Textfeld 3133">
                  <a:extLst>
                    <a:ext uri="{FF2B5EF4-FFF2-40B4-BE49-F238E27FC236}">
                      <a16:creationId xmlns:a16="http://schemas.microsoft.com/office/drawing/2014/main" id="{26B77CC9-4EE9-4DDF-BEEC-73E40C9BF6A9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132" name="Textfeld 3131">
                <a:extLst>
                  <a:ext uri="{FF2B5EF4-FFF2-40B4-BE49-F238E27FC236}">
                    <a16:creationId xmlns:a16="http://schemas.microsoft.com/office/drawing/2014/main" id="{425F56C2-0F3A-4CE6-A7FB-6424478C7A5B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062" name="Gruppieren 3061">
              <a:extLst>
                <a:ext uri="{FF2B5EF4-FFF2-40B4-BE49-F238E27FC236}">
                  <a16:creationId xmlns:a16="http://schemas.microsoft.com/office/drawing/2014/main" id="{2DBBD833-E9B7-473E-8D96-A8DDC692A158}"/>
                </a:ext>
              </a:extLst>
            </p:cNvPr>
            <p:cNvGrpSpPr/>
            <p:nvPr/>
          </p:nvGrpSpPr>
          <p:grpSpPr>
            <a:xfrm>
              <a:off x="510231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101" name="Gruppieren 3100">
                <a:extLst>
                  <a:ext uri="{FF2B5EF4-FFF2-40B4-BE49-F238E27FC236}">
                    <a16:creationId xmlns:a16="http://schemas.microsoft.com/office/drawing/2014/main" id="{246B440A-D8CE-4073-85DF-B92AB7D3A23C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03" name="Gruppieren 3102">
                  <a:extLst>
                    <a:ext uri="{FF2B5EF4-FFF2-40B4-BE49-F238E27FC236}">
                      <a16:creationId xmlns:a16="http://schemas.microsoft.com/office/drawing/2014/main" id="{271F89E2-8DF5-413B-AD84-88645BB6A988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05" name="Rechteck 3104">
                    <a:extLst>
                      <a:ext uri="{FF2B5EF4-FFF2-40B4-BE49-F238E27FC236}">
                        <a16:creationId xmlns:a16="http://schemas.microsoft.com/office/drawing/2014/main" id="{A77C1885-ECCE-4FBA-AA24-51CFA5B0B98D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06" name="Rechteck 3105">
                    <a:extLst>
                      <a:ext uri="{FF2B5EF4-FFF2-40B4-BE49-F238E27FC236}">
                        <a16:creationId xmlns:a16="http://schemas.microsoft.com/office/drawing/2014/main" id="{DD91A1CA-E081-4CC1-9961-9FB72A8C035A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7" name="Ellipse 3106">
                    <a:extLst>
                      <a:ext uri="{FF2B5EF4-FFF2-40B4-BE49-F238E27FC236}">
                        <a16:creationId xmlns:a16="http://schemas.microsoft.com/office/drawing/2014/main" id="{A8106C58-E497-4649-8E95-1F7298347FEC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8" name="Ellipse 3107">
                    <a:extLst>
                      <a:ext uri="{FF2B5EF4-FFF2-40B4-BE49-F238E27FC236}">
                        <a16:creationId xmlns:a16="http://schemas.microsoft.com/office/drawing/2014/main" id="{1D9A8313-E96E-40A7-9133-778B83CC6A62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9" name="Textfeld 3108">
                    <a:extLst>
                      <a:ext uri="{FF2B5EF4-FFF2-40B4-BE49-F238E27FC236}">
                        <a16:creationId xmlns:a16="http://schemas.microsoft.com/office/drawing/2014/main" id="{E912E0B5-453C-4CFD-8A22-08F269CEA5C3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10" name="Textfeld 3109">
                    <a:extLst>
                      <a:ext uri="{FF2B5EF4-FFF2-40B4-BE49-F238E27FC236}">
                        <a16:creationId xmlns:a16="http://schemas.microsoft.com/office/drawing/2014/main" id="{6CC6CB84-2749-4B16-8D3A-0184DFDEF521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11" name="Ellipse 3110">
                    <a:extLst>
                      <a:ext uri="{FF2B5EF4-FFF2-40B4-BE49-F238E27FC236}">
                        <a16:creationId xmlns:a16="http://schemas.microsoft.com/office/drawing/2014/main" id="{9AAF04D7-903E-4869-962F-12676095E45E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2" name="Ellipse 3111">
                    <a:extLst>
                      <a:ext uri="{FF2B5EF4-FFF2-40B4-BE49-F238E27FC236}">
                        <a16:creationId xmlns:a16="http://schemas.microsoft.com/office/drawing/2014/main" id="{6200201B-642F-4688-834C-7DCD0539ED1F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3" name="Textfeld 3112">
                    <a:extLst>
                      <a:ext uri="{FF2B5EF4-FFF2-40B4-BE49-F238E27FC236}">
                        <a16:creationId xmlns:a16="http://schemas.microsoft.com/office/drawing/2014/main" id="{DC655C91-7F2E-4826-B41B-A3267374A894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14" name="Textfeld 3113">
                    <a:extLst>
                      <a:ext uri="{FF2B5EF4-FFF2-40B4-BE49-F238E27FC236}">
                        <a16:creationId xmlns:a16="http://schemas.microsoft.com/office/drawing/2014/main" id="{F02539D6-E576-4E15-B198-732AD22EFF16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15" name="Ellipse 3114">
                    <a:extLst>
                      <a:ext uri="{FF2B5EF4-FFF2-40B4-BE49-F238E27FC236}">
                        <a16:creationId xmlns:a16="http://schemas.microsoft.com/office/drawing/2014/main" id="{BD493956-5F56-4795-A5CE-1D9B502811D0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6" name="Ellipse 3115">
                    <a:extLst>
                      <a:ext uri="{FF2B5EF4-FFF2-40B4-BE49-F238E27FC236}">
                        <a16:creationId xmlns:a16="http://schemas.microsoft.com/office/drawing/2014/main" id="{B1668B83-552B-459D-A540-705A9A7D8A25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7" name="Textfeld 3116">
                    <a:extLst>
                      <a:ext uri="{FF2B5EF4-FFF2-40B4-BE49-F238E27FC236}">
                        <a16:creationId xmlns:a16="http://schemas.microsoft.com/office/drawing/2014/main" id="{F4F9F366-3CE8-4D99-B670-FD0650E827A3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18" name="Textfeld 3117">
                    <a:extLst>
                      <a:ext uri="{FF2B5EF4-FFF2-40B4-BE49-F238E27FC236}">
                        <a16:creationId xmlns:a16="http://schemas.microsoft.com/office/drawing/2014/main" id="{F8B0DE25-D466-41EA-8E35-812C8E4DDE2B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19" name="Ellipse 3118">
                    <a:extLst>
                      <a:ext uri="{FF2B5EF4-FFF2-40B4-BE49-F238E27FC236}">
                        <a16:creationId xmlns:a16="http://schemas.microsoft.com/office/drawing/2014/main" id="{B31606A1-1480-470A-A7B7-525045F38984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0" name="Ellipse 3119">
                    <a:extLst>
                      <a:ext uri="{FF2B5EF4-FFF2-40B4-BE49-F238E27FC236}">
                        <a16:creationId xmlns:a16="http://schemas.microsoft.com/office/drawing/2014/main" id="{706957E1-909E-4219-8646-AB9FA9B67521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1" name="Textfeld 3120">
                    <a:extLst>
                      <a:ext uri="{FF2B5EF4-FFF2-40B4-BE49-F238E27FC236}">
                        <a16:creationId xmlns:a16="http://schemas.microsoft.com/office/drawing/2014/main" id="{AD478522-CE1F-4AF9-A5B3-FFBC171FA83B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22" name="Textfeld 3121">
                    <a:extLst>
                      <a:ext uri="{FF2B5EF4-FFF2-40B4-BE49-F238E27FC236}">
                        <a16:creationId xmlns:a16="http://schemas.microsoft.com/office/drawing/2014/main" id="{C04914FB-A088-4E9B-AA36-DC55A3C9CAB1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23" name="Rechteck 3122">
                    <a:extLst>
                      <a:ext uri="{FF2B5EF4-FFF2-40B4-BE49-F238E27FC236}">
                        <a16:creationId xmlns:a16="http://schemas.microsoft.com/office/drawing/2014/main" id="{A34FFF4F-975A-4AF4-B7A0-DB2E101D5F69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4" name="Rechteck 3123">
                    <a:extLst>
                      <a:ext uri="{FF2B5EF4-FFF2-40B4-BE49-F238E27FC236}">
                        <a16:creationId xmlns:a16="http://schemas.microsoft.com/office/drawing/2014/main" id="{66DB87C8-46CB-4F44-B7CB-2D83295158FE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5" name="Rechteck 3124">
                    <a:extLst>
                      <a:ext uri="{FF2B5EF4-FFF2-40B4-BE49-F238E27FC236}">
                        <a16:creationId xmlns:a16="http://schemas.microsoft.com/office/drawing/2014/main" id="{75D601FA-13D1-4404-8FC9-03CAC45C3CE2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6" name="Rechteck 3125">
                    <a:extLst>
                      <a:ext uri="{FF2B5EF4-FFF2-40B4-BE49-F238E27FC236}">
                        <a16:creationId xmlns:a16="http://schemas.microsoft.com/office/drawing/2014/main" id="{CFBC2286-157E-4BE5-BE5A-9065B2CD6DA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7" name="Rechteck 3126">
                    <a:extLst>
                      <a:ext uri="{FF2B5EF4-FFF2-40B4-BE49-F238E27FC236}">
                        <a16:creationId xmlns:a16="http://schemas.microsoft.com/office/drawing/2014/main" id="{1B9EBC32-4F4D-4EE2-A402-734F262AB833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8" name="Rechteck 3127">
                    <a:extLst>
                      <a:ext uri="{FF2B5EF4-FFF2-40B4-BE49-F238E27FC236}">
                        <a16:creationId xmlns:a16="http://schemas.microsoft.com/office/drawing/2014/main" id="{32F230C7-9027-4FC3-81AB-4EAB66154CA6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9" name="Rechteck 3128">
                    <a:extLst>
                      <a:ext uri="{FF2B5EF4-FFF2-40B4-BE49-F238E27FC236}">
                        <a16:creationId xmlns:a16="http://schemas.microsoft.com/office/drawing/2014/main" id="{736356DE-C177-4AE8-8B95-189DBF4C578F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0" name="Rechteck 3129">
                    <a:extLst>
                      <a:ext uri="{FF2B5EF4-FFF2-40B4-BE49-F238E27FC236}">
                        <a16:creationId xmlns:a16="http://schemas.microsoft.com/office/drawing/2014/main" id="{5FA68CEF-0175-4B7E-863E-DB6ECAB14AF0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04" name="Textfeld 3103">
                  <a:extLst>
                    <a:ext uri="{FF2B5EF4-FFF2-40B4-BE49-F238E27FC236}">
                      <a16:creationId xmlns:a16="http://schemas.microsoft.com/office/drawing/2014/main" id="{6B3D95E3-F7EA-4262-B382-80C14D725B33}"/>
                    </a:ext>
                  </a:extLst>
                </p:cNvPr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102" name="Textfeld 3101">
                <a:extLst>
                  <a:ext uri="{FF2B5EF4-FFF2-40B4-BE49-F238E27FC236}">
                    <a16:creationId xmlns:a16="http://schemas.microsoft.com/office/drawing/2014/main" id="{52CA4981-8D8F-4F4D-8446-0C9B28050799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3063" name="Rechteck 3062">
              <a:extLst>
                <a:ext uri="{FF2B5EF4-FFF2-40B4-BE49-F238E27FC236}">
                  <a16:creationId xmlns:a16="http://schemas.microsoft.com/office/drawing/2014/main" id="{C1CC12EA-D46E-492C-9BD5-5C44F050D1AA}"/>
                </a:ext>
              </a:extLst>
            </p:cNvPr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064" name="Gruppieren 3063">
              <a:extLst>
                <a:ext uri="{FF2B5EF4-FFF2-40B4-BE49-F238E27FC236}">
                  <a16:creationId xmlns:a16="http://schemas.microsoft.com/office/drawing/2014/main" id="{3D866B2A-483C-49E0-BB98-54A1A46F6758}"/>
                </a:ext>
              </a:extLst>
            </p:cNvPr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3097" name="Gruppieren 3096">
                <a:extLst>
                  <a:ext uri="{FF2B5EF4-FFF2-40B4-BE49-F238E27FC236}">
                    <a16:creationId xmlns:a16="http://schemas.microsoft.com/office/drawing/2014/main" id="{F467EC65-A1EF-4996-B433-DCADDBE1B46C}"/>
                  </a:ext>
                </a:extLst>
              </p:cNvPr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099" name="Rechteck 3098">
                  <a:extLst>
                    <a:ext uri="{FF2B5EF4-FFF2-40B4-BE49-F238E27FC236}">
                      <a16:creationId xmlns:a16="http://schemas.microsoft.com/office/drawing/2014/main" id="{4F51F5B9-AE75-4509-87A5-4023EA785101}"/>
                    </a:ext>
                  </a:extLst>
                </p:cNvPr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00" name="Textfeld 3099">
                  <a:extLst>
                    <a:ext uri="{FF2B5EF4-FFF2-40B4-BE49-F238E27FC236}">
                      <a16:creationId xmlns:a16="http://schemas.microsoft.com/office/drawing/2014/main" id="{42E05B54-84DF-436D-88FF-877BF8832E6D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098" name="Textfeld 3097">
                <a:extLst>
                  <a:ext uri="{FF2B5EF4-FFF2-40B4-BE49-F238E27FC236}">
                    <a16:creationId xmlns:a16="http://schemas.microsoft.com/office/drawing/2014/main" id="{9678E308-43FB-49DD-9F0F-583AEB8A17EC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065" name="Textfeld 3064">
              <a:extLst>
                <a:ext uri="{FF2B5EF4-FFF2-40B4-BE49-F238E27FC236}">
                  <a16:creationId xmlns:a16="http://schemas.microsoft.com/office/drawing/2014/main" id="{24B61797-0CB0-405B-8DCF-CD50B28A6B16}"/>
                </a:ext>
              </a:extLst>
            </p:cNvPr>
            <p:cNvSpPr txBox="1"/>
            <p:nvPr/>
          </p:nvSpPr>
          <p:spPr>
            <a:xfrm>
              <a:off x="226115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3066" name="Gruppieren 3065">
              <a:extLst>
                <a:ext uri="{FF2B5EF4-FFF2-40B4-BE49-F238E27FC236}">
                  <a16:creationId xmlns:a16="http://schemas.microsoft.com/office/drawing/2014/main" id="{BC5F97C3-5240-422D-BCEC-A592EA1B756A}"/>
                </a:ext>
              </a:extLst>
            </p:cNvPr>
            <p:cNvGrpSpPr/>
            <p:nvPr/>
          </p:nvGrpSpPr>
          <p:grpSpPr>
            <a:xfrm>
              <a:off x="3803505" y="1277106"/>
              <a:ext cx="327049" cy="1652928"/>
              <a:chOff x="1692193" y="1141150"/>
              <a:chExt cx="327049" cy="1652928"/>
            </a:xfrm>
          </p:grpSpPr>
          <p:grpSp>
            <p:nvGrpSpPr>
              <p:cNvPr id="3067" name="Gruppieren 3066">
                <a:extLst>
                  <a:ext uri="{FF2B5EF4-FFF2-40B4-BE49-F238E27FC236}">
                    <a16:creationId xmlns:a16="http://schemas.microsoft.com/office/drawing/2014/main" id="{DEDD7DD3-5B17-484C-ABF0-4D6AB6420E44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69" name="Gruppieren 3068">
                  <a:extLst>
                    <a:ext uri="{FF2B5EF4-FFF2-40B4-BE49-F238E27FC236}">
                      <a16:creationId xmlns:a16="http://schemas.microsoft.com/office/drawing/2014/main" id="{D0C401BE-D627-4E12-9E52-6D23020B4FAF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71" name="Rechteck 3070">
                    <a:extLst>
                      <a:ext uri="{FF2B5EF4-FFF2-40B4-BE49-F238E27FC236}">
                        <a16:creationId xmlns:a16="http://schemas.microsoft.com/office/drawing/2014/main" id="{0EDD2DE7-A729-4126-A037-7A0225C88560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72" name="Rechteck 3071">
                    <a:extLst>
                      <a:ext uri="{FF2B5EF4-FFF2-40B4-BE49-F238E27FC236}">
                        <a16:creationId xmlns:a16="http://schemas.microsoft.com/office/drawing/2014/main" id="{C6C43012-5D88-47D9-B164-C521B1D63061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3" name="Ellipse 3072">
                    <a:extLst>
                      <a:ext uri="{FF2B5EF4-FFF2-40B4-BE49-F238E27FC236}">
                        <a16:creationId xmlns:a16="http://schemas.microsoft.com/office/drawing/2014/main" id="{3F0443A4-E940-4EFE-8E97-C1C7AB0910CD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Ellipse 3073">
                    <a:extLst>
                      <a:ext uri="{FF2B5EF4-FFF2-40B4-BE49-F238E27FC236}">
                        <a16:creationId xmlns:a16="http://schemas.microsoft.com/office/drawing/2014/main" id="{D7134AB7-2789-4D48-B4E3-F704AF9DA064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5" name="Textfeld 3074">
                    <a:extLst>
                      <a:ext uri="{FF2B5EF4-FFF2-40B4-BE49-F238E27FC236}">
                        <a16:creationId xmlns:a16="http://schemas.microsoft.com/office/drawing/2014/main" id="{FF6219DD-DFE4-49EE-9E21-23411C3DAF55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76" name="Textfeld 3075">
                    <a:extLst>
                      <a:ext uri="{FF2B5EF4-FFF2-40B4-BE49-F238E27FC236}">
                        <a16:creationId xmlns:a16="http://schemas.microsoft.com/office/drawing/2014/main" id="{55DB83E6-4798-4961-A074-E9EF77C68AE0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77" name="Ellipse 3076">
                    <a:extLst>
                      <a:ext uri="{FF2B5EF4-FFF2-40B4-BE49-F238E27FC236}">
                        <a16:creationId xmlns:a16="http://schemas.microsoft.com/office/drawing/2014/main" id="{AAFF8824-08CF-453A-B81B-014E6C74D0A2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Ellipse 3077">
                    <a:extLst>
                      <a:ext uri="{FF2B5EF4-FFF2-40B4-BE49-F238E27FC236}">
                        <a16:creationId xmlns:a16="http://schemas.microsoft.com/office/drawing/2014/main" id="{EEAC4CE2-FF04-4E77-A630-585C713E9F9E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9" name="Textfeld 3078">
                    <a:extLst>
                      <a:ext uri="{FF2B5EF4-FFF2-40B4-BE49-F238E27FC236}">
                        <a16:creationId xmlns:a16="http://schemas.microsoft.com/office/drawing/2014/main" id="{204D78F1-242B-48D7-B83C-6D04F9B95A99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80" name="Textfeld 3079">
                    <a:extLst>
                      <a:ext uri="{FF2B5EF4-FFF2-40B4-BE49-F238E27FC236}">
                        <a16:creationId xmlns:a16="http://schemas.microsoft.com/office/drawing/2014/main" id="{01918A60-3DDB-4017-BF7D-73299069C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81" name="Ellipse 3080">
                    <a:extLst>
                      <a:ext uri="{FF2B5EF4-FFF2-40B4-BE49-F238E27FC236}">
                        <a16:creationId xmlns:a16="http://schemas.microsoft.com/office/drawing/2014/main" id="{DF5D511E-011B-42D5-B17B-45D281A2FF03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2" name="Ellipse 3081">
                    <a:extLst>
                      <a:ext uri="{FF2B5EF4-FFF2-40B4-BE49-F238E27FC236}">
                        <a16:creationId xmlns:a16="http://schemas.microsoft.com/office/drawing/2014/main" id="{63BD4837-63A5-4EAD-934E-67B766281B30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3" name="Textfeld 3082">
                    <a:extLst>
                      <a:ext uri="{FF2B5EF4-FFF2-40B4-BE49-F238E27FC236}">
                        <a16:creationId xmlns:a16="http://schemas.microsoft.com/office/drawing/2014/main" id="{569C76D2-BB73-4457-890C-ADA70760A8AD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84" name="Textfeld 3083">
                    <a:extLst>
                      <a:ext uri="{FF2B5EF4-FFF2-40B4-BE49-F238E27FC236}">
                        <a16:creationId xmlns:a16="http://schemas.microsoft.com/office/drawing/2014/main" id="{3E2E2776-A329-4546-A9CC-41EB4AA1427B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85" name="Ellipse 3084">
                    <a:extLst>
                      <a:ext uri="{FF2B5EF4-FFF2-40B4-BE49-F238E27FC236}">
                        <a16:creationId xmlns:a16="http://schemas.microsoft.com/office/drawing/2014/main" id="{2975B6E2-CEFE-48A2-8885-E1FA458474DF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Ellipse 3085">
                    <a:extLst>
                      <a:ext uri="{FF2B5EF4-FFF2-40B4-BE49-F238E27FC236}">
                        <a16:creationId xmlns:a16="http://schemas.microsoft.com/office/drawing/2014/main" id="{66B2A9D5-ACAE-4759-98AD-9C58CBDDB657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Textfeld 3086">
                    <a:extLst>
                      <a:ext uri="{FF2B5EF4-FFF2-40B4-BE49-F238E27FC236}">
                        <a16:creationId xmlns:a16="http://schemas.microsoft.com/office/drawing/2014/main" id="{EA5F75B3-69BD-4047-90BB-C70005E4CC0D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88" name="Textfeld 3087">
                    <a:extLst>
                      <a:ext uri="{FF2B5EF4-FFF2-40B4-BE49-F238E27FC236}">
                        <a16:creationId xmlns:a16="http://schemas.microsoft.com/office/drawing/2014/main" id="{B022FC30-5433-4964-8940-9EA0FC386983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89" name="Rechteck 3088">
                    <a:extLst>
                      <a:ext uri="{FF2B5EF4-FFF2-40B4-BE49-F238E27FC236}">
                        <a16:creationId xmlns:a16="http://schemas.microsoft.com/office/drawing/2014/main" id="{04C7799B-F487-48CF-A0E5-8519B6AD7965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0" name="Rechteck 3089">
                    <a:extLst>
                      <a:ext uri="{FF2B5EF4-FFF2-40B4-BE49-F238E27FC236}">
                        <a16:creationId xmlns:a16="http://schemas.microsoft.com/office/drawing/2014/main" id="{36BA2D0B-5572-4F94-8246-DC93C139A691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1" name="Rechteck 3090">
                    <a:extLst>
                      <a:ext uri="{FF2B5EF4-FFF2-40B4-BE49-F238E27FC236}">
                        <a16:creationId xmlns:a16="http://schemas.microsoft.com/office/drawing/2014/main" id="{0A16E058-316A-4923-A502-DD6AA51E201D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2" name="Rechteck 3091">
                    <a:extLst>
                      <a:ext uri="{FF2B5EF4-FFF2-40B4-BE49-F238E27FC236}">
                        <a16:creationId xmlns:a16="http://schemas.microsoft.com/office/drawing/2014/main" id="{CDFE0109-921E-4D38-AF5F-0D84F5DCB5FA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3" name="Rechteck 3092">
                    <a:extLst>
                      <a:ext uri="{FF2B5EF4-FFF2-40B4-BE49-F238E27FC236}">
                        <a16:creationId xmlns:a16="http://schemas.microsoft.com/office/drawing/2014/main" id="{B65E9CE2-828D-4BFB-A3E3-B279A1FE62B3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Rechteck 3093">
                    <a:extLst>
                      <a:ext uri="{FF2B5EF4-FFF2-40B4-BE49-F238E27FC236}">
                        <a16:creationId xmlns:a16="http://schemas.microsoft.com/office/drawing/2014/main" id="{B05D67A0-9BA7-4050-836D-26E2C3A48BFD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Rechteck 3094">
                    <a:extLst>
                      <a:ext uri="{FF2B5EF4-FFF2-40B4-BE49-F238E27FC236}">
                        <a16:creationId xmlns:a16="http://schemas.microsoft.com/office/drawing/2014/main" id="{05F20206-E89F-44EF-BC9F-8E14342FE90D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6" name="Rechteck 3095">
                    <a:extLst>
                      <a:ext uri="{FF2B5EF4-FFF2-40B4-BE49-F238E27FC236}">
                        <a16:creationId xmlns:a16="http://schemas.microsoft.com/office/drawing/2014/main" id="{6585469A-A196-4F7B-8B24-7A3B6799829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70" name="Textfeld 3069">
                  <a:extLst>
                    <a:ext uri="{FF2B5EF4-FFF2-40B4-BE49-F238E27FC236}">
                      <a16:creationId xmlns:a16="http://schemas.microsoft.com/office/drawing/2014/main" id="{A3D31654-18C8-4465-994B-EECB74251442}"/>
                    </a:ext>
                  </a:extLst>
                </p:cNvPr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068" name="Textfeld 3067">
                <a:extLst>
                  <a:ext uri="{FF2B5EF4-FFF2-40B4-BE49-F238E27FC236}">
                    <a16:creationId xmlns:a16="http://schemas.microsoft.com/office/drawing/2014/main" id="{7C0CCD58-2285-44C7-9A9E-B46D833F7168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720905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60" name="Gruppieren 2659"/>
          <p:cNvGrpSpPr/>
          <p:nvPr/>
        </p:nvGrpSpPr>
        <p:grpSpPr>
          <a:xfrm>
            <a:off x="385920" y="4873562"/>
            <a:ext cx="3493712" cy="1654198"/>
            <a:chOff x="2261157" y="1277106"/>
            <a:chExt cx="3493712" cy="1654198"/>
          </a:xfrm>
        </p:grpSpPr>
        <p:grpSp>
          <p:nvGrpSpPr>
            <p:cNvPr id="3479" name="Gruppieren 3478"/>
            <p:cNvGrpSpPr/>
            <p:nvPr/>
          </p:nvGrpSpPr>
          <p:grpSpPr>
            <a:xfrm>
              <a:off x="250496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732" name="Gruppieren 373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734" name="Gruppieren 373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736" name="Rechteck 37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7" name="Rechteck 37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8" name="Ellipse 37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9" name="Ellipse 37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0" name="Ellipse 37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1" name="Ellipse 37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2" name="Ellipse 37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3" name="Ellipse 37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4" name="Ellipse 37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5" name="Ellipse 37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6" name="Rechteck 374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7" name="Rechteck 374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8" name="Rechteck 374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9" name="Rechteck 374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0" name="Rechteck 374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1" name="Rechteck 375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2" name="Rechteck 375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3" name="Rechteck 375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35" name="Textfeld 37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733" name="Textfeld 37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480" name="Rechteck 3479"/>
            <p:cNvSpPr/>
            <p:nvPr/>
          </p:nvSpPr>
          <p:spPr>
            <a:xfrm>
              <a:off x="226558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81" name="Rechteck 3480"/>
            <p:cNvSpPr/>
            <p:nvPr/>
          </p:nvSpPr>
          <p:spPr>
            <a:xfrm>
              <a:off x="234235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82" name="Rechteck 3481"/>
            <p:cNvSpPr/>
            <p:nvPr/>
          </p:nvSpPr>
          <p:spPr>
            <a:xfrm>
              <a:off x="229888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83" name="Rechteck 3482"/>
            <p:cNvSpPr/>
            <p:nvPr/>
          </p:nvSpPr>
          <p:spPr>
            <a:xfrm>
              <a:off x="234302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84" name="Rechteck 3483"/>
            <p:cNvSpPr/>
            <p:nvPr/>
          </p:nvSpPr>
          <p:spPr>
            <a:xfrm>
              <a:off x="229955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485" name="Gruppieren 3484"/>
            <p:cNvGrpSpPr/>
            <p:nvPr/>
          </p:nvGrpSpPr>
          <p:grpSpPr>
            <a:xfrm>
              <a:off x="28284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702" name="Gruppieren 37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704" name="Gruppieren 37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706" name="Rechteck 37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7" name="Rechteck 37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8" name="Ellipse 37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9" name="Ellipse 37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0" name="Textfeld 37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711" name="Textfeld 37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712" name="Ellipse 37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3" name="Ellipse 37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4" name="Textfeld 37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715" name="Textfeld 37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716" name="Ellipse 37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7" name="Ellipse 37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8" name="Textfeld 37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719" name="Textfeld 37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720" name="Ellipse 37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1" name="Ellipse 37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2" name="Textfeld 37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723" name="Textfeld 37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724" name="Rechteck 37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5" name="Rechteck 37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6" name="Rechteck 37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7" name="Rechteck 37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8" name="Rechteck 37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9" name="Rechteck 37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0" name="Rechteck 37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1" name="Rechteck 37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05" name="Textfeld 37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703" name="Textfeld 37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3486" name="Gruppieren 3485"/>
            <p:cNvGrpSpPr/>
            <p:nvPr/>
          </p:nvGrpSpPr>
          <p:grpSpPr>
            <a:xfrm>
              <a:off x="315538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672" name="Gruppieren 367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74" name="Gruppieren 36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76" name="Rechteck 36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77" name="Rechteck 36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8" name="Ellipse 36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9" name="Ellipse 36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0" name="Textfeld 36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81" name="Textfeld 36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82" name="Ellipse 36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3" name="Ellipse 36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4" name="Textfeld 36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85" name="Textfeld 36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86" name="Ellipse 36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7" name="Ellipse 36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8" name="Textfeld 36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89" name="Textfeld 36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90" name="Ellipse 36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91" name="Ellipse 36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2" name="Textfeld 36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93" name="Textfeld 36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94" name="Rechteck 36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5" name="Rechteck 36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6" name="Rechteck 36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7" name="Rechteck 36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8" name="Rechteck 36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9" name="Rechteck 36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0" name="Rechteck 36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1" name="Rechteck 37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75" name="Textfeld 36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673" name="Textfeld 36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487" name="Gruppieren 3486"/>
            <p:cNvGrpSpPr/>
            <p:nvPr/>
          </p:nvGrpSpPr>
          <p:grpSpPr>
            <a:xfrm>
              <a:off x="347935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642" name="Gruppieren 364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44" name="Gruppieren 36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46" name="Rechteck 36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7" name="Rechteck 36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Ellipse 36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Ellipse 36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Textfeld 36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51" name="Textfeld 36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52" name="Ellipse 36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3" name="Ellipse 36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4" name="Textfeld 36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655" name="Textfeld 36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56" name="Ellipse 36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7" name="Ellipse 36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8" name="Textfeld 36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59" name="Textfeld 36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60" name="Ellipse 36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1" name="Ellipse 36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2" name="Textfeld 36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3" name="Textfeld 36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4" name="Rechteck 36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5" name="Rechteck 36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6" name="Rechteck 36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7" name="Rechteck 36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8" name="Rechteck 36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9" name="Rechteck 36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0" name="Rechteck 36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1" name="Rechteck 36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45" name="Textfeld 36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643" name="Textfeld 36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3488" name="Gruppieren 3487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612" name="Gruppieren 361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14" name="Gruppieren 36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16" name="Rechteck 36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7" name="Rechteck 36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8" name="Ellipse 36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9" name="Ellipse 36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0" name="Textfeld 36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21" name="Textfeld 36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622" name="Ellipse 36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3" name="Ellipse 36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4" name="Textfeld 36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25" name="Textfeld 36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626" name="Ellipse 36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7" name="Ellipse 36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8" name="Textfeld 36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29" name="Textfeld 36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630" name="Ellipse 36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1" name="Ellipse 36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2" name="Textfeld 36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33" name="Textfeld 36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634" name="Rechteck 36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5" name="Rechteck 36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6" name="Rechteck 36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7" name="Rechteck 36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8" name="Rechteck 36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9" name="Rechteck 36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0" name="Rechteck 36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1" name="Rechteck 36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15" name="Textfeld 36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613" name="Textfeld 36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3489" name="Gruppieren 3488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590" name="Gruppieren 358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92" name="Gruppieren 359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594" name="Rechteck 35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95" name="Rechteck 35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6" name="Ellipse 35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7" name="Ellipse 35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8" name="Ellipse 35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99" name="Ellipse 35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00" name="Ellipse 35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01" name="Ellipse 36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02" name="Ellipse 36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3" name="Ellipse 36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4" name="Rechteck 36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5" name="Rechteck 36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6" name="Rechteck 36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7" name="Rechteck 36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8" name="Rechteck 36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9" name="Rechteck 36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0" name="Rechteck 36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1" name="Rechteck 36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93" name="Textfeld 359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591" name="Textfeld 35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490" name="Gruppieren 3489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560" name="Gruppieren 355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62" name="Gruppieren 35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64" name="Rechteck 35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65" name="Rechteck 35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6" name="Ellipse 35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7" name="Ellipse 35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8" name="Textfeld 35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69" name="Textfeld 35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70" name="Ellipse 35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1" name="Ellipse 35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2" name="Textfeld 35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73" name="Textfeld 35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74" name="Ellipse 35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5" name="Ellipse 35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6" name="Textfeld 35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577" name="Textfeld 35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578" name="Ellipse 35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79" name="Ellipse 35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0" name="Textfeld 35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581" name="Textfeld 35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582" name="Rechteck 35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3" name="Rechteck 35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4" name="Rechteck 35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5" name="Rechteck 35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6" name="Rechteck 35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7" name="Rechteck 35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8" name="Rechteck 35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9" name="Rechteck 35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63" name="Textfeld 356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561" name="Textfeld 35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491" name="Gruppieren 3490"/>
            <p:cNvGrpSpPr/>
            <p:nvPr/>
          </p:nvGrpSpPr>
          <p:grpSpPr>
            <a:xfrm>
              <a:off x="510231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530" name="Gruppieren 352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32" name="Gruppieren 35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34" name="Rechteck 35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5" name="Rechteck 35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6" name="Ellipse 35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7" name="Ellipse 35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8" name="Textfeld 35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39" name="Textfeld 35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40" name="Ellipse 35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1" name="Ellipse 35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2" name="Textfeld 35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43" name="Textfeld 35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44" name="Ellipse 35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5" name="Ellipse 35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6" name="Textfeld 35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47" name="Textfeld 35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48" name="Ellipse 35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9" name="Ellipse 35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0" name="Textfeld 35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51" name="Textfeld 35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52" name="Rechteck 35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3" name="Rechteck 35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4" name="Rechteck 35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5" name="Rechteck 35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Rechteck 35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Rechteck 35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8" name="Rechteck 35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9" name="Rechteck 35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33" name="Textfeld 3532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531" name="Textfeld 35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3492" name="Rechteck 3491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493" name="Gruppieren 3492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3526" name="Gruppieren 352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528" name="Rechteck 352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529" name="Textfeld 35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527" name="Textfeld 35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494" name="Textfeld 3493"/>
            <p:cNvSpPr txBox="1"/>
            <p:nvPr/>
          </p:nvSpPr>
          <p:spPr>
            <a:xfrm>
              <a:off x="226115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3495" name="Gruppieren 3494"/>
            <p:cNvGrpSpPr/>
            <p:nvPr/>
          </p:nvGrpSpPr>
          <p:grpSpPr>
            <a:xfrm>
              <a:off x="3803505" y="1277106"/>
              <a:ext cx="327049" cy="1652928"/>
              <a:chOff x="1692193" y="1141150"/>
              <a:chExt cx="327049" cy="1652928"/>
            </a:xfrm>
          </p:grpSpPr>
          <p:grpSp>
            <p:nvGrpSpPr>
              <p:cNvPr id="3496" name="Gruppieren 34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98" name="Gruppieren 34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00" name="Rechteck 34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01" name="Rechteck 35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2" name="Ellipse 35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3" name="Ellipse 35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4" name="Textfeld 35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05" name="Textfeld 35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06" name="Ellipse 35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7" name="Ellipse 35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8" name="Textfeld 35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9" name="Textfeld 35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10" name="Ellipse 35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1" name="Ellipse 35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2" name="Textfeld 35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13" name="Textfeld 35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14" name="Ellipse 35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5" name="Ellipse 35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6" name="Textfeld 35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17" name="Textfeld 35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18" name="Rechteck 35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9" name="Rechteck 35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0" name="Rechteck 35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1" name="Rechteck 35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2" name="Rechteck 35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3" name="Rechteck 35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4" name="Rechteck 35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5" name="Rechteck 35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99" name="Textfeld 3498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497" name="Textfeld 34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20-21</a:t>
            </a:r>
          </a:p>
        </p:txBody>
      </p:sp>
      <p:grpSp>
        <p:nvGrpSpPr>
          <p:cNvPr id="7033" name="Gruppieren 7032"/>
          <p:cNvGrpSpPr/>
          <p:nvPr/>
        </p:nvGrpSpPr>
        <p:grpSpPr>
          <a:xfrm>
            <a:off x="395599" y="2872756"/>
            <a:ext cx="5142591" cy="1652928"/>
            <a:chOff x="1956535" y="219231"/>
            <a:chExt cx="51425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2200431" y="219231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1961047" y="381932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2037823" y="5633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1994349" y="6060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2038493" y="117182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1995019" y="121449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2850846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3174825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3498804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3822797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4149722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5" name="Gruppieren 7044"/>
            <p:cNvGrpSpPr/>
            <p:nvPr/>
          </p:nvGrpSpPr>
          <p:grpSpPr>
            <a:xfrm>
              <a:off x="5116123" y="219231"/>
              <a:ext cx="420326" cy="1652928"/>
              <a:chOff x="1688847" y="1141150"/>
              <a:chExt cx="420326" cy="1652928"/>
            </a:xfrm>
          </p:grpSpPr>
          <p:grpSp>
            <p:nvGrpSpPr>
              <p:cNvPr id="7276" name="Gruppieren 7275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7278" name="Gruppieren 727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80" name="Rechteck 72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81" name="Rechteck 72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2" name="Ellipse 72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3" name="Ellipse 72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4" name="Textfeld 72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85" name="Textfeld 72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86" name="Ellipse 72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7" name="Ellipse 72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8" name="Textfeld 728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89" name="Textfeld 728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0" name="Ellipse 72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1" name="Ellipse 72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2" name="Textfeld 72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93" name="Textfeld 72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94" name="Ellipse 72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5" name="Ellipse 72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6" name="Textfeld 72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7" name="Textfeld 72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8" name="Rechteck 72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9" name="Rechteck 72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0" name="Rechteck 72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1" name="Rechteck 73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2" name="Rechteck 73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3" name="Rechteck 73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4" name="Rechteck 73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5" name="Rechteck 73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79" name="Textfeld 7278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7277" name="Textfeld 72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4796588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5448176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5770847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6093884" y="22590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6415859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6743133" y="22590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4473934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1956535" y="1702276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2526020" y="269422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233" name="Gruppieren 8232"/>
          <p:cNvGrpSpPr/>
          <p:nvPr/>
        </p:nvGrpSpPr>
        <p:grpSpPr>
          <a:xfrm>
            <a:off x="39896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9870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657" name="Gruppieren 8656"/>
          <p:cNvGrpSpPr/>
          <p:nvPr/>
        </p:nvGrpSpPr>
        <p:grpSpPr>
          <a:xfrm>
            <a:off x="10059305" y="4843030"/>
            <a:ext cx="2520106" cy="1653719"/>
            <a:chOff x="2585049" y="1277585"/>
            <a:chExt cx="2520106" cy="1653719"/>
          </a:xfrm>
        </p:grpSpPr>
        <p:grpSp>
          <p:nvGrpSpPr>
            <p:cNvPr id="8658" name="Gruppieren 8657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818" name="Gruppieren 881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820" name="Gruppieren 881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822" name="Rechteck 88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3" name="Rechteck 88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4" name="Ellipse 88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5" name="Ellipse 88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6" name="Ellipse 88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7" name="Ellipse 88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8" name="Ellipse 882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9" name="Ellipse 882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0" name="Ellipse 8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1" name="Ellipse 8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2" name="Rechteck 88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3" name="Rechteck 88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4" name="Rechteck 88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5" name="Rechteck 88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6" name="Rechteck 88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7" name="Rechteck 88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8" name="Rechteck 88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9" name="Rechteck 88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21" name="Textfeld 882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819" name="Textfeld 8818"/>
              <p:cNvSpPr txBox="1"/>
              <p:nvPr/>
            </p:nvSpPr>
            <p:spPr>
              <a:xfrm>
                <a:off x="1694292" y="2628305"/>
                <a:ext cx="32078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659" name="Rechteck 8658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0" name="Rechteck 8659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1" name="Rechteck 8660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2" name="Rechteck 8661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3" name="Rechteck 8662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664" name="Gruppieren 8663"/>
            <p:cNvGrpSpPr/>
            <p:nvPr/>
          </p:nvGrpSpPr>
          <p:grpSpPr>
            <a:xfrm>
              <a:off x="3143754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88" name="Gruppieren 87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0" name="Gruppieren 87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92" name="Rechteck 87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93" name="Rechteck 87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4" name="Ellipse 87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5" name="Ellipse 87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6" name="Textfeld 87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97" name="Textfeld 87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98" name="Ellipse 87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9" name="Ellipse 87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0" name="Textfeld 879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1" name="Textfeld 88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2" name="Ellipse 88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3" name="Ellipse 88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4" name="Textfeld 88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5" name="Textfeld 88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6" name="Ellipse 88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07" name="Ellipse 88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8" name="Textfeld 88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809" name="Textfeld 88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810" name="Rechteck 88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1" name="Rechteck 88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2" name="Rechteck 88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3" name="Rechteck 88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4" name="Rechteck 88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5" name="Rechteck 88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6" name="Rechteck 88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7" name="Rechteck 88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91" name="Textfeld 87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789" name="Textfeld 87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665" name="Gruppieren 8664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58" name="Gruppieren 87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60" name="Gruppieren 87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2" name="Rechteck 87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63" name="Rechteck 87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4" name="Ellipse 87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5" name="Ellipse 87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6" name="Textfeld 87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67" name="Textfeld 87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768" name="Ellipse 87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9" name="Ellipse 87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0" name="Textfeld 87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71" name="Textfeld 87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772" name="Ellipse 87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3" name="Ellipse 87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4" name="Textfeld 87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775" name="Textfeld 87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776" name="Ellipse 87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7" name="Ellipse 87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8" name="Textfeld 87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779" name="Textfeld 87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780" name="Rechteck 87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1" name="Rechteck 87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2" name="Rechteck 87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3" name="Rechteck 87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4" name="Rechteck 87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5" name="Rechteck 87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6" name="Rechteck 87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7" name="Rechteck 87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61" name="Textfeld 87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759" name="Textfeld 87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666" name="Gruppieren 8665"/>
            <p:cNvGrpSpPr/>
            <p:nvPr/>
          </p:nvGrpSpPr>
          <p:grpSpPr>
            <a:xfrm>
              <a:off x="4129287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36" name="Gruppieren 873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738" name="Gruppieren 873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740" name="Rechteck 87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41" name="Rechteck 87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2" name="Ellipse 87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3" name="Ellipse 87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4" name="Ellipse 87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5" name="Ellipse 87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6" name="Ellipse 87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47" name="Ellipse 87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8" name="Ellipse 87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9" name="Ellipse 87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0" name="Rechteck 87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1" name="Rechteck 87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2" name="Rechteck 87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3" name="Rechteck 87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4" name="Rechteck 87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5" name="Rechteck 87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6" name="Rechteck 87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7" name="Rechteck 87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39" name="Textfeld 87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737" name="Textfeld 8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667" name="Gruppieren 8666"/>
            <p:cNvGrpSpPr/>
            <p:nvPr/>
          </p:nvGrpSpPr>
          <p:grpSpPr>
            <a:xfrm>
              <a:off x="445118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06" name="Gruppieren 87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08" name="Gruppieren 87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10" name="Rechteck 87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1" name="Rechteck 87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2" name="Ellipse 87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3" name="Ellipse 87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4" name="Textfeld 87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15" name="Textfeld 87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16" name="Ellipse 87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7" name="Ellipse 87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8" name="Textfeld 87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19" name="Textfeld 8718"/>
                  <p:cNvSpPr txBox="1"/>
                  <p:nvPr/>
                </p:nvSpPr>
                <p:spPr>
                  <a:xfrm>
                    <a:off x="1815728" y="19596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0" name="Ellipse 87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21" name="Ellipse 87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22" name="Textfeld 872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3" name="Textfeld 8722"/>
                  <p:cNvSpPr txBox="1"/>
                  <p:nvPr/>
                </p:nvSpPr>
                <p:spPr>
                  <a:xfrm>
                    <a:off x="1824171" y="219913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4" name="Ellipse 87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5" name="Ellipse 87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6" name="Textfeld 87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727" name="Textfeld 87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728" name="Rechteck 87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9" name="Rechteck 87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0" name="Rechteck 87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1" name="Rechteck 87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2" name="Rechteck 87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3" name="Rechteck 87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4" name="Rechteck 87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5" name="Rechteck 87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09" name="Textfeld 87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707" name="Textfeld 87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668" name="Gruppieren 8667"/>
            <p:cNvGrpSpPr/>
            <p:nvPr/>
          </p:nvGrpSpPr>
          <p:grpSpPr>
            <a:xfrm>
              <a:off x="478020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02" name="Gruppieren 870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704" name="Rechteck 870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705" name="Textfeld 87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03" name="Textfeld 87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669" name="Rechteck 8668"/>
            <p:cNvSpPr/>
            <p:nvPr/>
          </p:nvSpPr>
          <p:spPr>
            <a:xfrm>
              <a:off x="3837924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670" name="Gruppieren 8669"/>
            <p:cNvGrpSpPr/>
            <p:nvPr/>
          </p:nvGrpSpPr>
          <p:grpSpPr>
            <a:xfrm>
              <a:off x="3469788" y="1277585"/>
              <a:ext cx="331945" cy="1652928"/>
              <a:chOff x="1687297" y="1141150"/>
              <a:chExt cx="331945" cy="1652928"/>
            </a:xfrm>
          </p:grpSpPr>
          <p:grpSp>
            <p:nvGrpSpPr>
              <p:cNvPr id="8672" name="Gruppieren 8671"/>
              <p:cNvGrpSpPr/>
              <p:nvPr/>
            </p:nvGrpSpPr>
            <p:grpSpPr>
              <a:xfrm>
                <a:off x="1692193" y="1141150"/>
                <a:ext cx="327049" cy="1537301"/>
                <a:chOff x="1692193" y="1141150"/>
                <a:chExt cx="327049" cy="1537301"/>
              </a:xfrm>
            </p:grpSpPr>
            <p:grpSp>
              <p:nvGrpSpPr>
                <p:cNvPr id="8674" name="Gruppieren 8673"/>
                <p:cNvGrpSpPr/>
                <p:nvPr/>
              </p:nvGrpSpPr>
              <p:grpSpPr>
                <a:xfrm>
                  <a:off x="1692193" y="1191340"/>
                  <a:ext cx="327049" cy="1487111"/>
                  <a:chOff x="1692193" y="1191340"/>
                  <a:chExt cx="327049" cy="1487111"/>
                </a:xfrm>
              </p:grpSpPr>
              <p:sp>
                <p:nvSpPr>
                  <p:cNvPr id="8676" name="Rechteck 8675"/>
                  <p:cNvSpPr/>
                  <p:nvPr/>
                </p:nvSpPr>
                <p:spPr>
                  <a:xfrm>
                    <a:off x="1694134" y="1191340"/>
                    <a:ext cx="325108" cy="1438663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77" name="Rechteck 86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8" name="Ellipse 86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9" name="Ellipse 86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80" name="Textfeld 86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81" name="Textfeld 86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82" name="Ellipse 86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3" name="Ellipse 86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4" name="Textfeld 86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85" name="Textfeld 8684"/>
                  <p:cNvSpPr txBox="1"/>
                  <p:nvPr/>
                </p:nvSpPr>
                <p:spPr>
                  <a:xfrm>
                    <a:off x="1809195" y="196793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86" name="Ellipse 86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7" name="Ellipse 86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88" name="Textfeld 86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89" name="Textfeld 86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90" name="Ellipse 86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1" name="Ellipse 86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2" name="Textfeld 86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93" name="Textfeld 8692"/>
                  <p:cNvSpPr txBox="1"/>
                  <p:nvPr/>
                </p:nvSpPr>
                <p:spPr>
                  <a:xfrm>
                    <a:off x="1813062" y="24245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94" name="Rechteck 86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5" name="Rechteck 86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6" name="Rechteck 86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7" name="Rechteck 86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8" name="Rechteck 86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9" name="Rechteck 86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0" name="Rechteck 86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1" name="Rechteck 87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75" name="Textfeld 86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673" name="Textfeld 8672"/>
              <p:cNvSpPr txBox="1"/>
              <p:nvPr/>
            </p:nvSpPr>
            <p:spPr>
              <a:xfrm>
                <a:off x="1687297" y="2628305"/>
                <a:ext cx="33194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8671" name="Textfeld 8670"/>
            <p:cNvSpPr txBox="1"/>
            <p:nvPr/>
          </p:nvSpPr>
          <p:spPr>
            <a:xfrm>
              <a:off x="2585049" y="2761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BC11</a:t>
              </a:r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661" name="Gruppieren 2660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662" name="Gruppieren 2661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852" name="Gruppieren 28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854" name="Gruppieren 28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856" name="Rechteck 28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7" name="Rechteck 28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Ellipse 28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9" name="Ellipse 28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Ellipse 28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Ellipse 28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Ellipse 2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Ellipse 2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Rechteck 28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Rechteck 28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1" name="Rechteck 28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2" name="Rechteck 28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55" name="Textfeld 28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53" name="Textfeld 28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3" name="Rechteck 2662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7" name="Rechteck 2666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8" name="Gruppieren 2667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822" name="Gruppieren 28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24" name="Gruppieren 28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26" name="Rechteck 28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7" name="Rechteck 28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Ellipse 28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9" name="Ellipse 28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0" name="Textfeld 28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31" name="Textfeld 28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32" name="Ellipse 28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Ellipse 28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4" name="Textfeld 28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35" name="Textfeld 28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36" name="Ellipse 28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Ellipse 28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Textfeld 28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39" name="Textfeld 28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40" name="Ellipse 28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Ellipse 28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2" name="Textfeld 28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43" name="Textfeld 28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44" name="Rechteck 28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5" name="Rechteck 28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Rechteck 28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Rechteck 28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Rechteck 28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25" name="Textfeld 28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23" name="Textfeld 28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92" name="Gruppieren 27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94" name="Gruppieren 27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96" name="Rechteck 27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7" name="Rechteck 27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Textfeld 27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02" name="Ellipse 28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Textfeld 28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06" name="Ellipse 28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Ellipse 28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Textfeld 28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9" name="Textfeld 28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10" name="Ellipse 28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Ellipse 28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Textfeld 28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13" name="Textfeld 28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5" name="Rechteck 28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8" name="Rechteck 28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9" name="Rechteck 28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Rechteck 28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1" name="Rechteck 28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5" name="Textfeld 27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793" name="Textfeld 27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770" name="Gruppieren 276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72" name="Gruppieren 277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74" name="Rechteck 27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5" name="Rechteck 27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Ellipse 27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Ellipse 27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Ellipse 2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Ellipse 2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Ellipse 27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Ellipse 27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2" name="Ellipse 27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Ellipse 27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Rechteck 27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Rechteck 27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Rechteck 27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1" name="Rechteck 27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73" name="Textfeld 27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771" name="Textfeld 27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671" name="Gruppieren 2670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40" name="Gruppieren 27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42" name="Gruppieren 27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44" name="Rechteck 2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5" name="Rechteck 2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Ellipse 2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8" name="Textfeld 27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50" name="Ellipse 27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1" name="Ellipse 27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2" name="Textfeld 27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53" name="Textfeld 27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54" name="Ellipse 27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5" name="Ellipse 27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6" name="Textfeld 275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57" name="Textfeld 275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58" name="Ellipse 27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Ellipse 27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Textfeld 27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61" name="Textfeld 27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62" name="Rechteck 27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Rechteck 27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7" name="Rechteck 27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Rechteck 27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9" name="Rechteck 27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43" name="Textfeld 2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741" name="Textfeld 2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672" name="Gruppieren 2671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712" name="Gruppieren 271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714" name="Gruppieren 271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16" name="Rechteck 27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7" name="Rechteck 27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8" name="Ellipse 27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9" name="Ellipse 27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0" name="Textfeld 27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21" name="Textfeld 27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22" name="Ellipse 27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3" name="Ellipse 27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Textfeld 2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1" name="Textfeld 2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2" name="Rechteck 2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Rechteck 2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Rechteck 2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Rechteck 2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9" name="Rechteck 2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15" name="Textfeld 27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713" name="Textfeld 27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673" name="Gruppieren 2672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708" name="Gruppieren 270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710" name="Rechteck 270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11" name="Textfeld 271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709" name="Textfeld 27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674" name="Rechteck 2673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675" name="Textfeld 2674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676" name="Gruppieren 2675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677" name="Gruppieren 267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681" name="Gruppieren 268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683" name="Gruppieren 268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685" name="Rechteck 268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686" name="Rechteck 268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7" name="Ellipse 268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8" name="Ellipse 268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9" name="Textfeld 268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690" name="Ellipse 268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1" name="Ellipse 269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2" name="Textfeld 269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693" name="Textfeld 269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694" name="Ellipse 269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5" name="Ellipse 269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6" name="Textfeld 269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697" name="Textfeld 269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698" name="Ellipse 269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699" name="Ellipse 269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0" name="Rechteck 26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1" name="Rechteck 27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2" name="Rechteck 27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3" name="Rechteck 27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4" name="Rechteck 27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5" name="Rechteck 27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6" name="Rechteck 27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7" name="Rechteck 27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684" name="Textfeld 268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682" name="Textfeld 268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678" name="Textfeld 267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2679" name="Textfeld 267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2680" name="Textfeld 267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3113" name="Gruppieren 3112"/>
          <p:cNvGrpSpPr/>
          <p:nvPr/>
        </p:nvGrpSpPr>
        <p:grpSpPr>
          <a:xfrm>
            <a:off x="10244840" y="2835616"/>
            <a:ext cx="2188670" cy="1652928"/>
            <a:chOff x="10244840" y="2835616"/>
            <a:chExt cx="2188670" cy="1652928"/>
          </a:xfrm>
        </p:grpSpPr>
        <p:grpSp>
          <p:nvGrpSpPr>
            <p:cNvPr id="3114" name="Gruppieren 3113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3243" name="Gruppieren 324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245" name="Gruppieren 324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247" name="Rechteck 324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48" name="Rechteck 324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9" name="Ellipse 324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50" name="Ellipse 324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Ellipse 32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2" name="Ellipse 32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3" name="Ellipse 3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Ellipse 3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Ellipse 32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6" name="Ellipse 32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7" name="Rechteck 32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Rechteck 32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Rechteck 32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0" name="Rechteck 32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1" name="Rechteck 32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2" name="Rechteck 32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3" name="Rechteck 32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4" name="Rechteck 32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46" name="Textfeld 324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244" name="Textfeld 324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115" name="Rechteck 3114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6" name="Rechteck 3115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7" name="Rechteck 3116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8" name="Rechteck 3117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9" name="Rechteck 3118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20" name="Gruppieren 3119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3213" name="Gruppieren 321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15" name="Gruppieren 321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17" name="Rechteck 321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18" name="Rechteck 321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20" name="Ellipse 321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22" name="Textfeld 322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23" name="Ellipse 32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Ellipse 32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Textfeld 322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26" name="Textfeld 322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27" name="Ellipse 32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Ellipse 32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Textfeld 32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30" name="Textfeld 32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31" name="Ellipse 32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2" name="Ellipse 32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3" name="Textfeld 32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34" name="Textfeld 32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35" name="Rechteck 32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6" name="Rechteck 32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Rechteck 323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Rechteck 323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Rechteck 323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0" name="Rechteck 323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1" name="Rechteck 324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Rechteck 324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16" name="Textfeld 321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214" name="Textfeld 321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121" name="Gruppieren 3120"/>
            <p:cNvGrpSpPr/>
            <p:nvPr/>
          </p:nvGrpSpPr>
          <p:grpSpPr>
            <a:xfrm>
              <a:off x="11137665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3183" name="Gruppieren 318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85" name="Gruppieren 318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87" name="Rechteck 31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88" name="Rechteck 31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92" name="Textfeld 31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193" name="Ellipse 31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Ellipse 31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Textfeld 31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96" name="Textfeld 31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197" name="Ellipse 31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Ellipse 31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Textfeld 319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00" name="Textfeld 31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201" name="Ellipse 32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2" name="Ellipse 32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3" name="Textfeld 320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04" name="Textfeld 320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205" name="Rechteck 32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6" name="Rechteck 32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Rechteck 32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Rechteck 32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Rechteck 32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0" name="Rechteck 32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1" name="Rechteck 32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Rechteck 32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6" name="Textfeld 31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84" name="Textfeld 31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3122" name="Gruppieren 3121"/>
            <p:cNvGrpSpPr/>
            <p:nvPr/>
          </p:nvGrpSpPr>
          <p:grpSpPr>
            <a:xfrm>
              <a:off x="11463743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3161" name="Gruppieren 316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163" name="Gruppieren 316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165" name="Rechteck 31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66" name="Rechteck 31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7" name="Ellipse 31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8" name="Ellipse 31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9" name="Ellipse 31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0" name="Ellipse 31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1" name="Ellipse 317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2" name="Ellipse 317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3" name="Ellipse 31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4" name="Ellipse 31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Rechteck 31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Rechteck 31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Rechteck 31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0" name="Rechteck 31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1" name="Rechteck 31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Rechteck 31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64" name="Textfeld 31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162" name="Textfeld 31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123" name="Gruppieren 3122"/>
            <p:cNvGrpSpPr/>
            <p:nvPr/>
          </p:nvGrpSpPr>
          <p:grpSpPr>
            <a:xfrm>
              <a:off x="11785623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3131" name="Gruppieren 31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33" name="Gruppieren 31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35" name="Rechteck 31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36" name="Rechteck 31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7" name="Ellipse 31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8" name="Ellipse 31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9" name="Textfeld 31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40" name="Textfeld 31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41" name="Ellipse 31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2" name="Ellipse 31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3" name="Textfeld 31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4" name="Textfeld 31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5" name="Ellipse 31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6" name="Ellipse 31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47" name="Textfeld 31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8" name="Textfeld 31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9" name="Ellipse 31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0" name="Ellipse 31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1" name="Textfeld 31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52" name="Textfeld 31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53" name="Rechteck 31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4" name="Rechteck 31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5" name="Rechteck 31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6" name="Rechteck 31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7" name="Rechteck 31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8" name="Rechteck 31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9" name="Rechteck 31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0" name="Rechteck 31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34" name="Textfeld 31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132" name="Textfeld 31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3124" name="Rechteck 3123"/>
            <p:cNvSpPr/>
            <p:nvPr/>
          </p:nvSpPr>
          <p:spPr>
            <a:xfrm>
              <a:off x="11177410" y="289635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25" name="Gruppieren 3124"/>
            <p:cNvGrpSpPr/>
            <p:nvPr/>
          </p:nvGrpSpPr>
          <p:grpSpPr>
            <a:xfrm>
              <a:off x="1210856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3127" name="Gruppieren 312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129" name="Rechteck 312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30" name="Textfeld 312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128" name="Textfeld 312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3126" name="Textfeld 3125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3265" name="Gruppieren 3264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3266" name="Gruppieren 3265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3449" name="Gruppieren 34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51" name="Gruppieren 34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53" name="Rechteck 34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54" name="Rechteck 34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5" name="Ellipse 34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56" name="Ellipse 34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7" name="Textfeld 34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58" name="Textfeld 34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459" name="Ellipse 34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0" name="Ellipse 34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1" name="Textfeld 3460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62" name="Textfeld 34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463" name="Ellipse 34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4" name="Ellipse 34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5" name="Textfeld 34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66" name="Textfeld 34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467" name="Ellipse 34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8" name="Ellipse 34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9" name="Textfeld 34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70" name="Textfeld 34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471" name="Rechteck 34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2" name="Rechteck 34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3" name="Rechteck 34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4" name="Rechteck 34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5" name="Rechteck 34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6" name="Rechteck 34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7" name="Rechteck 34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8" name="Rechteck 34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52" name="Textfeld 34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450" name="Textfeld 34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267" name="Rechteck 3266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68" name="Rechteck 3267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69" name="Rechteck 3268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70" name="Rechteck 3269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71" name="Rechteck 3270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272" name="Gruppieren 3271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3419" name="Gruppieren 34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21" name="Gruppieren 34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23" name="Rechteck 34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24" name="Rechteck 34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5" name="Ellipse 34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26" name="Ellipse 34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7" name="Textfeld 34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28" name="Textfeld 34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29" name="Ellipse 34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0" name="Ellipse 34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1" name="Textfeld 34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32" name="Textfeld 34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33" name="Ellipse 3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4" name="Ellipse 3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5" name="Textfeld 34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436" name="Textfeld 3435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437" name="Ellipse 34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8" name="Ellipse 34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9" name="Textfeld 34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40" name="Textfeld 34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41" name="Rechteck 34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2" name="Rechteck 34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3" name="Rechteck 34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4" name="Rechteck 34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5" name="Rechteck 34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6" name="Rechteck 34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7" name="Rechteck 34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8" name="Rechteck 34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22" name="Textfeld 34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420" name="Textfeld 34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3413" name="Textfeld 3412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3414" name="Gruppieren 3413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3415" name="Gruppieren 3414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3417" name="Rechteck 3416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18" name="Textfeld 341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3416" name="Textfeld 3415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2" name="Gruppieren 1"/>
          <p:cNvGrpSpPr/>
          <p:nvPr/>
        </p:nvGrpSpPr>
        <p:grpSpPr>
          <a:xfrm>
            <a:off x="396407" y="940698"/>
            <a:ext cx="4806473" cy="1654905"/>
            <a:chOff x="396407" y="940698"/>
            <a:chExt cx="4806473" cy="1654905"/>
          </a:xfrm>
        </p:grpSpPr>
        <p:grpSp>
          <p:nvGrpSpPr>
            <p:cNvPr id="2875" name="Gruppieren 2874"/>
            <p:cNvGrpSpPr/>
            <p:nvPr/>
          </p:nvGrpSpPr>
          <p:grpSpPr>
            <a:xfrm>
              <a:off x="641198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391" name="Gruppieren 339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93" name="Gruppieren 339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95" name="Rechteck 33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96" name="Rechteck 33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7" name="Ellipse 33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98" name="Ellipse 33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9" name="Ellipse 33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0" name="Ellipse 33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1" name="Ellipse 340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2" name="Ellipse 340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3" name="Ellipse 34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4" name="Ellipse 34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5" name="Rechteck 34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6" name="Rechteck 34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7" name="Rechteck 34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8" name="Rechteck 34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9" name="Rechteck 34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0" name="Rechteck 34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Rechteck 34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2" name="Rechteck 34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94" name="Textfeld 33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92" name="Textfeld 33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876" name="Rechteck 2875"/>
            <p:cNvSpPr/>
            <p:nvPr/>
          </p:nvSpPr>
          <p:spPr>
            <a:xfrm>
              <a:off x="401814" y="11053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7" name="Rechteck 2876"/>
            <p:cNvSpPr/>
            <p:nvPr/>
          </p:nvSpPr>
          <p:spPr>
            <a:xfrm>
              <a:off x="478590" y="12867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8" name="Rechteck 2877"/>
            <p:cNvSpPr/>
            <p:nvPr/>
          </p:nvSpPr>
          <p:spPr>
            <a:xfrm>
              <a:off x="435116" y="13294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9" name="Rechteck 2878"/>
            <p:cNvSpPr/>
            <p:nvPr/>
          </p:nvSpPr>
          <p:spPr>
            <a:xfrm>
              <a:off x="479260" y="18952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80" name="Rechteck 2879"/>
            <p:cNvSpPr/>
            <p:nvPr/>
          </p:nvSpPr>
          <p:spPr>
            <a:xfrm>
              <a:off x="435786" y="19379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881" name="Gruppieren 2880"/>
            <p:cNvGrpSpPr/>
            <p:nvPr/>
          </p:nvGrpSpPr>
          <p:grpSpPr>
            <a:xfrm>
              <a:off x="1291613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361" name="Gruppieren 33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63" name="Gruppieren 33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65" name="Rechteck 33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6" name="Rechteck 33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Textfeld 33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70" name="Textfeld 33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Ellipse 33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Textfeld 33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4" name="Textfeld 33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5" name="Ellipse 33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Ellipse 33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Textfeld 33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8" name="Textfeld 33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9" name="Ellipse 33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80" name="Ellipse 33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1" name="Textfeld 33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82" name="Textfeld 33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83" name="Rechteck 33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4" name="Rechteck 33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5" name="Rechteck 33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6" name="Rechteck 33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7" name="Rechteck 33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8" name="Rechteck 33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9" name="Rechteck 33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0" name="Rechteck 33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4" name="Textfeld 33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362" name="Textfeld 33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2" name="Gruppieren 2881"/>
            <p:cNvGrpSpPr/>
            <p:nvPr/>
          </p:nvGrpSpPr>
          <p:grpSpPr>
            <a:xfrm>
              <a:off x="1615592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331" name="Gruppieren 33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3" name="Gruppieren 33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5" name="Rechteck 33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6" name="Rechteck 33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Ellipse 33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8" name="Ellipse 33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Textfeld 33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40" name="Textfeld 33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41" name="Ellipse 33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2" name="Ellipse 33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3" name="Textfeld 33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4" name="Textfeld 33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5" name="Ellipse 33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6" name="Ellipse 33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7" name="Textfeld 33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8" name="Textfeld 33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9" name="Ellipse 33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0" name="Ellipse 33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Textfeld 33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52" name="Textfeld 33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Rechteck 33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9" name="Rechteck 33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0" name="Rechteck 33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4" name="Textfeld 33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332" name="Textfeld 33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3" name="Gruppieren 2882"/>
            <p:cNvGrpSpPr/>
            <p:nvPr/>
          </p:nvGrpSpPr>
          <p:grpSpPr>
            <a:xfrm>
              <a:off x="1939571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301" name="Gruppieren 330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3" name="Gruppieren 33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5" name="Rechteck 33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6" name="Rechteck 33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Ellipse 33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8" name="Ellipse 33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9" name="Textfeld 33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10" name="Textfeld 33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11" name="Ellipse 33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2" name="Ellipse 33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3" name="Textfeld 33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4" name="Textfeld 33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5" name="Ellipse 33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6" name="Ellipse 33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7" name="Textfeld 33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8" name="Textfeld 33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9" name="Ellipse 33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0" name="Ellipse 33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Textfeld 33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2" name="Textfeld 33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Rechteck 33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9" name="Rechteck 33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0" name="Rechteck 33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4" name="Textfeld 330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302" name="Textfeld 33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4" name="Gruppieren 2883"/>
            <p:cNvGrpSpPr/>
            <p:nvPr/>
          </p:nvGrpSpPr>
          <p:grpSpPr>
            <a:xfrm>
              <a:off x="2921140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279" name="Gruppieren 327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281" name="Gruppieren 328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283" name="Rechteck 32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4" name="Rechteck 32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Ellipse 32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6" name="Ellipse 32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Ellipse 32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9" name="Ellipse 32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0" name="Ellipse 32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91" name="Ellipse 329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Ellipse 329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Rechteck 32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9" name="Rechteck 32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0" name="Rechteck 32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82" name="Textfeld 32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280" name="Textfeld 3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885" name="Gruppieren 2884"/>
            <p:cNvGrpSpPr/>
            <p:nvPr/>
          </p:nvGrpSpPr>
          <p:grpSpPr>
            <a:xfrm>
              <a:off x="3245966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089" name="Gruppieren 308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91" name="Gruppieren 30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93" name="Rechteck 30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94" name="Rechteck 30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Ellipse 30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6" name="Ellipse 30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7" name="Textfeld 30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98" name="Textfeld 30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99" name="Ellipse 30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0" name="Ellipse 30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1" name="Textfeld 31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2" name="Textfeld 31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3" name="Ellipse 31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Ellipse 31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Textfeld 31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6" name="Textfeld 31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7" name="Ellipse 31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08" name="Ellipse 31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9" name="Textfeld 31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10" name="Textfeld 31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11" name="Rechteck 3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2" name="Rechteck 3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3" name="Rechteck 3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5" name="Rechteck 3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Rechteck 3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7" name="Rechteck 3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8" name="Rechteck 3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92" name="Textfeld 309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090" name="Textfeld 30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6" name="Gruppieren 2885"/>
            <p:cNvGrpSpPr/>
            <p:nvPr/>
          </p:nvGrpSpPr>
          <p:grpSpPr>
            <a:xfrm>
              <a:off x="3569945" y="942675"/>
              <a:ext cx="417638" cy="1652928"/>
              <a:chOff x="1692193" y="1141150"/>
              <a:chExt cx="417638" cy="1652928"/>
            </a:xfrm>
          </p:grpSpPr>
          <p:grpSp>
            <p:nvGrpSpPr>
              <p:cNvPr id="3059" name="Gruppieren 3058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061" name="Gruppieren 30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63" name="Rechteck 30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4" name="Rechteck 30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5" name="Ellipse 30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6" name="Ellipse 30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7" name="Textfeld 30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68" name="Textfeld 30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69" name="Ellipse 30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0" name="Ellipse 30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1" name="Textfeld 30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2" name="Textfeld 30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3" name="Ellipse 30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Ellipse 30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5" name="Textfeld 30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6" name="Textfeld 30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7" name="Ellipse 30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Ellipse 30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9" name="Textfeld 30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80" name="Textfeld 30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81" name="Rechteck 30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2" name="Rechteck 30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3" name="Rechteck 30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5" name="Rechteck 30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Rechteck 30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Rechteck 30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8" name="Rechteck 30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62" name="Textfeld 3061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060" name="Textfeld 30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7" name="Gruppieren 2886"/>
            <p:cNvGrpSpPr/>
            <p:nvPr/>
          </p:nvGrpSpPr>
          <p:grpSpPr>
            <a:xfrm>
              <a:off x="3893924" y="942675"/>
              <a:ext cx="371759" cy="1652928"/>
              <a:chOff x="1692193" y="1141150"/>
              <a:chExt cx="371759" cy="1652928"/>
            </a:xfrm>
          </p:grpSpPr>
          <p:grpSp>
            <p:nvGrpSpPr>
              <p:cNvPr id="3029" name="Gruppieren 302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031" name="Gruppieren 30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33" name="Rechteck 30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4" name="Rechteck 30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Ellipse 30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Ellipse 30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Textfeld 30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38" name="Textfeld 30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39" name="Ellipse 30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Ellipse 30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1" name="Textfeld 30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2" name="Textfeld 30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3" name="Ellipse 30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Ellipse 30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5" name="Textfeld 30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6" name="Textfeld 30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7" name="Ellipse 30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Ellipse 30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9" name="Textfeld 30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50" name="Textfeld 30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51" name="Rechteck 30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2" name="Rechteck 30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3" name="Rechteck 30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4" name="Rechteck 30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Rechteck 30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Rechteck 30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Rechteck 30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8" name="Rechteck 30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32" name="Textfeld 303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030" name="Textfeld 30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8" name="Gruppieren 2887"/>
            <p:cNvGrpSpPr/>
            <p:nvPr/>
          </p:nvGrpSpPr>
          <p:grpSpPr>
            <a:xfrm>
              <a:off x="4216760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2999" name="Gruppieren 29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001" name="Gruppieren 30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03" name="Rechteck 30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04" name="Rechteck 30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Ellipse 30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Textfeld 30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9" name="Ellipse 30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0" name="Ellipse 30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1" name="Textfeld 30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2" name="Textfeld 30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3" name="Ellipse 30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Ellipse 30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Textfeld 30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6" name="Textfeld 30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7" name="Ellipse 30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Ellipse 30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Textfeld 30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20" name="Textfeld 30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21" name="Rechteck 30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2" name="Rechteck 30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Rechteck 30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Rechteck 30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Rechteck 30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8" name="Rechteck 30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02" name="Textfeld 30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3000" name="Textfeld 29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2889" name="Rechteck 2888"/>
            <p:cNvSpPr/>
            <p:nvPr/>
          </p:nvSpPr>
          <p:spPr>
            <a:xfrm>
              <a:off x="2629758" y="1021865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890" name="Rechteck 2889"/>
            <p:cNvSpPr/>
            <p:nvPr/>
          </p:nvSpPr>
          <p:spPr>
            <a:xfrm>
              <a:off x="2600190" y="992866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2891" name="Textfeld 2890"/>
            <p:cNvSpPr txBox="1"/>
            <p:nvPr/>
          </p:nvSpPr>
          <p:spPr>
            <a:xfrm>
              <a:off x="2595066" y="2429830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2892" name="Gruppieren 2891"/>
            <p:cNvGrpSpPr/>
            <p:nvPr/>
          </p:nvGrpSpPr>
          <p:grpSpPr>
            <a:xfrm>
              <a:off x="4539431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2969" name="Gruppieren 296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71" name="Gruppieren 29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73" name="Rechteck 29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4" name="Rechteck 29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Ellipse 29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Textfeld 29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79" name="Ellipse 29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0" name="Ellipse 29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Textfeld 29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2" name="Textfeld 29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3" name="Ellipse 29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Ellipse 29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Textfeld 29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86" name="Textfeld 29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87" name="Ellipse 29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Ellipse 29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Textfeld 29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90" name="Textfeld 29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91" name="Rechteck 29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2" name="Rechteck 29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4" name="Rechteck 29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5" name="Rechteck 29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Rechteck 29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7" name="Rechteck 29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8" name="Rechteck 29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72" name="Textfeld 29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970" name="Textfeld 29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893" name="Gruppieren 2892"/>
            <p:cNvGrpSpPr/>
            <p:nvPr/>
          </p:nvGrpSpPr>
          <p:grpSpPr>
            <a:xfrm>
              <a:off x="4856443" y="957038"/>
              <a:ext cx="346437" cy="1638565"/>
              <a:chOff x="1686699" y="1155513"/>
              <a:chExt cx="346437" cy="1638565"/>
            </a:xfrm>
          </p:grpSpPr>
          <p:grpSp>
            <p:nvGrpSpPr>
              <p:cNvPr id="2965" name="Gruppieren 2964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967" name="Rechteck 2966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68" name="Textfeld 2967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966" name="Textfeld 29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894" name="Textfeld 2893"/>
            <p:cNvSpPr txBox="1"/>
            <p:nvPr/>
          </p:nvSpPr>
          <p:spPr>
            <a:xfrm>
              <a:off x="396407" y="2426598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895" name="Gruppieren 2894"/>
            <p:cNvGrpSpPr/>
            <p:nvPr/>
          </p:nvGrpSpPr>
          <p:grpSpPr>
            <a:xfrm>
              <a:off x="964688" y="942675"/>
              <a:ext cx="327049" cy="1652928"/>
              <a:chOff x="3131212" y="1103872"/>
              <a:chExt cx="327049" cy="1652928"/>
            </a:xfrm>
          </p:grpSpPr>
          <p:grpSp>
            <p:nvGrpSpPr>
              <p:cNvPr id="2934" name="Gruppieren 2933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936" name="Gruppieren 293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938" name="Gruppieren 293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940" name="Rechteck 293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941" name="Rechteck 294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2" name="Ellipse 294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943" name="Ellipse 294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4" name="Textfeld 294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945" name="Ellipse 294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6" name="Ellipse 294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7" name="Textfeld 294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48" name="Textfeld 294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49" name="Ellipse 294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0" name="Ellipse 294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1" name="Textfeld 295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52" name="Textfeld 295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53" name="Ellipse 295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4" name="Ellipse 295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5" name="Textfeld 295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956" name="Textfeld 295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957" name="Rechteck 295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8" name="Rechteck 295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9" name="Rechteck 295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0" name="Rechteck 295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1" name="Rechteck 296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2" name="Rechteck 296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3" name="Rechteck 296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4" name="Rechteck 296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939" name="Textfeld 293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937" name="Textfeld 29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935" name="Textfeld 2934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2628" name="Gruppieren 2627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2629" name="Gruppieren 262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31" name="Gruppieren 26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Ellipse 26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Ellipse 26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Textfeld 26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38" name="Textfeld 26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39" name="Ellipse 26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0" name="Ellipse 26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1" name="Textfeld 26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2" name="Textfeld 26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3" name="Ellipse 26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5" name="Textfeld 26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6" name="Textfeld 26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Textfeld 26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50" name="Textfeld 26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51" name="Rechteck 26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Rechteck 26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32" name="Textfeld 2631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630" name="Textfeld 26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5726846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0656" y="392860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22-24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73C9CC05-3F04-4807-B2A2-EAEFEAD87638}"/>
              </a:ext>
            </a:extLst>
          </p:cNvPr>
          <p:cNvGrpSpPr/>
          <p:nvPr/>
        </p:nvGrpSpPr>
        <p:grpSpPr>
          <a:xfrm>
            <a:off x="385920" y="920650"/>
            <a:ext cx="12376076" cy="5609098"/>
            <a:chOff x="385920" y="920650"/>
            <a:chExt cx="12376076" cy="5609098"/>
          </a:xfrm>
        </p:grpSpPr>
        <p:grpSp>
          <p:nvGrpSpPr>
            <p:cNvPr id="7033" name="Gruppieren 7032"/>
            <p:cNvGrpSpPr/>
            <p:nvPr/>
          </p:nvGrpSpPr>
          <p:grpSpPr>
            <a:xfrm>
              <a:off x="395599" y="2872756"/>
              <a:ext cx="5142591" cy="1652928"/>
              <a:chOff x="1956535" y="219231"/>
              <a:chExt cx="5142591" cy="1652928"/>
            </a:xfrm>
          </p:grpSpPr>
          <p:grpSp>
            <p:nvGrpSpPr>
              <p:cNvPr id="7034" name="Gruppieren 7033"/>
              <p:cNvGrpSpPr/>
              <p:nvPr/>
            </p:nvGrpSpPr>
            <p:grpSpPr>
              <a:xfrm>
                <a:off x="2200431" y="219231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7456" name="Gruppieren 7455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7458" name="Gruppieren 7457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7460" name="Rechteck 745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461" name="Rechteck 746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2" name="Ellipse 746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463" name="Ellipse 746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4" name="Ellipse 746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5" name="Ellipse 746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6" name="Ellipse 746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7" name="Ellipse 746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8" name="Ellipse 746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9" name="Ellipse 746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0" name="Rechteck 746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1" name="Rechteck 747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2" name="Rechteck 747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3" name="Rechteck 747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4" name="Rechteck 747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5" name="Rechteck 747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6" name="Rechteck 747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7" name="Rechteck 747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459" name="Textfeld 745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7457" name="Textfeld 74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7035" name="Rechteck 7034"/>
              <p:cNvSpPr/>
              <p:nvPr/>
            </p:nvSpPr>
            <p:spPr>
              <a:xfrm>
                <a:off x="1961047" y="381932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36" name="Rechteck 7035"/>
              <p:cNvSpPr/>
              <p:nvPr/>
            </p:nvSpPr>
            <p:spPr>
              <a:xfrm>
                <a:off x="2037823" y="563332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37" name="Rechteck 7036"/>
              <p:cNvSpPr/>
              <p:nvPr/>
            </p:nvSpPr>
            <p:spPr>
              <a:xfrm>
                <a:off x="1994349" y="606008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38" name="Rechteck 7037"/>
              <p:cNvSpPr/>
              <p:nvPr/>
            </p:nvSpPr>
            <p:spPr>
              <a:xfrm>
                <a:off x="2038493" y="1171823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39" name="Rechteck 7038"/>
              <p:cNvSpPr/>
              <p:nvPr/>
            </p:nvSpPr>
            <p:spPr>
              <a:xfrm>
                <a:off x="1995019" y="1214499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40" name="Gruppieren 7039"/>
              <p:cNvGrpSpPr/>
              <p:nvPr/>
            </p:nvGrpSpPr>
            <p:grpSpPr>
              <a:xfrm>
                <a:off x="2850846" y="219231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426" name="Gruppieren 742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428" name="Gruppieren 742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430" name="Rechteck 742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431" name="Rechteck 743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2" name="Ellipse 743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3" name="Ellipse 743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4" name="Textfeld 743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435" name="Textfeld 743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436" name="Ellipse 743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7" name="Ellipse 743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8" name="Textfeld 743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39" name="Textfeld 743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40" name="Ellipse 743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41" name="Ellipse 744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42" name="Textfeld 744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43" name="Textfeld 744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44" name="Ellipse 744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445" name="Ellipse 744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46" name="Textfeld 744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447" name="Textfeld 744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448" name="Rechteck 744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49" name="Rechteck 744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0" name="Rechteck 744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1" name="Rechteck 745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2" name="Rechteck 745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3" name="Rechteck 745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4" name="Rechteck 745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5" name="Rechteck 745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429" name="Textfeld 742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7427" name="Textfeld 742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041" name="Gruppieren 7040"/>
              <p:cNvGrpSpPr/>
              <p:nvPr/>
            </p:nvGrpSpPr>
            <p:grpSpPr>
              <a:xfrm>
                <a:off x="3174825" y="219231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396" name="Gruppieren 739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398" name="Gruppieren 739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400" name="Rechteck 739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401" name="Rechteck 740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2" name="Ellipse 740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3" name="Ellipse 740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4" name="Textfeld 740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405" name="Textfeld 740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406" name="Ellipse 740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7" name="Ellipse 740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8" name="Textfeld 740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09" name="Textfeld 740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10" name="Ellipse 740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1" name="Ellipse 741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2" name="Textfeld 741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13" name="Textfeld 741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14" name="Ellipse 741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5" name="Ellipse 741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6" name="Textfeld 741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417" name="Textfeld 741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418" name="Rechteck 741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9" name="Rechteck 741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0" name="Rechteck 741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1" name="Rechteck 742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2" name="Rechteck 742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3" name="Rechteck 742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4" name="Rechteck 742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5" name="Rechteck 742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399" name="Textfeld 739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7397" name="Textfeld 739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042" name="Gruppieren 7041"/>
              <p:cNvGrpSpPr/>
              <p:nvPr/>
            </p:nvGrpSpPr>
            <p:grpSpPr>
              <a:xfrm>
                <a:off x="3498804" y="219231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366" name="Gruppieren 736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368" name="Gruppieren 736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370" name="Rechteck 736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71" name="Rechteck 737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2" name="Ellipse 737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3" name="Ellipse 737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4" name="Textfeld 737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375" name="Textfeld 737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376" name="Ellipse 73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7" name="Ellipse 73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8" name="Textfeld 73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79" name="Textfeld 73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80" name="Ellipse 73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1" name="Ellipse 73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2" name="Textfeld 73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83" name="Textfeld 73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84" name="Ellipse 73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5" name="Ellipse 73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6" name="Textfeld 738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387" name="Textfeld 738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388" name="Rechteck 738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9" name="Rechteck 738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0" name="Rechteck 738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1" name="Rechteck 739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2" name="Rechteck 739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3" name="Rechteck 739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4" name="Rechteck 739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5" name="Rechteck 739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369" name="Textfeld 736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7367" name="Textfeld 736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043" name="Gruppieren 7042"/>
              <p:cNvGrpSpPr/>
              <p:nvPr/>
            </p:nvGrpSpPr>
            <p:grpSpPr>
              <a:xfrm>
                <a:off x="3822797" y="219231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336" name="Gruppieren 733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338" name="Gruppieren 733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340" name="Rechteck 733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41" name="Rechteck 734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42" name="Ellipse 734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43" name="Ellipse 734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44" name="Textfeld 734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345" name="Textfeld 734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346" name="Ellipse 734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47" name="Ellipse 734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48" name="Textfeld 734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49" name="Textfeld 734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50" name="Ellipse 734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51" name="Ellipse 735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52" name="Textfeld 7351"/>
                    <p:cNvSpPr txBox="1"/>
                    <p:nvPr/>
                  </p:nvSpPr>
                  <p:spPr>
                    <a:xfrm>
                      <a:off x="1692643" y="219371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53" name="Textfeld 735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54" name="Ellipse 735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55" name="Ellipse 735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56" name="Textfeld 735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357" name="Textfeld 735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358" name="Rechteck 735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59" name="Rechteck 735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0" name="Rechteck 735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1" name="Rechteck 736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2" name="Rechteck 736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3" name="Rechteck 736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4" name="Rechteck 736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5" name="Rechteck 736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339" name="Textfeld 733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7337" name="Textfeld 73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044" name="Gruppieren 7043"/>
              <p:cNvGrpSpPr/>
              <p:nvPr/>
            </p:nvGrpSpPr>
            <p:grpSpPr>
              <a:xfrm>
                <a:off x="4149722" y="219231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306" name="Gruppieren 730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308" name="Gruppieren 730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310" name="Rechteck 730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11" name="Rechteck 731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2" name="Ellipse 731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3" name="Ellipse 731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4" name="Textfeld 731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315" name="Textfeld 731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316" name="Ellipse 731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7" name="Ellipse 731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8" name="Textfeld 731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19" name="Textfeld 731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20" name="Ellipse 731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21" name="Ellipse 732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22" name="Textfeld 732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23" name="Textfeld 732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24" name="Ellipse 732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25" name="Ellipse 732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26" name="Textfeld 732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327" name="Textfeld 732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328" name="Rechteck 732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29" name="Rechteck 732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0" name="Rechteck 732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1" name="Rechteck 733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2" name="Rechteck 733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3" name="Rechteck 733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4" name="Rechteck 733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5" name="Rechteck 733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309" name="Textfeld 730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7307" name="Textfeld 730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045" name="Gruppieren 7044"/>
              <p:cNvGrpSpPr/>
              <p:nvPr/>
            </p:nvGrpSpPr>
            <p:grpSpPr>
              <a:xfrm>
                <a:off x="5116123" y="219231"/>
                <a:ext cx="420326" cy="1652928"/>
                <a:chOff x="1688847" y="1141150"/>
                <a:chExt cx="420326" cy="1652928"/>
              </a:xfrm>
            </p:grpSpPr>
            <p:grpSp>
              <p:nvGrpSpPr>
                <p:cNvPr id="7276" name="Gruppieren 7275"/>
                <p:cNvGrpSpPr/>
                <p:nvPr/>
              </p:nvGrpSpPr>
              <p:grpSpPr>
                <a:xfrm>
                  <a:off x="1688847" y="1141150"/>
                  <a:ext cx="420326" cy="1536639"/>
                  <a:chOff x="1688847" y="1141150"/>
                  <a:chExt cx="420326" cy="1536639"/>
                </a:xfrm>
              </p:grpSpPr>
              <p:grpSp>
                <p:nvGrpSpPr>
                  <p:cNvPr id="7278" name="Gruppieren 727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280" name="Rechteck 727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281" name="Rechteck 728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2" name="Ellipse 728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3" name="Ellipse 728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4" name="Textfeld 728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285" name="Textfeld 728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286" name="Ellipse 728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7" name="Ellipse 728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8" name="Textfeld 728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89" name="Textfeld 728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90" name="Ellipse 728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1" name="Ellipse 729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2" name="Textfeld 729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293" name="Textfeld 729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94" name="Ellipse 729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5" name="Ellipse 729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6" name="Textfeld 729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97" name="Textfeld 729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98" name="Rechteck 729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9" name="Rechteck 729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0" name="Rechteck 729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1" name="Rechteck 730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2" name="Rechteck 730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3" name="Rechteck 730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4" name="Rechteck 730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5" name="Rechteck 730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279" name="Textfeld 7278"/>
                  <p:cNvSpPr txBox="1"/>
                  <p:nvPr/>
                </p:nvSpPr>
                <p:spPr>
                  <a:xfrm>
                    <a:off x="1688847" y="1141150"/>
                    <a:ext cx="42032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10</a:t>
                    </a:r>
                  </a:p>
                </p:txBody>
              </p:sp>
            </p:grpSp>
            <p:sp>
              <p:nvSpPr>
                <p:cNvPr id="7277" name="Textfeld 727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EL3164</a:t>
                  </a:r>
                </a:p>
              </p:txBody>
            </p:sp>
          </p:grpSp>
          <p:grpSp>
            <p:nvGrpSpPr>
              <p:cNvPr id="7046" name="Gruppieren 7045"/>
              <p:cNvGrpSpPr/>
              <p:nvPr/>
            </p:nvGrpSpPr>
            <p:grpSpPr>
              <a:xfrm>
                <a:off x="4796588" y="219231"/>
                <a:ext cx="371759" cy="1652928"/>
                <a:chOff x="1692193" y="1141150"/>
                <a:chExt cx="371759" cy="1652928"/>
              </a:xfrm>
            </p:grpSpPr>
            <p:grpSp>
              <p:nvGrpSpPr>
                <p:cNvPr id="7246" name="Gruppieren 7245"/>
                <p:cNvGrpSpPr/>
                <p:nvPr/>
              </p:nvGrpSpPr>
              <p:grpSpPr>
                <a:xfrm>
                  <a:off x="1692193" y="1141150"/>
                  <a:ext cx="371759" cy="1536639"/>
                  <a:chOff x="1692193" y="1141150"/>
                  <a:chExt cx="371759" cy="1536639"/>
                </a:xfrm>
              </p:grpSpPr>
              <p:grpSp>
                <p:nvGrpSpPr>
                  <p:cNvPr id="7248" name="Gruppieren 724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250" name="Rechteck 724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251" name="Rechteck 725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2" name="Ellipse 725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3" name="Ellipse 725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4" name="Textfeld 725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255" name="Textfeld 725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256" name="Ellipse 725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7" name="Ellipse 725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8" name="Textfeld 725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59" name="Textfeld 7258"/>
                    <p:cNvSpPr txBox="1"/>
                    <p:nvPr/>
                  </p:nvSpPr>
                  <p:spPr>
                    <a:xfrm>
                      <a:off x="1812371" y="196951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60" name="Ellipse 725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1" name="Ellipse 726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2" name="Textfeld 726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263" name="Textfeld 726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64" name="Ellipse 726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5" name="Ellipse 726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6" name="Textfeld 726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67" name="Textfeld 726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68" name="Rechteck 726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9" name="Rechteck 726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0" name="Rechteck 726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1" name="Rechteck 727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2" name="Rechteck 727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3" name="Rechteck 727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4" name="Rechteck 727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5" name="Rechteck 727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249" name="Textfeld 7248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7247" name="Textfeld 724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EL3064</a:t>
                  </a:r>
                </a:p>
              </p:txBody>
            </p:sp>
          </p:grpSp>
          <p:grpSp>
            <p:nvGrpSpPr>
              <p:cNvPr id="7047" name="Gruppieren 7046"/>
              <p:cNvGrpSpPr/>
              <p:nvPr/>
            </p:nvGrpSpPr>
            <p:grpSpPr>
              <a:xfrm>
                <a:off x="5448176" y="225905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7216" name="Gruppieren 7215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7218" name="Gruppieren 721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220" name="Rechteck 721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221" name="Rechteck 722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2" name="Ellipse 722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223" name="Ellipse 722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4" name="Textfeld 722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225" name="Textfeld 722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226" name="Ellipse 72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7" name="Ellipse 72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8" name="Textfeld 722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29" name="Textfeld 722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30" name="Ellipse 722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31" name="Ellipse 723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32" name="Textfeld 723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233" name="Textfeld 723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34" name="Ellipse 723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35" name="Ellipse 723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36" name="Textfeld 723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37" name="Textfeld 723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38" name="Rechteck 72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39" name="Rechteck 72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0" name="Rechteck 72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1" name="Rechteck 72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2" name="Rechteck 72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3" name="Rechteck 72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4" name="Rechteck 724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5" name="Rechteck 724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219" name="Textfeld 7218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11</a:t>
                    </a:r>
                  </a:p>
                </p:txBody>
              </p:sp>
            </p:grpSp>
            <p:sp>
              <p:nvSpPr>
                <p:cNvPr id="7217" name="Textfeld 721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EL3054</a:t>
                  </a:r>
                </a:p>
              </p:txBody>
            </p:sp>
          </p:grpSp>
          <p:grpSp>
            <p:nvGrpSpPr>
              <p:cNvPr id="7048" name="Gruppieren 7047"/>
              <p:cNvGrpSpPr/>
              <p:nvPr/>
            </p:nvGrpSpPr>
            <p:grpSpPr>
              <a:xfrm>
                <a:off x="5770847" y="225905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7186" name="Gruppieren 7185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7188" name="Gruppieren 718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190" name="Rechteck 718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91" name="Rechteck 719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92" name="Ellipse 719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93" name="Ellipse 719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94" name="Textfeld 719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95" name="Textfeld 719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196" name="Ellipse 719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97" name="Ellipse 719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98" name="Textfeld 719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199" name="Textfeld 719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00" name="Ellipse 719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01" name="Ellipse 720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02" name="Textfeld 720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7203" name="Textfeld 720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7204" name="Ellipse 720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05" name="Ellipse 720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06" name="Textfeld 720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7207" name="Textfeld 720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7208" name="Rechteck 720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09" name="Rechteck 720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0" name="Rechteck 720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1" name="Rechteck 721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2" name="Rechteck 721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3" name="Rechteck 721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4" name="Rechteck 721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5" name="Rechteck 721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189" name="Textfeld 7188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12</a:t>
                    </a:r>
                  </a:p>
                </p:txBody>
              </p:sp>
            </p:grpSp>
            <p:sp>
              <p:nvSpPr>
                <p:cNvPr id="7187" name="Textfeld 718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EL3058</a:t>
                  </a:r>
                </a:p>
              </p:txBody>
            </p:sp>
          </p:grpSp>
          <p:grpSp>
            <p:nvGrpSpPr>
              <p:cNvPr id="7049" name="Gruppieren 7048"/>
              <p:cNvGrpSpPr/>
              <p:nvPr/>
            </p:nvGrpSpPr>
            <p:grpSpPr>
              <a:xfrm>
                <a:off x="6093884" y="225905"/>
                <a:ext cx="357561" cy="1646254"/>
                <a:chOff x="1692724" y="1147824"/>
                <a:chExt cx="357561" cy="1646254"/>
              </a:xfrm>
            </p:grpSpPr>
            <p:grpSp>
              <p:nvGrpSpPr>
                <p:cNvPr id="7156" name="Gruppieren 7155"/>
                <p:cNvGrpSpPr/>
                <p:nvPr/>
              </p:nvGrpSpPr>
              <p:grpSpPr>
                <a:xfrm>
                  <a:off x="1692724" y="1147824"/>
                  <a:ext cx="357561" cy="1529965"/>
                  <a:chOff x="1692724" y="1147824"/>
                  <a:chExt cx="357561" cy="1529965"/>
                </a:xfrm>
              </p:grpSpPr>
              <p:grpSp>
                <p:nvGrpSpPr>
                  <p:cNvPr id="7158" name="Gruppieren 7157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7160" name="Rechteck 715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61" name="Rechteck 716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62" name="Ellipse 716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63" name="Ellipse 716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64" name="Textfeld 716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65" name="Textfeld 716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166" name="Ellipse 716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67" name="Ellipse 716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68" name="Textfeld 7167"/>
                    <p:cNvSpPr txBox="1"/>
                    <p:nvPr/>
                  </p:nvSpPr>
                  <p:spPr>
                    <a:xfrm>
                      <a:off x="1704893" y="196092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69" name="Textfeld 7168"/>
                    <p:cNvSpPr txBox="1"/>
                    <p:nvPr/>
                  </p:nvSpPr>
                  <p:spPr>
                    <a:xfrm>
                      <a:off x="1828246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70" name="Ellipse 716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1" name="Ellipse 717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2" name="Textfeld 717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73" name="Textfeld 717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74" name="Ellipse 717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5" name="Ellipse 717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6" name="Textfeld 717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177" name="Textfeld 717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178" name="Rechteck 717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9" name="Rechteck 717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0" name="Rechteck 717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1" name="Rechteck 718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2" name="Rechteck 718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3" name="Rechteck 718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4" name="Rechteck 718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5" name="Rechteck 718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159" name="Textfeld 7158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13</a:t>
                    </a:r>
                  </a:p>
                </p:txBody>
              </p:sp>
            </p:grpSp>
            <p:sp>
              <p:nvSpPr>
                <p:cNvPr id="7157" name="Textfeld 71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7050" name="Gruppieren 7049"/>
              <p:cNvGrpSpPr/>
              <p:nvPr/>
            </p:nvGrpSpPr>
            <p:grpSpPr>
              <a:xfrm>
                <a:off x="6415859" y="225905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7126" name="Gruppieren 7125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7128" name="Gruppieren 712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130" name="Rechteck 712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31" name="Rechteck 713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2" name="Ellipse 713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3" name="Ellipse 713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4" name="Textfeld 713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35" name="Textfeld 713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136" name="Ellipse 713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7" name="Ellipse 713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8" name="Textfeld 713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39" name="Textfeld 713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40" name="Ellipse 713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1" name="Ellipse 714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2" name="Textfeld 714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43" name="Textfeld 714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44" name="Ellipse 714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5" name="Ellipse 714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6" name="Textfeld 714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147" name="Textfeld 714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148" name="Rechteck 714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9" name="Rechteck 714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0" name="Rechteck 714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1" name="Rechteck 715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2" name="Rechteck 715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3" name="Rechteck 715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4" name="Rechteck 715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5" name="Rechteck 715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129" name="Textfeld 7128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14</a:t>
                    </a:r>
                  </a:p>
                </p:txBody>
              </p:sp>
            </p:grpSp>
            <p:sp>
              <p:nvSpPr>
                <p:cNvPr id="7127" name="Textfeld 712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7051" name="Gruppieren 7050"/>
              <p:cNvGrpSpPr/>
              <p:nvPr/>
            </p:nvGrpSpPr>
            <p:grpSpPr>
              <a:xfrm>
                <a:off x="6743133" y="225905"/>
                <a:ext cx="355993" cy="1646254"/>
                <a:chOff x="1694292" y="1147824"/>
                <a:chExt cx="355993" cy="1646254"/>
              </a:xfrm>
            </p:grpSpPr>
            <p:grpSp>
              <p:nvGrpSpPr>
                <p:cNvPr id="7122" name="Gruppieren 7121"/>
                <p:cNvGrpSpPr/>
                <p:nvPr/>
              </p:nvGrpSpPr>
              <p:grpSpPr>
                <a:xfrm>
                  <a:off x="1695161" y="1147824"/>
                  <a:ext cx="355124" cy="1481389"/>
                  <a:chOff x="1695161" y="1147824"/>
                  <a:chExt cx="355124" cy="1481389"/>
                </a:xfrm>
              </p:grpSpPr>
              <p:sp>
                <p:nvSpPr>
                  <p:cNvPr id="7124" name="Rechteck 71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25" name="Textfeld 7124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15</a:t>
                    </a:r>
                  </a:p>
                </p:txBody>
              </p:sp>
            </p:grpSp>
            <p:sp>
              <p:nvSpPr>
                <p:cNvPr id="7123" name="Textfeld 712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grpSp>
            <p:nvGrpSpPr>
              <p:cNvPr id="7052" name="Gruppieren 7051"/>
              <p:cNvGrpSpPr/>
              <p:nvPr/>
            </p:nvGrpSpPr>
            <p:grpSpPr>
              <a:xfrm>
                <a:off x="4473934" y="219231"/>
                <a:ext cx="371759" cy="1652928"/>
                <a:chOff x="1692193" y="1141150"/>
                <a:chExt cx="371759" cy="1652928"/>
              </a:xfrm>
            </p:grpSpPr>
            <p:grpSp>
              <p:nvGrpSpPr>
                <p:cNvPr id="7092" name="Gruppieren 7091"/>
                <p:cNvGrpSpPr/>
                <p:nvPr/>
              </p:nvGrpSpPr>
              <p:grpSpPr>
                <a:xfrm>
                  <a:off x="1692193" y="1141150"/>
                  <a:ext cx="371759" cy="1536639"/>
                  <a:chOff x="1692193" y="1141150"/>
                  <a:chExt cx="371759" cy="1536639"/>
                </a:xfrm>
              </p:grpSpPr>
              <p:grpSp>
                <p:nvGrpSpPr>
                  <p:cNvPr id="7094" name="Gruppieren 7093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096" name="Rechteck 709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097" name="Rechteck 709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098" name="Ellipse 709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099" name="Ellipse 709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00" name="Textfeld 709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01" name="Textfeld 710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102" name="Ellipse 710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03" name="Ellipse 710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04" name="Textfeld 710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105" name="Textfeld 7104"/>
                    <p:cNvSpPr txBox="1"/>
                    <p:nvPr/>
                  </p:nvSpPr>
                  <p:spPr>
                    <a:xfrm>
                      <a:off x="1812371" y="196951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106" name="Ellipse 710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07" name="Ellipse 710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08" name="Textfeld 710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109" name="Textfeld 7108"/>
                    <p:cNvSpPr txBox="1"/>
                    <p:nvPr/>
                  </p:nvSpPr>
                  <p:spPr>
                    <a:xfrm>
                      <a:off x="1819252" y="219520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110" name="Ellipse 710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1" name="Ellipse 711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2" name="Textfeld 711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113" name="Textfeld 711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114" name="Rechteck 711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5" name="Rechteck 711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6" name="Rechteck 711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7" name="Rechteck 711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8" name="Rechteck 711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9" name="Rechteck 711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20" name="Rechteck 711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21" name="Rechteck 712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095" name="Textfeld 7094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7093" name="Textfeld 709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EL3064</a:t>
                  </a:r>
                </a:p>
              </p:txBody>
            </p:sp>
          </p:grpSp>
          <p:sp>
            <p:nvSpPr>
              <p:cNvPr id="7053" name="Textfeld 7052"/>
              <p:cNvSpPr txBox="1"/>
              <p:nvPr/>
            </p:nvSpPr>
            <p:spPr>
              <a:xfrm>
                <a:off x="1956535" y="1702276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BC4</a:t>
                </a:r>
              </a:p>
            </p:txBody>
          </p:sp>
          <p:grpSp>
            <p:nvGrpSpPr>
              <p:cNvPr id="7054" name="Gruppieren 7053"/>
              <p:cNvGrpSpPr/>
              <p:nvPr/>
            </p:nvGrpSpPr>
            <p:grpSpPr>
              <a:xfrm>
                <a:off x="2526020" y="269422"/>
                <a:ext cx="324950" cy="1602737"/>
                <a:chOff x="2526020" y="269422"/>
                <a:chExt cx="324950" cy="1602737"/>
              </a:xfrm>
            </p:grpSpPr>
            <p:sp>
              <p:nvSpPr>
                <p:cNvPr id="7055" name="Rechteck 7054"/>
                <p:cNvSpPr/>
                <p:nvPr/>
              </p:nvSpPr>
              <p:spPr>
                <a:xfrm>
                  <a:off x="2533990" y="269422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56" name="Ellipse 7055"/>
                <p:cNvSpPr/>
                <p:nvPr/>
              </p:nvSpPr>
              <p:spPr>
                <a:xfrm>
                  <a:off x="2589784" y="784601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57" name="Ellipse 7056"/>
                <p:cNvSpPr/>
                <p:nvPr/>
              </p:nvSpPr>
              <p:spPr>
                <a:xfrm>
                  <a:off x="2715430" y="78460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58" name="Ellipse 7057"/>
                <p:cNvSpPr/>
                <p:nvPr/>
              </p:nvSpPr>
              <p:spPr>
                <a:xfrm>
                  <a:off x="2591917" y="90033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59" name="Ellipse 7058"/>
                <p:cNvSpPr/>
                <p:nvPr/>
              </p:nvSpPr>
              <p:spPr>
                <a:xfrm>
                  <a:off x="2718638" y="90033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0" name="Textfeld 7059"/>
                <p:cNvSpPr txBox="1"/>
                <p:nvPr/>
              </p:nvSpPr>
              <p:spPr>
                <a:xfrm>
                  <a:off x="2582744" y="280578"/>
                  <a:ext cx="211966" cy="95619"/>
                </a:xfrm>
                <a:prstGeom prst="rect">
                  <a:avLst/>
                </a:prstGeom>
                <a:noFill/>
              </p:spPr>
              <p:txBody>
                <a:bodyPr wrap="square" rtlCol="0" anchor="ctr" anchorCtr="1">
                  <a:no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  <p:sp>
              <p:nvSpPr>
                <p:cNvPr id="7061" name="Textfeld 7060"/>
                <p:cNvSpPr txBox="1"/>
                <p:nvPr/>
              </p:nvSpPr>
              <p:spPr>
                <a:xfrm>
                  <a:off x="2526020" y="1706386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EL1808</a:t>
                  </a:r>
                </a:p>
              </p:txBody>
            </p:sp>
            <p:sp>
              <p:nvSpPr>
                <p:cNvPr id="7062" name="Ellipse 7061"/>
                <p:cNvSpPr/>
                <p:nvPr/>
              </p:nvSpPr>
              <p:spPr>
                <a:xfrm>
                  <a:off x="2590158" y="1017421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63" name="Ellipse 7062"/>
                <p:cNvSpPr/>
                <p:nvPr/>
              </p:nvSpPr>
              <p:spPr>
                <a:xfrm>
                  <a:off x="2715804" y="101742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4" name="Ellipse 7063"/>
                <p:cNvSpPr/>
                <p:nvPr/>
              </p:nvSpPr>
              <p:spPr>
                <a:xfrm>
                  <a:off x="2592291" y="1133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5" name="Ellipse 7064"/>
                <p:cNvSpPr/>
                <p:nvPr/>
              </p:nvSpPr>
              <p:spPr>
                <a:xfrm>
                  <a:off x="2719012" y="1133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6" name="Ellipse 7065"/>
                <p:cNvSpPr/>
                <p:nvPr/>
              </p:nvSpPr>
              <p:spPr>
                <a:xfrm>
                  <a:off x="2595289" y="125068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67" name="Ellipse 7066"/>
                <p:cNvSpPr/>
                <p:nvPr/>
              </p:nvSpPr>
              <p:spPr>
                <a:xfrm>
                  <a:off x="2720935" y="125068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8" name="Ellipse 7067"/>
                <p:cNvSpPr/>
                <p:nvPr/>
              </p:nvSpPr>
              <p:spPr>
                <a:xfrm>
                  <a:off x="2597422" y="1366413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9" name="Ellipse 7068"/>
                <p:cNvSpPr/>
                <p:nvPr/>
              </p:nvSpPr>
              <p:spPr>
                <a:xfrm>
                  <a:off x="2724143" y="136641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0" name="Ellipse 7069"/>
                <p:cNvSpPr/>
                <p:nvPr/>
              </p:nvSpPr>
              <p:spPr>
                <a:xfrm>
                  <a:off x="2595663" y="148350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1" name="Ellipse 7070"/>
                <p:cNvSpPr/>
                <p:nvPr/>
              </p:nvSpPr>
              <p:spPr>
                <a:xfrm>
                  <a:off x="2721309" y="148350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2" name="Ellipse 7071"/>
                <p:cNvSpPr/>
                <p:nvPr/>
              </p:nvSpPr>
              <p:spPr>
                <a:xfrm>
                  <a:off x="2597796" y="1599233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3" name="Ellipse 7072"/>
                <p:cNvSpPr/>
                <p:nvPr/>
              </p:nvSpPr>
              <p:spPr>
                <a:xfrm>
                  <a:off x="2724517" y="159923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grpSp>
              <p:nvGrpSpPr>
                <p:cNvPr id="7074" name="Gruppieren 7073"/>
                <p:cNvGrpSpPr/>
                <p:nvPr/>
              </p:nvGrpSpPr>
              <p:grpSpPr>
                <a:xfrm>
                  <a:off x="2595663" y="381169"/>
                  <a:ext cx="196168" cy="386670"/>
                  <a:chOff x="2599151" y="387353"/>
                  <a:chExt cx="196168" cy="386670"/>
                </a:xfrm>
              </p:grpSpPr>
              <p:sp>
                <p:nvSpPr>
                  <p:cNvPr id="7075" name="Rechteck 7074"/>
                  <p:cNvSpPr/>
                  <p:nvPr/>
                </p:nvSpPr>
                <p:spPr>
                  <a:xfrm>
                    <a:off x="2599151" y="387353"/>
                    <a:ext cx="196168" cy="386670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76" name="Rechteck 7075"/>
                  <p:cNvSpPr/>
                  <p:nvPr/>
                </p:nvSpPr>
                <p:spPr>
                  <a:xfrm>
                    <a:off x="2616985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77" name="Rechteck 7076"/>
                  <p:cNvSpPr/>
                  <p:nvPr/>
                </p:nvSpPr>
                <p:spPr>
                  <a:xfrm>
                    <a:off x="2615650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78" name="Rechteck 7077"/>
                  <p:cNvSpPr/>
                  <p:nvPr/>
                </p:nvSpPr>
                <p:spPr>
                  <a:xfrm>
                    <a:off x="2617748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79" name="Rechteck 7078"/>
                  <p:cNvSpPr/>
                  <p:nvPr/>
                </p:nvSpPr>
                <p:spPr>
                  <a:xfrm>
                    <a:off x="2617747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0" name="Rechteck 7079"/>
                  <p:cNvSpPr/>
                  <p:nvPr/>
                </p:nvSpPr>
                <p:spPr>
                  <a:xfrm>
                    <a:off x="2616630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1" name="Rechteck 7080"/>
                  <p:cNvSpPr/>
                  <p:nvPr/>
                </p:nvSpPr>
                <p:spPr>
                  <a:xfrm>
                    <a:off x="2618470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2" name="Rechteck 7081"/>
                  <p:cNvSpPr/>
                  <p:nvPr/>
                </p:nvSpPr>
                <p:spPr>
                  <a:xfrm>
                    <a:off x="2617393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3" name="Rechteck 7082"/>
                  <p:cNvSpPr/>
                  <p:nvPr/>
                </p:nvSpPr>
                <p:spPr>
                  <a:xfrm>
                    <a:off x="2617392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4" name="Rechteck 7083"/>
                  <p:cNvSpPr/>
                  <p:nvPr/>
                </p:nvSpPr>
                <p:spPr>
                  <a:xfrm>
                    <a:off x="2713242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5" name="Rechteck 7084"/>
                  <p:cNvSpPr/>
                  <p:nvPr/>
                </p:nvSpPr>
                <p:spPr>
                  <a:xfrm>
                    <a:off x="2715082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6" name="Rechteck 7085"/>
                  <p:cNvSpPr/>
                  <p:nvPr/>
                </p:nvSpPr>
                <p:spPr>
                  <a:xfrm>
                    <a:off x="2714005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7" name="Rechteck 7086"/>
                  <p:cNvSpPr/>
                  <p:nvPr/>
                </p:nvSpPr>
                <p:spPr>
                  <a:xfrm>
                    <a:off x="2714004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8" name="Rechteck 7087"/>
                  <p:cNvSpPr/>
                  <p:nvPr/>
                </p:nvSpPr>
                <p:spPr>
                  <a:xfrm>
                    <a:off x="2716062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9" name="Rechteck 7088"/>
                  <p:cNvSpPr/>
                  <p:nvPr/>
                </p:nvSpPr>
                <p:spPr>
                  <a:xfrm>
                    <a:off x="2714727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0" name="Rechteck 7089"/>
                  <p:cNvSpPr/>
                  <p:nvPr/>
                </p:nvSpPr>
                <p:spPr>
                  <a:xfrm>
                    <a:off x="2716825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1" name="Rechteck 7090"/>
                  <p:cNvSpPr/>
                  <p:nvPr/>
                </p:nvSpPr>
                <p:spPr>
                  <a:xfrm>
                    <a:off x="2716824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</p:grpSp>
        </p:grpSp>
        <p:grpSp>
          <p:nvGrpSpPr>
            <p:cNvPr id="7687" name="Gruppieren 7686"/>
            <p:cNvGrpSpPr/>
            <p:nvPr/>
          </p:nvGrpSpPr>
          <p:grpSpPr>
            <a:xfrm>
              <a:off x="8553878" y="2850732"/>
              <a:ext cx="1551780" cy="1652928"/>
              <a:chOff x="2584649" y="1278375"/>
              <a:chExt cx="1551780" cy="1652928"/>
            </a:xfrm>
          </p:grpSpPr>
          <p:grpSp>
            <p:nvGrpSpPr>
              <p:cNvPr id="7688" name="Gruppieren 7687"/>
              <p:cNvGrpSpPr/>
              <p:nvPr/>
            </p:nvGrpSpPr>
            <p:grpSpPr>
              <a:xfrm>
                <a:off x="2826716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68" name="Gruppieren 776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770" name="Gruppieren 776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772" name="Rechteck 777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773" name="Rechteck 777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74" name="Ellipse 777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775" name="Ellipse 777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76" name="Textfeld 777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777" name="Textfeld 777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7778" name="Ellipse 777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79" name="Ellipse 777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0" name="Textfeld 7779"/>
                    <p:cNvSpPr txBox="1"/>
                    <p:nvPr/>
                  </p:nvSpPr>
                  <p:spPr>
                    <a:xfrm>
                      <a:off x="1692193" y="1967270"/>
                      <a:ext cx="158774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781" name="Textfeld 778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7782" name="Ellipse 778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3" name="Ellipse 778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4" name="Textfeld 778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785" name="Textfeld 778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7786" name="Ellipse 778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7" name="Ellipse 778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8" name="Textfeld 778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789" name="Textfeld 778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7790" name="Rechteck 778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1" name="Rechteck 779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2" name="Rechteck 779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3" name="Rechteck 779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4" name="Rechteck 779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5" name="Rechteck 779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6" name="Rechteck 779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7" name="Rechteck 779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771" name="Textfeld 777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7769" name="Textfeld 776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7689" name="Rechteck 7688"/>
              <p:cNvSpPr/>
              <p:nvPr/>
            </p:nvSpPr>
            <p:spPr>
              <a:xfrm>
                <a:off x="2589431" y="1441076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690" name="Rechteck 7689"/>
              <p:cNvSpPr/>
              <p:nvPr/>
            </p:nvSpPr>
            <p:spPr>
              <a:xfrm>
                <a:off x="2666207" y="1622476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691" name="Rechteck 7690"/>
              <p:cNvSpPr/>
              <p:nvPr/>
            </p:nvSpPr>
            <p:spPr>
              <a:xfrm>
                <a:off x="2622733" y="1665152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692" name="Rechteck 7691"/>
              <p:cNvSpPr/>
              <p:nvPr/>
            </p:nvSpPr>
            <p:spPr>
              <a:xfrm>
                <a:off x="2666877" y="223096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693" name="Rechteck 7692"/>
              <p:cNvSpPr/>
              <p:nvPr/>
            </p:nvSpPr>
            <p:spPr>
              <a:xfrm>
                <a:off x="2623403" y="227364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694" name="Gruppieren 7693"/>
              <p:cNvGrpSpPr/>
              <p:nvPr/>
            </p:nvGrpSpPr>
            <p:grpSpPr>
              <a:xfrm>
                <a:off x="3152305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38" name="Gruppieren 773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740" name="Gruppieren 773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742" name="Rechteck 774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743" name="Rechteck 774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44" name="Ellipse 774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745" name="Ellipse 774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46" name="Textfeld 774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747" name="Textfeld 774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748" name="Ellipse 774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49" name="Ellipse 774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50" name="Textfeld 774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751" name="Textfeld 775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752" name="Ellipse 775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53" name="Ellipse 775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754" name="Textfeld 775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755" name="Textfeld 7754"/>
                    <p:cNvSpPr txBox="1"/>
                    <p:nvPr/>
                  </p:nvSpPr>
                  <p:spPr>
                    <a:xfrm>
                      <a:off x="1814489" y="219679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756" name="Ellipse 775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57" name="Ellipse 775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58" name="Textfeld 775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7759" name="Textfeld 775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7760" name="Rechteck 775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1" name="Rechteck 776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2" name="Rechteck 776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3" name="Rechteck 776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4" name="Rechteck 776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5" name="Rechteck 776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6" name="Rechteck 776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7" name="Rechteck 776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741" name="Textfeld 774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739" name="Textfeld 773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EL3062</a:t>
                  </a:r>
                </a:p>
              </p:txBody>
            </p:sp>
          </p:grpSp>
          <p:grpSp>
            <p:nvGrpSpPr>
              <p:cNvPr id="7695" name="Gruppieren 7694"/>
              <p:cNvGrpSpPr/>
              <p:nvPr/>
            </p:nvGrpSpPr>
            <p:grpSpPr>
              <a:xfrm>
                <a:off x="3811479" y="1330994"/>
                <a:ext cx="324950" cy="1597974"/>
                <a:chOff x="1694292" y="1196104"/>
                <a:chExt cx="324950" cy="1597974"/>
              </a:xfrm>
            </p:grpSpPr>
            <p:sp>
              <p:nvSpPr>
                <p:cNvPr id="7736" name="Rechteck 7735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37" name="Textfeld 77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7696" name="Textfeld 7695"/>
              <p:cNvSpPr txBox="1"/>
              <p:nvPr/>
            </p:nvSpPr>
            <p:spPr>
              <a:xfrm>
                <a:off x="2584649" y="2761420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BC6</a:t>
                </a:r>
              </a:p>
            </p:txBody>
          </p:sp>
          <p:grpSp>
            <p:nvGrpSpPr>
              <p:cNvPr id="7697" name="Gruppieren 7696"/>
              <p:cNvGrpSpPr/>
              <p:nvPr/>
            </p:nvGrpSpPr>
            <p:grpSpPr>
              <a:xfrm>
                <a:off x="3483820" y="1327775"/>
                <a:ext cx="324950" cy="1602737"/>
                <a:chOff x="2526020" y="269422"/>
                <a:chExt cx="324950" cy="1602737"/>
              </a:xfrm>
            </p:grpSpPr>
            <p:sp>
              <p:nvSpPr>
                <p:cNvPr id="7699" name="Rechteck 7698"/>
                <p:cNvSpPr/>
                <p:nvPr/>
              </p:nvSpPr>
              <p:spPr>
                <a:xfrm>
                  <a:off x="2533990" y="269422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00" name="Ellipse 7699"/>
                <p:cNvSpPr/>
                <p:nvPr/>
              </p:nvSpPr>
              <p:spPr>
                <a:xfrm>
                  <a:off x="2589784" y="784601"/>
                  <a:ext cx="80420" cy="79775"/>
                </a:xfrm>
                <a:prstGeom prst="ellipse">
                  <a:avLst/>
                </a:prstGeom>
                <a:solidFill>
                  <a:schemeClr val="accent4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01" name="Ellipse 7700"/>
                <p:cNvSpPr/>
                <p:nvPr/>
              </p:nvSpPr>
              <p:spPr>
                <a:xfrm>
                  <a:off x="2715430" y="78460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2" name="Ellipse 7701"/>
                <p:cNvSpPr/>
                <p:nvPr/>
              </p:nvSpPr>
              <p:spPr>
                <a:xfrm>
                  <a:off x="2591917" y="90033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3" name="Ellipse 7702"/>
                <p:cNvSpPr/>
                <p:nvPr/>
              </p:nvSpPr>
              <p:spPr>
                <a:xfrm>
                  <a:off x="2718638" y="900334"/>
                  <a:ext cx="80420" cy="79775"/>
                </a:xfrm>
                <a:prstGeom prst="ellipse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4" name="Textfeld 7703"/>
                <p:cNvSpPr txBox="1"/>
                <p:nvPr/>
              </p:nvSpPr>
              <p:spPr>
                <a:xfrm>
                  <a:off x="2582744" y="280578"/>
                  <a:ext cx="211966" cy="95619"/>
                </a:xfrm>
                <a:prstGeom prst="rect">
                  <a:avLst/>
                </a:prstGeom>
                <a:noFill/>
              </p:spPr>
              <p:txBody>
                <a:bodyPr wrap="square" rtlCol="0" anchor="ctr" anchorCtr="1">
                  <a:no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  <p:sp>
              <p:nvSpPr>
                <p:cNvPr id="7705" name="Textfeld 7704"/>
                <p:cNvSpPr txBox="1"/>
                <p:nvPr/>
              </p:nvSpPr>
              <p:spPr>
                <a:xfrm>
                  <a:off x="2526020" y="1706386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EL6224</a:t>
                  </a:r>
                </a:p>
              </p:txBody>
            </p:sp>
            <p:sp>
              <p:nvSpPr>
                <p:cNvPr id="7706" name="Ellipse 7705"/>
                <p:cNvSpPr/>
                <p:nvPr/>
              </p:nvSpPr>
              <p:spPr>
                <a:xfrm>
                  <a:off x="2590158" y="1017421"/>
                  <a:ext cx="80420" cy="79775"/>
                </a:xfrm>
                <a:prstGeom prst="ellipse">
                  <a:avLst/>
                </a:prstGeom>
                <a:solidFill>
                  <a:schemeClr val="accent4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07" name="Ellipse 7706"/>
                <p:cNvSpPr/>
                <p:nvPr/>
              </p:nvSpPr>
              <p:spPr>
                <a:xfrm>
                  <a:off x="2715804" y="101742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8" name="Ellipse 7707"/>
                <p:cNvSpPr/>
                <p:nvPr/>
              </p:nvSpPr>
              <p:spPr>
                <a:xfrm>
                  <a:off x="2592291" y="1133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9" name="Ellipse 7708"/>
                <p:cNvSpPr/>
                <p:nvPr/>
              </p:nvSpPr>
              <p:spPr>
                <a:xfrm>
                  <a:off x="2719012" y="1133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0" name="Ellipse 7709"/>
                <p:cNvSpPr/>
                <p:nvPr/>
              </p:nvSpPr>
              <p:spPr>
                <a:xfrm>
                  <a:off x="2595289" y="125068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11" name="Ellipse 7710"/>
                <p:cNvSpPr/>
                <p:nvPr/>
              </p:nvSpPr>
              <p:spPr>
                <a:xfrm>
                  <a:off x="2720935" y="125068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2" name="Ellipse 7711"/>
                <p:cNvSpPr/>
                <p:nvPr/>
              </p:nvSpPr>
              <p:spPr>
                <a:xfrm>
                  <a:off x="2597422" y="136641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3" name="Ellipse 7712"/>
                <p:cNvSpPr/>
                <p:nvPr/>
              </p:nvSpPr>
              <p:spPr>
                <a:xfrm>
                  <a:off x="2724143" y="136641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4" name="Ellipse 7713"/>
                <p:cNvSpPr/>
                <p:nvPr/>
              </p:nvSpPr>
              <p:spPr>
                <a:xfrm>
                  <a:off x="2595663" y="148350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15" name="Ellipse 7714"/>
                <p:cNvSpPr/>
                <p:nvPr/>
              </p:nvSpPr>
              <p:spPr>
                <a:xfrm>
                  <a:off x="2721309" y="148350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6" name="Ellipse 7715"/>
                <p:cNvSpPr/>
                <p:nvPr/>
              </p:nvSpPr>
              <p:spPr>
                <a:xfrm>
                  <a:off x="2597796" y="1599233"/>
                  <a:ext cx="80420" cy="79775"/>
                </a:xfrm>
                <a:prstGeom prst="ellipse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7" name="Ellipse 7716"/>
                <p:cNvSpPr/>
                <p:nvPr/>
              </p:nvSpPr>
              <p:spPr>
                <a:xfrm>
                  <a:off x="2724517" y="159923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grpSp>
              <p:nvGrpSpPr>
                <p:cNvPr id="7718" name="Gruppieren 7717"/>
                <p:cNvGrpSpPr/>
                <p:nvPr/>
              </p:nvGrpSpPr>
              <p:grpSpPr>
                <a:xfrm>
                  <a:off x="2595663" y="381169"/>
                  <a:ext cx="196168" cy="386670"/>
                  <a:chOff x="2599151" y="387353"/>
                  <a:chExt cx="196168" cy="386670"/>
                </a:xfrm>
              </p:grpSpPr>
              <p:sp>
                <p:nvSpPr>
                  <p:cNvPr id="7719" name="Rechteck 7718"/>
                  <p:cNvSpPr/>
                  <p:nvPr/>
                </p:nvSpPr>
                <p:spPr>
                  <a:xfrm>
                    <a:off x="2599151" y="387353"/>
                    <a:ext cx="196168" cy="386670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0" name="Rechteck 7719"/>
                  <p:cNvSpPr/>
                  <p:nvPr/>
                </p:nvSpPr>
                <p:spPr>
                  <a:xfrm>
                    <a:off x="2616985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1" name="Rechteck 7720"/>
                  <p:cNvSpPr/>
                  <p:nvPr/>
                </p:nvSpPr>
                <p:spPr>
                  <a:xfrm>
                    <a:off x="2615650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2" name="Rechteck 7721"/>
                  <p:cNvSpPr/>
                  <p:nvPr/>
                </p:nvSpPr>
                <p:spPr>
                  <a:xfrm>
                    <a:off x="2617748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23" name="Rechteck 7722"/>
                  <p:cNvSpPr/>
                  <p:nvPr/>
                </p:nvSpPr>
                <p:spPr>
                  <a:xfrm>
                    <a:off x="2617747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4" name="Rechteck 7723"/>
                  <p:cNvSpPr/>
                  <p:nvPr/>
                </p:nvSpPr>
                <p:spPr>
                  <a:xfrm>
                    <a:off x="2616630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5" name="Rechteck 7724"/>
                  <p:cNvSpPr/>
                  <p:nvPr/>
                </p:nvSpPr>
                <p:spPr>
                  <a:xfrm>
                    <a:off x="2618470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6" name="Rechteck 7725"/>
                  <p:cNvSpPr/>
                  <p:nvPr/>
                </p:nvSpPr>
                <p:spPr>
                  <a:xfrm>
                    <a:off x="2617393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7" name="Rechteck 7726"/>
                  <p:cNvSpPr/>
                  <p:nvPr/>
                </p:nvSpPr>
                <p:spPr>
                  <a:xfrm>
                    <a:off x="2617392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8" name="Rechteck 7727"/>
                  <p:cNvSpPr/>
                  <p:nvPr/>
                </p:nvSpPr>
                <p:spPr>
                  <a:xfrm>
                    <a:off x="2713242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9" name="Rechteck 7728"/>
                  <p:cNvSpPr/>
                  <p:nvPr/>
                </p:nvSpPr>
                <p:spPr>
                  <a:xfrm>
                    <a:off x="2715082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0" name="Rechteck 7729"/>
                  <p:cNvSpPr/>
                  <p:nvPr/>
                </p:nvSpPr>
                <p:spPr>
                  <a:xfrm>
                    <a:off x="2714005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1" name="Rechteck 7730"/>
                  <p:cNvSpPr/>
                  <p:nvPr/>
                </p:nvSpPr>
                <p:spPr>
                  <a:xfrm>
                    <a:off x="2714004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2" name="Rechteck 7731"/>
                  <p:cNvSpPr/>
                  <p:nvPr/>
                </p:nvSpPr>
                <p:spPr>
                  <a:xfrm>
                    <a:off x="2716062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3" name="Rechteck 7732"/>
                  <p:cNvSpPr/>
                  <p:nvPr/>
                </p:nvSpPr>
                <p:spPr>
                  <a:xfrm>
                    <a:off x="2714727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4" name="Rechteck 7733"/>
                  <p:cNvSpPr/>
                  <p:nvPr/>
                </p:nvSpPr>
                <p:spPr>
                  <a:xfrm>
                    <a:off x="2716825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5" name="Rechteck 7734"/>
                  <p:cNvSpPr/>
                  <p:nvPr/>
                </p:nvSpPr>
                <p:spPr>
                  <a:xfrm>
                    <a:off x="2716824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</p:grpSp>
          <p:sp>
            <p:nvSpPr>
              <p:cNvPr id="7698" name="Textfeld 7697"/>
              <p:cNvSpPr txBox="1"/>
              <p:nvPr/>
            </p:nvSpPr>
            <p:spPr>
              <a:xfrm>
                <a:off x="3861526" y="1345457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7798" name="Gruppieren 7797"/>
            <p:cNvGrpSpPr/>
            <p:nvPr/>
          </p:nvGrpSpPr>
          <p:grpSpPr>
            <a:xfrm>
              <a:off x="10244840" y="2835616"/>
              <a:ext cx="2517156" cy="1652928"/>
              <a:chOff x="2586406" y="1278376"/>
              <a:chExt cx="2517156" cy="1652928"/>
            </a:xfrm>
          </p:grpSpPr>
          <p:grpSp>
            <p:nvGrpSpPr>
              <p:cNvPr id="7799" name="Gruppieren 7798"/>
              <p:cNvGrpSpPr/>
              <p:nvPr/>
            </p:nvGrpSpPr>
            <p:grpSpPr>
              <a:xfrm>
                <a:off x="2828816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7966" name="Gruppieren 7965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7968" name="Gruppieren 7967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7970" name="Rechteck 796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71" name="Rechteck 797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2" name="Ellipse 797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73" name="Ellipse 797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4" name="Ellipse 797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5" name="Ellipse 797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6" name="Ellipse 797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7" name="Ellipse 797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8" name="Ellipse 797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9" name="Ellipse 797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0" name="Rechteck 797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1" name="Rechteck 798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2" name="Rechteck 798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3" name="Rechteck 798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4" name="Rechteck 798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5" name="Rechteck 798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6" name="Rechteck 798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7" name="Rechteck 798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969" name="Textfeld 796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7967" name="Textfeld 796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7800" name="Rechteck 7799"/>
              <p:cNvSpPr/>
              <p:nvPr/>
            </p:nvSpPr>
            <p:spPr>
              <a:xfrm>
                <a:off x="2589432" y="1441077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01" name="Rechteck 7800"/>
              <p:cNvSpPr/>
              <p:nvPr/>
            </p:nvSpPr>
            <p:spPr>
              <a:xfrm>
                <a:off x="2666208" y="162247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02" name="Rechteck 7801"/>
              <p:cNvSpPr/>
              <p:nvPr/>
            </p:nvSpPr>
            <p:spPr>
              <a:xfrm>
                <a:off x="2622734" y="166515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03" name="Rechteck 7802"/>
              <p:cNvSpPr/>
              <p:nvPr/>
            </p:nvSpPr>
            <p:spPr>
              <a:xfrm>
                <a:off x="2666878" y="2230968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04" name="Rechteck 7803"/>
              <p:cNvSpPr/>
              <p:nvPr/>
            </p:nvSpPr>
            <p:spPr>
              <a:xfrm>
                <a:off x="2623404" y="2273644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805" name="Gruppieren 7804"/>
              <p:cNvGrpSpPr/>
              <p:nvPr/>
            </p:nvGrpSpPr>
            <p:grpSpPr>
              <a:xfrm>
                <a:off x="3152306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936" name="Gruppieren 793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938" name="Gruppieren 793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940" name="Rechteck 793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41" name="Rechteck 794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2" name="Ellipse 794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43" name="Ellipse 794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4" name="Textfeld 794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945" name="Textfeld 794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946" name="Ellipse 794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7" name="Ellipse 794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8" name="Textfeld 794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49" name="Textfeld 794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0" name="Ellipse 794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1" name="Ellipse 795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2" name="Textfeld 795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3" name="Textfeld 795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4" name="Ellipse 795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5" name="Ellipse 795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6" name="Textfeld 795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57" name="Textfeld 795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958" name="Rechteck 795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9" name="Rechteck 795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0" name="Rechteck 795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1" name="Rechteck 796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2" name="Rechteck 796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3" name="Rechteck 796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4" name="Rechteck 796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5" name="Rechteck 796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939" name="Textfeld 793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937" name="Textfeld 79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806" name="Gruppieren 7805"/>
              <p:cNvGrpSpPr/>
              <p:nvPr/>
            </p:nvGrpSpPr>
            <p:grpSpPr>
              <a:xfrm>
                <a:off x="3479231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906" name="Gruppieren 790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908" name="Gruppieren 790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910" name="Rechteck 790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11" name="Rechteck 791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2" name="Ellipse 791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pattFill prst="pct30">
                      <a:fgClr>
                        <a:schemeClr val="accent2"/>
                      </a:fgClr>
                      <a:bgClr>
                        <a:schemeClr val="bg1"/>
                      </a:bgClr>
                    </a:patt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3" name="Ellipse 791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pattFill prst="pct30">
                      <a:fgClr>
                        <a:schemeClr val="accent2"/>
                      </a:fgClr>
                      <a:bgClr>
                        <a:schemeClr val="bg1"/>
                      </a:bgClr>
                    </a:patt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4" name="Textfeld 791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915" name="Textfeld 791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7916" name="Ellipse 791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7" name="Ellipse 791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8" name="Textfeld 791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919" name="Textfeld 791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7920" name="Ellipse 791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21" name="Ellipse 792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22" name="Textfeld 792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23" name="Textfeld 792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7924" name="Ellipse 792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25" name="Ellipse 792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26" name="Textfeld 792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927" name="Textfeld 792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7928" name="Rechteck 792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29" name="Rechteck 792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0" name="Rechteck 792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1" name="Rechteck 793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2" name="Rechteck 793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3" name="Rechteck 793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4" name="Rechteck 793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5" name="Rechteck 793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909" name="Textfeld 790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7907" name="Textfeld 790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7807" name="Gruppieren 7806"/>
              <p:cNvGrpSpPr/>
              <p:nvPr/>
            </p:nvGrpSpPr>
            <p:grpSpPr>
              <a:xfrm>
                <a:off x="3805309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7884" name="Gruppieren 7883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7886" name="Gruppieren 7885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7888" name="Rechteck 788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89" name="Rechteck 788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0" name="Ellipse 788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1" name="Ellipse 789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2" name="Ellipse 789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3" name="Ellipse 789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94" name="Ellipse 789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95" name="Ellipse 789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96" name="Ellipse 78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7" name="Ellipse 78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8" name="Rechteck 789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9" name="Rechteck 789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0" name="Rechteck 789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1" name="Rechteck 790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2" name="Rechteck 790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3" name="Rechteck 790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4" name="Rechteck 790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5" name="Rechteck 790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87" name="Textfeld 788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7885" name="Textfeld 788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7808" name="Gruppieren 7807"/>
              <p:cNvGrpSpPr/>
              <p:nvPr/>
            </p:nvGrpSpPr>
            <p:grpSpPr>
              <a:xfrm>
                <a:off x="4127189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854" name="Gruppieren 785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856" name="Gruppieren 785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858" name="Rechteck 785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59" name="Rechteck 785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0" name="Ellipse 785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1" name="Ellipse 786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2" name="Textfeld 786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863" name="Textfeld 786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864" name="Ellipse 786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5" name="Ellipse 786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6" name="Textfeld 786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867" name="Textfeld 786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868" name="Ellipse 786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9" name="Ellipse 786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70" name="Textfeld 786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871" name="Textfeld 787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872" name="Ellipse 787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3" name="Ellipse 787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4" name="Textfeld 787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875" name="Textfeld 787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876" name="Rechteck 787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7" name="Rechteck 787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8" name="Rechteck 787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9" name="Rechteck 787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80" name="Rechteck 787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81" name="Rechteck 788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82" name="Rechteck 788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83" name="Rechteck 788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57" name="Textfeld 785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7855" name="Textfeld 785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sp>
            <p:nvSpPr>
              <p:cNvPr id="7809" name="Rechteck 7808"/>
              <p:cNvSpPr/>
              <p:nvPr/>
            </p:nvSpPr>
            <p:spPr>
              <a:xfrm>
                <a:off x="3518976" y="1339110"/>
                <a:ext cx="262210" cy="140058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grpSp>
            <p:nvGrpSpPr>
              <p:cNvPr id="7810" name="Gruppieren 7809"/>
              <p:cNvGrpSpPr/>
              <p:nvPr/>
            </p:nvGrpSpPr>
            <p:grpSpPr>
              <a:xfrm>
                <a:off x="4778612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7850" name="Gruppieren 7849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sp>
                <p:nvSpPr>
                  <p:cNvPr id="7852" name="Rechteck 78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3" name="Textfeld 785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7851" name="Textfeld 785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EK9011</a:t>
                  </a:r>
                </a:p>
              </p:txBody>
            </p:sp>
          </p:grpSp>
          <p:sp>
            <p:nvSpPr>
              <p:cNvPr id="7811" name="Textfeld 7810"/>
              <p:cNvSpPr txBox="1"/>
              <p:nvPr/>
            </p:nvSpPr>
            <p:spPr>
              <a:xfrm>
                <a:off x="2586406" y="2763052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BC7</a:t>
                </a:r>
              </a:p>
            </p:txBody>
          </p:sp>
          <p:grpSp>
            <p:nvGrpSpPr>
              <p:cNvPr id="7812" name="Gruppieren 7811"/>
              <p:cNvGrpSpPr/>
              <p:nvPr/>
            </p:nvGrpSpPr>
            <p:grpSpPr>
              <a:xfrm>
                <a:off x="4454058" y="1327262"/>
                <a:ext cx="324950" cy="1602737"/>
                <a:chOff x="2526020" y="269422"/>
                <a:chExt cx="324950" cy="1602737"/>
              </a:xfrm>
            </p:grpSpPr>
            <p:sp>
              <p:nvSpPr>
                <p:cNvPr id="7813" name="Rechteck 7812"/>
                <p:cNvSpPr/>
                <p:nvPr/>
              </p:nvSpPr>
              <p:spPr>
                <a:xfrm>
                  <a:off x="2533990" y="269422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14" name="Ellipse 7813"/>
                <p:cNvSpPr/>
                <p:nvPr/>
              </p:nvSpPr>
              <p:spPr>
                <a:xfrm>
                  <a:off x="2589784" y="784601"/>
                  <a:ext cx="80420" cy="79775"/>
                </a:xfrm>
                <a:prstGeom prst="ellipse">
                  <a:avLst/>
                </a:prstGeom>
                <a:solidFill>
                  <a:schemeClr val="accent4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15" name="Ellipse 7814"/>
                <p:cNvSpPr/>
                <p:nvPr/>
              </p:nvSpPr>
              <p:spPr>
                <a:xfrm>
                  <a:off x="2715430" y="78460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16" name="Ellipse 7815"/>
                <p:cNvSpPr/>
                <p:nvPr/>
              </p:nvSpPr>
              <p:spPr>
                <a:xfrm>
                  <a:off x="2591917" y="90033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17" name="Ellipse 7816"/>
                <p:cNvSpPr/>
                <p:nvPr/>
              </p:nvSpPr>
              <p:spPr>
                <a:xfrm>
                  <a:off x="2718638" y="900334"/>
                  <a:ext cx="80420" cy="79775"/>
                </a:xfrm>
                <a:prstGeom prst="ellipse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18" name="Textfeld 7817"/>
                <p:cNvSpPr txBox="1"/>
                <p:nvPr/>
              </p:nvSpPr>
              <p:spPr>
                <a:xfrm>
                  <a:off x="2582744" y="280578"/>
                  <a:ext cx="211966" cy="95619"/>
                </a:xfrm>
                <a:prstGeom prst="rect">
                  <a:avLst/>
                </a:prstGeom>
                <a:noFill/>
              </p:spPr>
              <p:txBody>
                <a:bodyPr wrap="square" rtlCol="0" anchor="ctr" anchorCtr="1">
                  <a:no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  <p:sp>
              <p:nvSpPr>
                <p:cNvPr id="7819" name="Textfeld 7818"/>
                <p:cNvSpPr txBox="1"/>
                <p:nvPr/>
              </p:nvSpPr>
              <p:spPr>
                <a:xfrm>
                  <a:off x="2526020" y="1706386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EL6224</a:t>
                  </a:r>
                </a:p>
              </p:txBody>
            </p:sp>
            <p:sp>
              <p:nvSpPr>
                <p:cNvPr id="7820" name="Ellipse 7819"/>
                <p:cNvSpPr/>
                <p:nvPr/>
              </p:nvSpPr>
              <p:spPr>
                <a:xfrm>
                  <a:off x="2590158" y="1017421"/>
                  <a:ext cx="80420" cy="79775"/>
                </a:xfrm>
                <a:prstGeom prst="ellipse">
                  <a:avLst/>
                </a:prstGeom>
                <a:solidFill>
                  <a:schemeClr val="accent4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21" name="Ellipse 7820"/>
                <p:cNvSpPr/>
                <p:nvPr/>
              </p:nvSpPr>
              <p:spPr>
                <a:xfrm>
                  <a:off x="2715804" y="101742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2" name="Ellipse 7821"/>
                <p:cNvSpPr/>
                <p:nvPr/>
              </p:nvSpPr>
              <p:spPr>
                <a:xfrm>
                  <a:off x="2592291" y="1133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3" name="Ellipse 7822"/>
                <p:cNvSpPr/>
                <p:nvPr/>
              </p:nvSpPr>
              <p:spPr>
                <a:xfrm>
                  <a:off x="2719012" y="1133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4" name="Ellipse 7823"/>
                <p:cNvSpPr/>
                <p:nvPr/>
              </p:nvSpPr>
              <p:spPr>
                <a:xfrm>
                  <a:off x="2595289" y="125068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25" name="Ellipse 7824"/>
                <p:cNvSpPr/>
                <p:nvPr/>
              </p:nvSpPr>
              <p:spPr>
                <a:xfrm>
                  <a:off x="2720935" y="125068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6" name="Ellipse 7825"/>
                <p:cNvSpPr/>
                <p:nvPr/>
              </p:nvSpPr>
              <p:spPr>
                <a:xfrm>
                  <a:off x="2597422" y="136641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7" name="Ellipse 7826"/>
                <p:cNvSpPr/>
                <p:nvPr/>
              </p:nvSpPr>
              <p:spPr>
                <a:xfrm>
                  <a:off x="2724143" y="136641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8" name="Ellipse 7827"/>
                <p:cNvSpPr/>
                <p:nvPr/>
              </p:nvSpPr>
              <p:spPr>
                <a:xfrm>
                  <a:off x="2595663" y="148350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29" name="Ellipse 7828"/>
                <p:cNvSpPr/>
                <p:nvPr/>
              </p:nvSpPr>
              <p:spPr>
                <a:xfrm>
                  <a:off x="2721309" y="148350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0" name="Ellipse 7829"/>
                <p:cNvSpPr/>
                <p:nvPr/>
              </p:nvSpPr>
              <p:spPr>
                <a:xfrm>
                  <a:off x="2597796" y="1599233"/>
                  <a:ext cx="80420" cy="79775"/>
                </a:xfrm>
                <a:prstGeom prst="ellipse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1" name="Ellipse 7830"/>
                <p:cNvSpPr/>
                <p:nvPr/>
              </p:nvSpPr>
              <p:spPr>
                <a:xfrm>
                  <a:off x="2724517" y="159923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grpSp>
              <p:nvGrpSpPr>
                <p:cNvPr id="7832" name="Gruppieren 7831"/>
                <p:cNvGrpSpPr/>
                <p:nvPr/>
              </p:nvGrpSpPr>
              <p:grpSpPr>
                <a:xfrm>
                  <a:off x="2595663" y="381169"/>
                  <a:ext cx="196168" cy="386670"/>
                  <a:chOff x="2599151" y="387353"/>
                  <a:chExt cx="196168" cy="386670"/>
                </a:xfrm>
              </p:grpSpPr>
              <p:sp>
                <p:nvSpPr>
                  <p:cNvPr id="7833" name="Rechteck 7832"/>
                  <p:cNvSpPr/>
                  <p:nvPr/>
                </p:nvSpPr>
                <p:spPr>
                  <a:xfrm>
                    <a:off x="2599151" y="387353"/>
                    <a:ext cx="196168" cy="386670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34" name="Rechteck 7833"/>
                  <p:cNvSpPr/>
                  <p:nvPr/>
                </p:nvSpPr>
                <p:spPr>
                  <a:xfrm>
                    <a:off x="2616985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35" name="Rechteck 7834"/>
                  <p:cNvSpPr/>
                  <p:nvPr/>
                </p:nvSpPr>
                <p:spPr>
                  <a:xfrm>
                    <a:off x="2615650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36" name="Rechteck 7835"/>
                  <p:cNvSpPr/>
                  <p:nvPr/>
                </p:nvSpPr>
                <p:spPr>
                  <a:xfrm>
                    <a:off x="2617748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37" name="Rechteck 7836"/>
                  <p:cNvSpPr/>
                  <p:nvPr/>
                </p:nvSpPr>
                <p:spPr>
                  <a:xfrm>
                    <a:off x="2617747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38" name="Rechteck 7837"/>
                  <p:cNvSpPr/>
                  <p:nvPr/>
                </p:nvSpPr>
                <p:spPr>
                  <a:xfrm>
                    <a:off x="2616630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39" name="Rechteck 7838"/>
                  <p:cNvSpPr/>
                  <p:nvPr/>
                </p:nvSpPr>
                <p:spPr>
                  <a:xfrm>
                    <a:off x="2618470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0" name="Rechteck 7839"/>
                  <p:cNvSpPr/>
                  <p:nvPr/>
                </p:nvSpPr>
                <p:spPr>
                  <a:xfrm>
                    <a:off x="2617393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1" name="Rechteck 7840"/>
                  <p:cNvSpPr/>
                  <p:nvPr/>
                </p:nvSpPr>
                <p:spPr>
                  <a:xfrm>
                    <a:off x="2617392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2" name="Rechteck 7841"/>
                  <p:cNvSpPr/>
                  <p:nvPr/>
                </p:nvSpPr>
                <p:spPr>
                  <a:xfrm>
                    <a:off x="2713242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3" name="Rechteck 7842"/>
                  <p:cNvSpPr/>
                  <p:nvPr/>
                </p:nvSpPr>
                <p:spPr>
                  <a:xfrm>
                    <a:off x="2715082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4" name="Rechteck 7843"/>
                  <p:cNvSpPr/>
                  <p:nvPr/>
                </p:nvSpPr>
                <p:spPr>
                  <a:xfrm>
                    <a:off x="2714005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5" name="Rechteck 7844"/>
                  <p:cNvSpPr/>
                  <p:nvPr/>
                </p:nvSpPr>
                <p:spPr>
                  <a:xfrm>
                    <a:off x="2714004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6" name="Rechteck 7845"/>
                  <p:cNvSpPr/>
                  <p:nvPr/>
                </p:nvSpPr>
                <p:spPr>
                  <a:xfrm>
                    <a:off x="2716062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7" name="Rechteck 7846"/>
                  <p:cNvSpPr/>
                  <p:nvPr/>
                </p:nvSpPr>
                <p:spPr>
                  <a:xfrm>
                    <a:off x="2714727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8" name="Rechteck 7847"/>
                  <p:cNvSpPr/>
                  <p:nvPr/>
                </p:nvSpPr>
                <p:spPr>
                  <a:xfrm>
                    <a:off x="2716825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9" name="Rechteck 7848"/>
                  <p:cNvSpPr/>
                  <p:nvPr/>
                </p:nvSpPr>
                <p:spPr>
                  <a:xfrm>
                    <a:off x="2716824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</p:grpSp>
        </p:grpSp>
        <p:grpSp>
          <p:nvGrpSpPr>
            <p:cNvPr id="8233" name="Gruppieren 8232"/>
            <p:cNvGrpSpPr/>
            <p:nvPr/>
          </p:nvGrpSpPr>
          <p:grpSpPr>
            <a:xfrm>
              <a:off x="3989662" y="4874917"/>
              <a:ext cx="2876963" cy="1654831"/>
              <a:chOff x="2584415" y="1276473"/>
              <a:chExt cx="2876963" cy="1654831"/>
            </a:xfrm>
          </p:grpSpPr>
          <p:grpSp>
            <p:nvGrpSpPr>
              <p:cNvPr id="8234" name="Gruppieren 8233"/>
              <p:cNvGrpSpPr/>
              <p:nvPr/>
            </p:nvGrpSpPr>
            <p:grpSpPr>
              <a:xfrm>
                <a:off x="2828816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423" name="Gruppieren 8422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425" name="Gruppieren 8424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427" name="Rechteck 842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428" name="Rechteck 842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29" name="Ellipse 842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430" name="Ellipse 842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1" name="Ellipse 843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2" name="Ellipse 843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3" name="Ellipse 843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4" name="Ellipse 843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5" name="Ellipse 843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6" name="Ellipse 843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7" name="Rechteck 843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8" name="Rechteck 843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9" name="Rechteck 843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40" name="Rechteck 843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41" name="Rechteck 844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42" name="Rechteck 844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43" name="Rechteck 844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44" name="Rechteck 844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426" name="Textfeld 842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8424" name="Textfeld 842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8235" name="Rechteck 8234"/>
              <p:cNvSpPr/>
              <p:nvPr/>
            </p:nvSpPr>
            <p:spPr>
              <a:xfrm>
                <a:off x="2589432" y="1441077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236" name="Rechteck 8235"/>
              <p:cNvSpPr/>
              <p:nvPr/>
            </p:nvSpPr>
            <p:spPr>
              <a:xfrm>
                <a:off x="2666208" y="162247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237" name="Rechteck 8236"/>
              <p:cNvSpPr/>
              <p:nvPr/>
            </p:nvSpPr>
            <p:spPr>
              <a:xfrm>
                <a:off x="2622734" y="166515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238" name="Rechteck 8237"/>
              <p:cNvSpPr/>
              <p:nvPr/>
            </p:nvSpPr>
            <p:spPr>
              <a:xfrm>
                <a:off x="2666878" y="2230968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239" name="Rechteck 8238"/>
              <p:cNvSpPr/>
              <p:nvPr/>
            </p:nvSpPr>
            <p:spPr>
              <a:xfrm>
                <a:off x="2623404" y="2273644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240" name="Gruppieren 8239"/>
              <p:cNvGrpSpPr/>
              <p:nvPr/>
            </p:nvGrpSpPr>
            <p:grpSpPr>
              <a:xfrm>
                <a:off x="3143755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393" name="Gruppieren 8392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395" name="Gruppieren 8394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397" name="Rechteck 839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98" name="Rechteck 839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99" name="Ellipse 839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0" name="Ellipse 839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1" name="Textfeld 840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402" name="Textfeld 8401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403" name="Ellipse 840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4" name="Ellipse 840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5" name="Textfeld 840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06" name="Textfeld 8405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07" name="Ellipse 840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8" name="Ellipse 840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9" name="Textfeld 8408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10" name="Textfeld 8409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11" name="Ellipse 841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412" name="Ellipse 841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13" name="Textfeld 841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414" name="Textfeld 841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415" name="Rechteck 841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16" name="Rechteck 841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17" name="Rechteck 841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18" name="Rechteck 841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19" name="Rechteck 841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20" name="Rechteck 841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21" name="Rechteck 842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22" name="Rechteck 842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396" name="Textfeld 839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8394" name="Textfeld 839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241" name="Gruppieren 8240"/>
              <p:cNvGrpSpPr/>
              <p:nvPr/>
            </p:nvGrpSpPr>
            <p:grpSpPr>
              <a:xfrm>
                <a:off x="3790510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363" name="Gruppieren 8362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365" name="Gruppieren 8364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367" name="Rechteck 836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68" name="Rechteck 836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69" name="Ellipse 836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0" name="Ellipse 836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1" name="Textfeld 837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372" name="Textfeld 8371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8373" name="Ellipse 837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4" name="Ellipse 837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5" name="Textfeld 837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376" name="Textfeld 8375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8377" name="Ellipse 837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8" name="Ellipse 837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9" name="Textfeld 8378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380" name="Textfeld 8379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8381" name="Ellipse 838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2" name="Ellipse 838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3" name="Textfeld 838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384" name="Textfeld 838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8385" name="Rechteck 838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6" name="Rechteck 838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7" name="Rechteck 838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8" name="Rechteck 838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9" name="Rechteck 838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90" name="Rechteck 838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91" name="Rechteck 839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92" name="Rechteck 839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366" name="Textfeld 836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8364" name="Textfeld 836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8242" name="Gruppieren 8241"/>
              <p:cNvGrpSpPr/>
              <p:nvPr/>
            </p:nvGrpSpPr>
            <p:grpSpPr>
              <a:xfrm>
                <a:off x="4116588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341" name="Gruppieren 8340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343" name="Gruppieren 8342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345" name="Rechteck 834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46" name="Rechteck 834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47" name="Ellipse 834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48" name="Ellipse 834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49" name="Ellipse 834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0" name="Ellipse 834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1" name="Ellipse 835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52" name="Ellipse 835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3" name="Ellipse 835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4" name="Ellipse 835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5" name="Rechteck 835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6" name="Rechteck 835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7" name="Rechteck 835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8" name="Rechteck 835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9" name="Rechteck 835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60" name="Rechteck 835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61" name="Rechteck 836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62" name="Rechteck 836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344" name="Textfeld 834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8342" name="Textfeld 834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243" name="Gruppieren 8242"/>
              <p:cNvGrpSpPr/>
              <p:nvPr/>
            </p:nvGrpSpPr>
            <p:grpSpPr>
              <a:xfrm>
                <a:off x="4438482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311" name="Gruppieren 831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313" name="Gruppieren 831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315" name="Rechteck 831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16" name="Rechteck 831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17" name="Ellipse 831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18" name="Ellipse 831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19" name="Textfeld 831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320" name="Textfeld 831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321" name="Ellipse 832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22" name="Ellipse 832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23" name="Textfeld 832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324" name="Textfeld 8323"/>
                    <p:cNvSpPr txBox="1"/>
                    <p:nvPr/>
                  </p:nvSpPr>
                  <p:spPr>
                    <a:xfrm>
                      <a:off x="1831603" y="196279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325" name="Ellipse 832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26" name="Ellipse 832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27" name="Textfeld 8326"/>
                    <p:cNvSpPr txBox="1"/>
                    <p:nvPr/>
                  </p:nvSpPr>
                  <p:spPr>
                    <a:xfrm>
                      <a:off x="1702168" y="219371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328" name="Textfeld 8327"/>
                    <p:cNvSpPr txBox="1"/>
                    <p:nvPr/>
                  </p:nvSpPr>
                  <p:spPr>
                    <a:xfrm>
                      <a:off x="1830521" y="219278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329" name="Ellipse 832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0" name="Ellipse 832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1" name="Textfeld 833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332" name="Textfeld 833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333" name="Rechteck 833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4" name="Rechteck 833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5" name="Rechteck 833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6" name="Rechteck 833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7" name="Rechteck 833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8" name="Rechteck 833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9" name="Rechteck 833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40" name="Rechteck 833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314" name="Textfeld 831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8312" name="Textfeld 831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244" name="Gruppieren 8243"/>
              <p:cNvGrpSpPr/>
              <p:nvPr/>
            </p:nvGrpSpPr>
            <p:grpSpPr>
              <a:xfrm>
                <a:off x="4765938" y="1278376"/>
                <a:ext cx="326518" cy="1652928"/>
                <a:chOff x="1692724" y="1141150"/>
                <a:chExt cx="326518" cy="1652928"/>
              </a:xfrm>
            </p:grpSpPr>
            <p:grpSp>
              <p:nvGrpSpPr>
                <p:cNvPr id="8283" name="Gruppieren 8282"/>
                <p:cNvGrpSpPr/>
                <p:nvPr/>
              </p:nvGrpSpPr>
              <p:grpSpPr>
                <a:xfrm>
                  <a:off x="1692724" y="1141150"/>
                  <a:ext cx="326518" cy="1536639"/>
                  <a:chOff x="1692724" y="1141150"/>
                  <a:chExt cx="326518" cy="1536639"/>
                </a:xfrm>
              </p:grpSpPr>
              <p:grpSp>
                <p:nvGrpSpPr>
                  <p:cNvPr id="8285" name="Gruppieren 8284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8287" name="Rechteck 828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288" name="Rechteck 828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89" name="Ellipse 828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6">
                        <a:lumMod val="75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290" name="Ellipse 828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91" name="Textfeld 829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292" name="Textfeld 8291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293" name="Ellipse 829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94" name="Ellipse 829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295" name="Ellipse 829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96" name="Ellipse 829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97" name="Textfeld 829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298" name="Textfeld 829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299" name="Ellipse 829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00" name="Ellipse 829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1" name="Textfeld 830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302" name="Textfeld 830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303" name="Rechteck 830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4" name="Rechteck 830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5" name="Rechteck 830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6" name="Rechteck 830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7" name="Rechteck 830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8" name="Rechteck 830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9" name="Rechteck 830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10" name="Rechteck 830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286" name="Textfeld 828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8284" name="Textfeld 828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EL4102</a:t>
                  </a:r>
                </a:p>
              </p:txBody>
            </p:sp>
          </p:grpSp>
          <p:grpSp>
            <p:nvGrpSpPr>
              <p:cNvPr id="8245" name="Gruppieren 8244"/>
              <p:cNvGrpSpPr/>
              <p:nvPr/>
            </p:nvGrpSpPr>
            <p:grpSpPr>
              <a:xfrm>
                <a:off x="5091718" y="1278376"/>
                <a:ext cx="369660" cy="1652928"/>
                <a:chOff x="1694292" y="1141150"/>
                <a:chExt cx="369660" cy="1652928"/>
              </a:xfrm>
            </p:grpSpPr>
            <p:grpSp>
              <p:nvGrpSpPr>
                <p:cNvPr id="8279" name="Gruppieren 8278"/>
                <p:cNvGrpSpPr/>
                <p:nvPr/>
              </p:nvGrpSpPr>
              <p:grpSpPr>
                <a:xfrm>
                  <a:off x="1701466" y="1141150"/>
                  <a:ext cx="362486" cy="1488063"/>
                  <a:chOff x="1701466" y="1141150"/>
                  <a:chExt cx="362486" cy="1488063"/>
                </a:xfrm>
              </p:grpSpPr>
              <p:sp>
                <p:nvSpPr>
                  <p:cNvPr id="8281" name="Rechteck 82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2" name="Textfeld 8281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8280" name="Textfeld 82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8246" name="Rechteck 8245"/>
              <p:cNvSpPr/>
              <p:nvPr/>
            </p:nvSpPr>
            <p:spPr>
              <a:xfrm>
                <a:off x="3837925" y="1361788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grpSp>
            <p:nvGrpSpPr>
              <p:cNvPr id="8247" name="Gruppieren 8246"/>
              <p:cNvGrpSpPr/>
              <p:nvPr/>
            </p:nvGrpSpPr>
            <p:grpSpPr>
              <a:xfrm>
                <a:off x="3468335" y="1276473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253" name="Gruppieren 8252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8255" name="Gruppieren 8254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8257" name="Rechteck 825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258" name="Rechteck 825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59" name="Ellipse 825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0" name="Ellipse 825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1" name="Ellipse 826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2" name="Ellipse 826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3" name="Textfeld 826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264" name="Textfeld 826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265" name="Ellipse 826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6" name="Ellipse 826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7" name="Textfeld 8266"/>
                    <p:cNvSpPr txBox="1"/>
                    <p:nvPr/>
                  </p:nvSpPr>
                  <p:spPr>
                    <a:xfrm>
                      <a:off x="1708599" y="21834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268" name="Textfeld 8267"/>
                    <p:cNvSpPr txBox="1"/>
                    <p:nvPr/>
                  </p:nvSpPr>
                  <p:spPr>
                    <a:xfrm>
                      <a:off x="1835127" y="218250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269" name="Ellipse 826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0" name="Ellipse 826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1" name="Rechteck 827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2" name="Rechteck 827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3" name="Rechteck 827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4" name="Rechteck 827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5" name="Rechteck 827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6" name="Rechteck 827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7" name="Rechteck 827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8" name="Rechteck 827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256" name="Textfeld 825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8254" name="Textfeld 825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8248" name="Textfeld 8247"/>
              <p:cNvSpPr txBox="1"/>
              <p:nvPr/>
            </p:nvSpPr>
            <p:spPr>
              <a:xfrm>
                <a:off x="2584415" y="2763149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BC9</a:t>
                </a:r>
              </a:p>
            </p:txBody>
          </p:sp>
          <p:sp>
            <p:nvSpPr>
              <p:cNvPr id="8249" name="Textfeld 8248"/>
              <p:cNvSpPr txBox="1"/>
              <p:nvPr/>
            </p:nvSpPr>
            <p:spPr>
              <a:xfrm>
                <a:off x="3497825" y="190147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A1</a:t>
                </a:r>
                <a:endParaRPr lang="de-DE" sz="1400" dirty="0"/>
              </a:p>
            </p:txBody>
          </p:sp>
          <p:sp>
            <p:nvSpPr>
              <p:cNvPr id="8250" name="Textfeld 8249"/>
              <p:cNvSpPr txBox="1"/>
              <p:nvPr/>
            </p:nvSpPr>
            <p:spPr>
              <a:xfrm>
                <a:off x="3620945" y="1901852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8251" name="Textfeld 8250"/>
              <p:cNvSpPr txBox="1"/>
              <p:nvPr/>
            </p:nvSpPr>
            <p:spPr>
              <a:xfrm>
                <a:off x="3501024" y="2589890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8252" name="Textfeld 8251"/>
              <p:cNvSpPr txBox="1"/>
              <p:nvPr/>
            </p:nvSpPr>
            <p:spPr>
              <a:xfrm>
                <a:off x="3624144" y="2590268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  <p:grpSp>
          <p:nvGrpSpPr>
            <p:cNvPr id="8445" name="Gruppieren 8444"/>
            <p:cNvGrpSpPr/>
            <p:nvPr/>
          </p:nvGrpSpPr>
          <p:grpSpPr>
            <a:xfrm>
              <a:off x="6987010" y="4867199"/>
              <a:ext cx="2876963" cy="1654831"/>
              <a:chOff x="2584415" y="1276473"/>
              <a:chExt cx="2876963" cy="1654831"/>
            </a:xfrm>
          </p:grpSpPr>
          <p:grpSp>
            <p:nvGrpSpPr>
              <p:cNvPr id="8446" name="Gruppieren 8445"/>
              <p:cNvGrpSpPr/>
              <p:nvPr/>
            </p:nvGrpSpPr>
            <p:grpSpPr>
              <a:xfrm>
                <a:off x="2828816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635" name="Gruppieren 8634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637" name="Gruppieren 8636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639" name="Rechteck 863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40" name="Rechteck 863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1" name="Ellipse 864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42" name="Ellipse 864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3" name="Ellipse 864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4" name="Ellipse 864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5" name="Ellipse 864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6" name="Ellipse 864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7" name="Ellipse 864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8" name="Ellipse 864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9" name="Rechteck 864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0" name="Rechteck 864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1" name="Rechteck 865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2" name="Rechteck 865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3" name="Rechteck 865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4" name="Rechteck 865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5" name="Rechteck 865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6" name="Rechteck 865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638" name="Textfeld 863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8636" name="Textfeld 863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8447" name="Rechteck 8446"/>
              <p:cNvSpPr/>
              <p:nvPr/>
            </p:nvSpPr>
            <p:spPr>
              <a:xfrm>
                <a:off x="2589432" y="1441077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448" name="Rechteck 8447"/>
              <p:cNvSpPr/>
              <p:nvPr/>
            </p:nvSpPr>
            <p:spPr>
              <a:xfrm>
                <a:off x="2666208" y="162247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449" name="Rechteck 8448"/>
              <p:cNvSpPr/>
              <p:nvPr/>
            </p:nvSpPr>
            <p:spPr>
              <a:xfrm>
                <a:off x="2622734" y="166515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450" name="Rechteck 8449"/>
              <p:cNvSpPr/>
              <p:nvPr/>
            </p:nvSpPr>
            <p:spPr>
              <a:xfrm>
                <a:off x="2666878" y="2230968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451" name="Rechteck 8450"/>
              <p:cNvSpPr/>
              <p:nvPr/>
            </p:nvSpPr>
            <p:spPr>
              <a:xfrm>
                <a:off x="2623404" y="2273644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452" name="Gruppieren 8451"/>
              <p:cNvGrpSpPr/>
              <p:nvPr/>
            </p:nvGrpSpPr>
            <p:grpSpPr>
              <a:xfrm>
                <a:off x="3143755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605" name="Gruppieren 8604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607" name="Gruppieren 8606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609" name="Rechteck 860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10" name="Rechteck 860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1" name="Ellipse 861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2" name="Ellipse 861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3" name="Textfeld 861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614" name="Textfeld 8613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615" name="Ellipse 861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6" name="Ellipse 861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7" name="Textfeld 861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618" name="Textfeld 861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619" name="Ellipse 861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20" name="Ellipse 861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21" name="Textfeld 862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622" name="Textfeld 862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623" name="Ellipse 862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24" name="Ellipse 862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25" name="Textfeld 862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626" name="Textfeld 862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627" name="Rechteck 862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28" name="Rechteck 862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29" name="Rechteck 862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30" name="Rechteck 862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31" name="Rechteck 863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32" name="Rechteck 863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33" name="Rechteck 863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34" name="Rechteck 863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608" name="Textfeld 860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8606" name="Textfeld 860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453" name="Gruppieren 8452"/>
              <p:cNvGrpSpPr/>
              <p:nvPr/>
            </p:nvGrpSpPr>
            <p:grpSpPr>
              <a:xfrm>
                <a:off x="3790510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575" name="Gruppieren 8574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577" name="Gruppieren 8576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579" name="Rechteck 857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80" name="Rechteck 857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81" name="Ellipse 858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82" name="Ellipse 858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83" name="Textfeld 858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584" name="Textfeld 8583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8585" name="Ellipse 858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86" name="Ellipse 858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87" name="Textfeld 858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588" name="Textfeld 858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8589" name="Ellipse 858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0" name="Ellipse 858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1" name="Textfeld 859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592" name="Textfeld 859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8593" name="Ellipse 859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4" name="Ellipse 859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5" name="Textfeld 859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596" name="Textfeld 859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8597" name="Rechteck 859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8" name="Rechteck 859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9" name="Rechteck 859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00" name="Rechteck 859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01" name="Rechteck 860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02" name="Rechteck 860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03" name="Rechteck 860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04" name="Rechteck 860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578" name="Textfeld 857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8576" name="Textfeld 857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8454" name="Gruppieren 8453"/>
              <p:cNvGrpSpPr/>
              <p:nvPr/>
            </p:nvGrpSpPr>
            <p:grpSpPr>
              <a:xfrm>
                <a:off x="4116588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553" name="Gruppieren 8552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555" name="Gruppieren 8554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557" name="Rechteck 855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58" name="Rechteck 855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59" name="Ellipse 855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0" name="Ellipse 855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1" name="Ellipse 856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2" name="Ellipse 856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3" name="Ellipse 856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64" name="Ellipse 856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5" name="Ellipse 856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6" name="Ellipse 856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7" name="Rechteck 856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8" name="Rechteck 856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9" name="Rechteck 856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0" name="Rechteck 856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1" name="Rechteck 857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2" name="Rechteck 857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3" name="Rechteck 857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4" name="Rechteck 857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556" name="Textfeld 855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8554" name="Textfeld 855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455" name="Gruppieren 8454"/>
              <p:cNvGrpSpPr/>
              <p:nvPr/>
            </p:nvGrpSpPr>
            <p:grpSpPr>
              <a:xfrm>
                <a:off x="4438482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523" name="Gruppieren 8522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525" name="Gruppieren 8524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527" name="Rechteck 852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28" name="Rechteck 852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29" name="Ellipse 852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30" name="Ellipse 852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31" name="Textfeld 853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532" name="Textfeld 8531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533" name="Ellipse 853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34" name="Ellipse 853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35" name="Textfeld 853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536" name="Textfeld 8535"/>
                    <p:cNvSpPr txBox="1"/>
                    <p:nvPr/>
                  </p:nvSpPr>
                  <p:spPr>
                    <a:xfrm>
                      <a:off x="1831603" y="196279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537" name="Ellipse 853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38" name="Ellipse 853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39" name="Textfeld 8538"/>
                    <p:cNvSpPr txBox="1"/>
                    <p:nvPr/>
                  </p:nvSpPr>
                  <p:spPr>
                    <a:xfrm>
                      <a:off x="1702168" y="219371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540" name="Textfeld 8539"/>
                    <p:cNvSpPr txBox="1"/>
                    <p:nvPr/>
                  </p:nvSpPr>
                  <p:spPr>
                    <a:xfrm>
                      <a:off x="1830521" y="219278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541" name="Ellipse 854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2" name="Ellipse 854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3" name="Textfeld 854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544" name="Textfeld 854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545" name="Rechteck 854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6" name="Rechteck 854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7" name="Rechteck 854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8" name="Rechteck 854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9" name="Rechteck 854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50" name="Rechteck 854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51" name="Rechteck 855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52" name="Rechteck 855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526" name="Textfeld 852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8524" name="Textfeld 852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456" name="Gruppieren 8455"/>
              <p:cNvGrpSpPr/>
              <p:nvPr/>
            </p:nvGrpSpPr>
            <p:grpSpPr>
              <a:xfrm>
                <a:off x="4765938" y="1278376"/>
                <a:ext cx="326518" cy="1652928"/>
                <a:chOff x="1692724" y="1141150"/>
                <a:chExt cx="326518" cy="1652928"/>
              </a:xfrm>
            </p:grpSpPr>
            <p:grpSp>
              <p:nvGrpSpPr>
                <p:cNvPr id="8495" name="Gruppieren 8494"/>
                <p:cNvGrpSpPr/>
                <p:nvPr/>
              </p:nvGrpSpPr>
              <p:grpSpPr>
                <a:xfrm>
                  <a:off x="1692724" y="1141150"/>
                  <a:ext cx="326518" cy="1536639"/>
                  <a:chOff x="1692724" y="1141150"/>
                  <a:chExt cx="326518" cy="1536639"/>
                </a:xfrm>
              </p:grpSpPr>
              <p:grpSp>
                <p:nvGrpSpPr>
                  <p:cNvPr id="8497" name="Gruppieren 8496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8499" name="Rechteck 849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00" name="Rechteck 849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01" name="Ellipse 850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6">
                        <a:lumMod val="75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02" name="Ellipse 850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03" name="Textfeld 850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504" name="Textfeld 8503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505" name="Ellipse 850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06" name="Ellipse 850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07" name="Ellipse 850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08" name="Ellipse 850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09" name="Textfeld 8508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510" name="Textfeld 8509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511" name="Ellipse 851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12" name="Ellipse 851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13" name="Textfeld 851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514" name="Textfeld 851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515" name="Rechteck 851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16" name="Rechteck 851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17" name="Rechteck 851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18" name="Rechteck 851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19" name="Rechteck 851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20" name="Rechteck 851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21" name="Rechteck 852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22" name="Rechteck 852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498" name="Textfeld 849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8496" name="Textfeld 849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EL4102</a:t>
                  </a:r>
                </a:p>
              </p:txBody>
            </p:sp>
          </p:grpSp>
          <p:grpSp>
            <p:nvGrpSpPr>
              <p:cNvPr id="8457" name="Gruppieren 8456"/>
              <p:cNvGrpSpPr/>
              <p:nvPr/>
            </p:nvGrpSpPr>
            <p:grpSpPr>
              <a:xfrm>
                <a:off x="5091718" y="1278376"/>
                <a:ext cx="369660" cy="1652928"/>
                <a:chOff x="1694292" y="1141150"/>
                <a:chExt cx="369660" cy="1652928"/>
              </a:xfrm>
            </p:grpSpPr>
            <p:grpSp>
              <p:nvGrpSpPr>
                <p:cNvPr id="8491" name="Gruppieren 8490"/>
                <p:cNvGrpSpPr/>
                <p:nvPr/>
              </p:nvGrpSpPr>
              <p:grpSpPr>
                <a:xfrm>
                  <a:off x="1701466" y="1141150"/>
                  <a:ext cx="362486" cy="1488063"/>
                  <a:chOff x="1701466" y="1141150"/>
                  <a:chExt cx="362486" cy="1488063"/>
                </a:xfrm>
              </p:grpSpPr>
              <p:sp>
                <p:nvSpPr>
                  <p:cNvPr id="8493" name="Rechteck 84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94" name="Textfeld 8493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8492" name="Textfeld 849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8458" name="Rechteck 8457"/>
              <p:cNvSpPr/>
              <p:nvPr/>
            </p:nvSpPr>
            <p:spPr>
              <a:xfrm>
                <a:off x="3837925" y="1361788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grpSp>
            <p:nvGrpSpPr>
              <p:cNvPr id="8459" name="Gruppieren 8458"/>
              <p:cNvGrpSpPr/>
              <p:nvPr/>
            </p:nvGrpSpPr>
            <p:grpSpPr>
              <a:xfrm>
                <a:off x="3468335" y="1276473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465" name="Gruppieren 8464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8467" name="Gruppieren 8466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8469" name="Rechteck 846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470" name="Rechteck 846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1" name="Ellipse 847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2" name="Ellipse 847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3" name="Ellipse 847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4" name="Ellipse 847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5" name="Textfeld 847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76" name="Textfeld 8475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77" name="Ellipse 847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8" name="Ellipse 847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9" name="Textfeld 8478"/>
                    <p:cNvSpPr txBox="1"/>
                    <p:nvPr/>
                  </p:nvSpPr>
                  <p:spPr>
                    <a:xfrm>
                      <a:off x="1708599" y="21834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480" name="Textfeld 8479"/>
                    <p:cNvSpPr txBox="1"/>
                    <p:nvPr/>
                  </p:nvSpPr>
                  <p:spPr>
                    <a:xfrm>
                      <a:off x="1835127" y="218250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481" name="Ellipse 848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2" name="Ellipse 848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3" name="Rechteck 848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4" name="Rechteck 848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5" name="Rechteck 848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6" name="Rechteck 848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7" name="Rechteck 848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8" name="Rechteck 848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9" name="Rechteck 848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90" name="Rechteck 848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468" name="Textfeld 846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8466" name="Textfeld 846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8460" name="Textfeld 8459"/>
              <p:cNvSpPr txBox="1"/>
              <p:nvPr/>
            </p:nvSpPr>
            <p:spPr>
              <a:xfrm>
                <a:off x="2584415" y="2763149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BC10</a:t>
                </a:r>
              </a:p>
            </p:txBody>
          </p:sp>
          <p:sp>
            <p:nvSpPr>
              <p:cNvPr id="8461" name="Textfeld 8460"/>
              <p:cNvSpPr txBox="1"/>
              <p:nvPr/>
            </p:nvSpPr>
            <p:spPr>
              <a:xfrm>
                <a:off x="3497825" y="190147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A1</a:t>
                </a:r>
                <a:endParaRPr lang="de-DE" sz="1400" dirty="0"/>
              </a:p>
            </p:txBody>
          </p:sp>
          <p:sp>
            <p:nvSpPr>
              <p:cNvPr id="8462" name="Textfeld 8461"/>
              <p:cNvSpPr txBox="1"/>
              <p:nvPr/>
            </p:nvSpPr>
            <p:spPr>
              <a:xfrm>
                <a:off x="3620945" y="1901852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8463" name="Textfeld 8462"/>
              <p:cNvSpPr txBox="1"/>
              <p:nvPr/>
            </p:nvSpPr>
            <p:spPr>
              <a:xfrm>
                <a:off x="3501024" y="2589890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8464" name="Textfeld 8463"/>
              <p:cNvSpPr txBox="1"/>
              <p:nvPr/>
            </p:nvSpPr>
            <p:spPr>
              <a:xfrm>
                <a:off x="3624144" y="2590268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  <p:grpSp>
          <p:nvGrpSpPr>
            <p:cNvPr id="8657" name="Gruppieren 8656"/>
            <p:cNvGrpSpPr/>
            <p:nvPr/>
          </p:nvGrpSpPr>
          <p:grpSpPr>
            <a:xfrm>
              <a:off x="10059305" y="4843030"/>
              <a:ext cx="2520106" cy="1653719"/>
              <a:chOff x="2585049" y="1277585"/>
              <a:chExt cx="2520106" cy="1653719"/>
            </a:xfrm>
          </p:grpSpPr>
          <p:grpSp>
            <p:nvGrpSpPr>
              <p:cNvPr id="8658" name="Gruppieren 8657"/>
              <p:cNvGrpSpPr/>
              <p:nvPr/>
            </p:nvGrpSpPr>
            <p:grpSpPr>
              <a:xfrm>
                <a:off x="2828815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818" name="Gruppieren 8817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820" name="Gruppieren 8819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822" name="Rechteck 882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823" name="Rechteck 882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24" name="Ellipse 882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825" name="Ellipse 882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26" name="Ellipse 88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27" name="Ellipse 88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28" name="Ellipse 882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29" name="Ellipse 882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0" name="Ellipse 882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1" name="Ellipse 883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2" name="Rechteck 883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3" name="Rechteck 883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4" name="Rechteck 883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5" name="Rechteck 883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6" name="Rechteck 883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7" name="Rechteck 883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8" name="Rechteck 883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9" name="Rechteck 883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821" name="Textfeld 882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8819" name="Textfeld 8818"/>
                <p:cNvSpPr txBox="1"/>
                <p:nvPr/>
              </p:nvSpPr>
              <p:spPr>
                <a:xfrm>
                  <a:off x="1694292" y="2628305"/>
                  <a:ext cx="320785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8659" name="Rechteck 8658"/>
              <p:cNvSpPr/>
              <p:nvPr/>
            </p:nvSpPr>
            <p:spPr>
              <a:xfrm>
                <a:off x="2589431" y="1441077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60" name="Rechteck 8659"/>
              <p:cNvSpPr/>
              <p:nvPr/>
            </p:nvSpPr>
            <p:spPr>
              <a:xfrm>
                <a:off x="2666207" y="162247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61" name="Rechteck 8660"/>
              <p:cNvSpPr/>
              <p:nvPr/>
            </p:nvSpPr>
            <p:spPr>
              <a:xfrm>
                <a:off x="2622733" y="166515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62" name="Rechteck 8661"/>
              <p:cNvSpPr/>
              <p:nvPr/>
            </p:nvSpPr>
            <p:spPr>
              <a:xfrm>
                <a:off x="2666877" y="2230968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63" name="Rechteck 8662"/>
              <p:cNvSpPr/>
              <p:nvPr/>
            </p:nvSpPr>
            <p:spPr>
              <a:xfrm>
                <a:off x="2623403" y="2273644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664" name="Gruppieren 8663"/>
              <p:cNvGrpSpPr/>
              <p:nvPr/>
            </p:nvGrpSpPr>
            <p:grpSpPr>
              <a:xfrm>
                <a:off x="3143754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788" name="Gruppieren 878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790" name="Gruppieren 878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792" name="Rechteck 879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93" name="Rechteck 879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94" name="Ellipse 879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95" name="Ellipse 879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96" name="Textfeld 879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797" name="Textfeld 879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798" name="Ellipse 879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99" name="Ellipse 879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00" name="Textfeld 879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801" name="Textfeld 880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802" name="Ellipse 880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03" name="Ellipse 880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04" name="Textfeld 880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805" name="Textfeld 880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806" name="Ellipse 880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807" name="Ellipse 880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08" name="Textfeld 880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809" name="Textfeld 880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810" name="Rechteck 880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1" name="Rechteck 881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2" name="Rechteck 881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3" name="Rechteck 881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4" name="Rechteck 881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5" name="Rechteck 881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6" name="Rechteck 881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7" name="Rechteck 881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791" name="Textfeld 879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8789" name="Textfeld 878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665" name="Gruppieren 8664"/>
              <p:cNvGrpSpPr/>
              <p:nvPr/>
            </p:nvGrpSpPr>
            <p:grpSpPr>
              <a:xfrm>
                <a:off x="3803209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758" name="Gruppieren 875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760" name="Gruppieren 875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762" name="Rechteck 876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63" name="Rechteck 876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64" name="Ellipse 876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65" name="Ellipse 876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66" name="Textfeld 876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767" name="Textfeld 876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8768" name="Ellipse 876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69" name="Ellipse 876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70" name="Textfeld 876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771" name="Textfeld 877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8772" name="Ellipse 877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73" name="Ellipse 877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74" name="Textfeld 877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775" name="Textfeld 877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8776" name="Ellipse 877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77" name="Ellipse 877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78" name="Textfeld 877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779" name="Textfeld 877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8780" name="Rechteck 877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1" name="Rechteck 878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2" name="Rechteck 878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3" name="Rechteck 878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4" name="Rechteck 878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5" name="Rechteck 878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6" name="Rechteck 878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7" name="Rechteck 878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761" name="Textfeld 876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8759" name="Textfeld 875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8666" name="Gruppieren 8665"/>
              <p:cNvGrpSpPr/>
              <p:nvPr/>
            </p:nvGrpSpPr>
            <p:grpSpPr>
              <a:xfrm>
                <a:off x="4129287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736" name="Gruppieren 8735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738" name="Gruppieren 8737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740" name="Rechteck 873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41" name="Rechteck 874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2" name="Ellipse 874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3" name="Ellipse 874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4" name="Ellipse 874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5" name="Ellipse 874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6" name="Ellipse 874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47" name="Ellipse 874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8" name="Ellipse 874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9" name="Ellipse 874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0" name="Rechteck 874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1" name="Rechteck 875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2" name="Rechteck 875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3" name="Rechteck 875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4" name="Rechteck 875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5" name="Rechteck 875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6" name="Rechteck 875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7" name="Rechteck 875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739" name="Textfeld 873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8737" name="Textfeld 87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667" name="Gruppieren 8666"/>
              <p:cNvGrpSpPr/>
              <p:nvPr/>
            </p:nvGrpSpPr>
            <p:grpSpPr>
              <a:xfrm>
                <a:off x="4451181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706" name="Gruppieren 870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708" name="Gruppieren 870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710" name="Rechteck 870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11" name="Rechteck 871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12" name="Ellipse 871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13" name="Ellipse 871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14" name="Textfeld 871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715" name="Textfeld 871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716" name="Ellipse 871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17" name="Ellipse 871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18" name="Textfeld 871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719" name="Textfeld 8718"/>
                    <p:cNvSpPr txBox="1"/>
                    <p:nvPr/>
                  </p:nvSpPr>
                  <p:spPr>
                    <a:xfrm>
                      <a:off x="1815728" y="195961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720" name="Ellipse 871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21" name="Ellipse 872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22" name="Textfeld 8721"/>
                    <p:cNvSpPr txBox="1"/>
                    <p:nvPr/>
                  </p:nvSpPr>
                  <p:spPr>
                    <a:xfrm>
                      <a:off x="1692643" y="2203235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723" name="Textfeld 8722"/>
                    <p:cNvSpPr txBox="1"/>
                    <p:nvPr/>
                  </p:nvSpPr>
                  <p:spPr>
                    <a:xfrm>
                      <a:off x="1824171" y="219913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724" name="Ellipse 872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25" name="Ellipse 872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26" name="Textfeld 872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727" name="Textfeld 872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728" name="Rechteck 872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29" name="Rechteck 872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0" name="Rechteck 872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1" name="Rechteck 873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2" name="Rechteck 873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3" name="Rechteck 873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4" name="Rechteck 873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5" name="Rechteck 873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709" name="Textfeld 870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8707" name="Textfeld 870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668" name="Gruppieren 8667"/>
              <p:cNvGrpSpPr/>
              <p:nvPr/>
            </p:nvGrpSpPr>
            <p:grpSpPr>
              <a:xfrm>
                <a:off x="4780205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702" name="Gruppieren 8701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sp>
                <p:nvSpPr>
                  <p:cNvPr id="8704" name="Rechteck 87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05" name="Textfeld 870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8703" name="Textfeld 870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8669" name="Rechteck 8668"/>
              <p:cNvSpPr/>
              <p:nvPr/>
            </p:nvSpPr>
            <p:spPr>
              <a:xfrm>
                <a:off x="3837924" y="1361788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grpSp>
            <p:nvGrpSpPr>
              <p:cNvPr id="8670" name="Gruppieren 8669"/>
              <p:cNvGrpSpPr/>
              <p:nvPr/>
            </p:nvGrpSpPr>
            <p:grpSpPr>
              <a:xfrm>
                <a:off x="3469788" y="1277585"/>
                <a:ext cx="331945" cy="1652928"/>
                <a:chOff x="1687297" y="1141150"/>
                <a:chExt cx="331945" cy="1652928"/>
              </a:xfrm>
            </p:grpSpPr>
            <p:grpSp>
              <p:nvGrpSpPr>
                <p:cNvPr id="8672" name="Gruppieren 8671"/>
                <p:cNvGrpSpPr/>
                <p:nvPr/>
              </p:nvGrpSpPr>
              <p:grpSpPr>
                <a:xfrm>
                  <a:off x="1692193" y="1141150"/>
                  <a:ext cx="327049" cy="1537301"/>
                  <a:chOff x="1692193" y="1141150"/>
                  <a:chExt cx="327049" cy="1537301"/>
                </a:xfrm>
              </p:grpSpPr>
              <p:grpSp>
                <p:nvGrpSpPr>
                  <p:cNvPr id="8674" name="Gruppieren 8673"/>
                  <p:cNvGrpSpPr/>
                  <p:nvPr/>
                </p:nvGrpSpPr>
                <p:grpSpPr>
                  <a:xfrm>
                    <a:off x="1692193" y="1191340"/>
                    <a:ext cx="327049" cy="1487111"/>
                    <a:chOff x="1692193" y="1191340"/>
                    <a:chExt cx="327049" cy="1487111"/>
                  </a:xfrm>
                </p:grpSpPr>
                <p:sp>
                  <p:nvSpPr>
                    <p:cNvPr id="8676" name="Rechteck 8675"/>
                    <p:cNvSpPr/>
                    <p:nvPr/>
                  </p:nvSpPr>
                  <p:spPr>
                    <a:xfrm>
                      <a:off x="1694134" y="1191340"/>
                      <a:ext cx="325108" cy="1438663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77" name="Rechteck 867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78" name="Ellipse 867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79" name="Ellipse 867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80" name="Textfeld 867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681" name="Textfeld 868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682" name="Ellipse 868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83" name="Ellipse 868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84" name="Textfeld 868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685" name="Textfeld 8684"/>
                    <p:cNvSpPr txBox="1"/>
                    <p:nvPr/>
                  </p:nvSpPr>
                  <p:spPr>
                    <a:xfrm>
                      <a:off x="1809195" y="196793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686" name="Ellipse 868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87" name="Ellipse 868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88" name="Textfeld 868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689" name="Textfeld 868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690" name="Ellipse 868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1" name="Ellipse 869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2" name="Textfeld 869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693" name="Textfeld 8692"/>
                    <p:cNvSpPr txBox="1"/>
                    <p:nvPr/>
                  </p:nvSpPr>
                  <p:spPr>
                    <a:xfrm>
                      <a:off x="1813062" y="2424535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694" name="Rechteck 869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5" name="Rechteck 869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6" name="Rechteck 869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7" name="Rechteck 869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8" name="Rechteck 869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9" name="Rechteck 869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00" name="Rechteck 869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01" name="Rechteck 870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675" name="Textfeld 867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8673" name="Textfeld 8672"/>
                <p:cNvSpPr txBox="1"/>
                <p:nvPr/>
              </p:nvSpPr>
              <p:spPr>
                <a:xfrm>
                  <a:off x="1687297" y="2628305"/>
                  <a:ext cx="331945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EL3064</a:t>
                  </a:r>
                </a:p>
              </p:txBody>
            </p:sp>
          </p:grpSp>
          <p:sp>
            <p:nvSpPr>
              <p:cNvPr id="8671" name="Textfeld 8670"/>
              <p:cNvSpPr txBox="1"/>
              <p:nvPr/>
            </p:nvSpPr>
            <p:spPr>
              <a:xfrm>
                <a:off x="2585049" y="2761677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BC11</a:t>
                </a:r>
              </a:p>
            </p:txBody>
          </p:sp>
        </p:grpSp>
        <p:grpSp>
          <p:nvGrpSpPr>
            <p:cNvPr id="8863" name="Gruppieren 8862"/>
            <p:cNvGrpSpPr/>
            <p:nvPr/>
          </p:nvGrpSpPr>
          <p:grpSpPr>
            <a:xfrm>
              <a:off x="5396266" y="920650"/>
              <a:ext cx="6108962" cy="1652928"/>
              <a:chOff x="1116267" y="770205"/>
              <a:chExt cx="6108962" cy="1652928"/>
            </a:xfrm>
          </p:grpSpPr>
          <p:grpSp>
            <p:nvGrpSpPr>
              <p:cNvPr id="8864" name="Gruppieren 8863"/>
              <p:cNvGrpSpPr/>
              <p:nvPr/>
            </p:nvGrpSpPr>
            <p:grpSpPr>
              <a:xfrm>
                <a:off x="1360900" y="770205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9329" name="Gruppieren 9328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9331" name="Gruppieren 9330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9333" name="Rechteck 933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334" name="Rechteck 933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35" name="Ellipse 933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336" name="Ellipse 933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37" name="Ellipse 933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38" name="Ellipse 933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39" name="Ellipse 933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0" name="Ellipse 933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1" name="Ellipse 934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2" name="Ellipse 934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3" name="Rechteck 934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4" name="Rechteck 934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5" name="Rechteck 934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6" name="Rechteck 934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7" name="Rechteck 934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8" name="Rechteck 934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9" name="Rechteck 934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50" name="Rechteck 934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332" name="Textfeld 933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9330" name="Textfeld 932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8865" name="Rechteck 8864"/>
              <p:cNvSpPr/>
              <p:nvPr/>
            </p:nvSpPr>
            <p:spPr>
              <a:xfrm>
                <a:off x="1121516" y="932906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866" name="Rechteck 8865"/>
              <p:cNvSpPr/>
              <p:nvPr/>
            </p:nvSpPr>
            <p:spPr>
              <a:xfrm>
                <a:off x="1198292" y="1114306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867" name="Rechteck 8866"/>
              <p:cNvSpPr/>
              <p:nvPr/>
            </p:nvSpPr>
            <p:spPr>
              <a:xfrm>
                <a:off x="1154818" y="1156982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868" name="Rechteck 8867"/>
              <p:cNvSpPr/>
              <p:nvPr/>
            </p:nvSpPr>
            <p:spPr>
              <a:xfrm>
                <a:off x="1198962" y="172279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869" name="Rechteck 8868"/>
              <p:cNvSpPr/>
              <p:nvPr/>
            </p:nvSpPr>
            <p:spPr>
              <a:xfrm>
                <a:off x="1155488" y="176547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870" name="Gruppieren 8869"/>
              <p:cNvGrpSpPr/>
              <p:nvPr/>
            </p:nvGrpSpPr>
            <p:grpSpPr>
              <a:xfrm>
                <a:off x="1684390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299" name="Gruppieren 929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301" name="Gruppieren 930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303" name="Rechteck 930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304" name="Rechteck 930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05" name="Ellipse 930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306" name="Ellipse 930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07" name="Textfeld 930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308" name="Textfeld 930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309" name="Ellipse 930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0" name="Ellipse 930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1" name="Textfeld 931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312" name="Textfeld 931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313" name="Ellipse 931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4" name="Ellipse 931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5" name="Textfeld 931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316" name="Textfeld 931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317" name="Ellipse 931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8" name="Ellipse 931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9" name="Textfeld 931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320" name="Textfeld 931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321" name="Rechteck 932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2" name="Rechteck 932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3" name="Rechteck 932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4" name="Rechteck 932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5" name="Rechteck 932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6" name="Rechteck 932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7" name="Rechteck 932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8" name="Rechteck 932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302" name="Textfeld 930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9300" name="Textfeld 929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1" name="Gruppieren 8870"/>
              <p:cNvGrpSpPr/>
              <p:nvPr/>
            </p:nvGrpSpPr>
            <p:grpSpPr>
              <a:xfrm>
                <a:off x="2011315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269" name="Gruppieren 926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271" name="Gruppieren 927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273" name="Rechteck 927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274" name="Rechteck 927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5" name="Ellipse 927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6" name="Ellipse 927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7" name="Textfeld 927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278" name="Textfeld 927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279" name="Ellipse 92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0" name="Ellipse 92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1" name="Textfeld 92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82" name="Textfeld 92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83" name="Ellipse 92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4" name="Ellipse 92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5" name="Textfeld 92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86" name="Textfeld 92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87" name="Ellipse 92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288" name="Ellipse 92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9" name="Textfeld 92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90" name="Textfeld 92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91" name="Rechteck 92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2" name="Rechteck 92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3" name="Rechteck 92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4" name="Rechteck 92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5" name="Rechteck 92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6" name="Rechteck 92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7" name="Rechteck 929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8" name="Rechteck 929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272" name="Textfeld 927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9270" name="Textfeld 926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2" name="Gruppieren 8871"/>
              <p:cNvGrpSpPr/>
              <p:nvPr/>
            </p:nvGrpSpPr>
            <p:grpSpPr>
              <a:xfrm>
                <a:off x="2335294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239" name="Gruppieren 923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241" name="Gruppieren 924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243" name="Rechteck 924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244" name="Rechteck 924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45" name="Ellipse 924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46" name="Ellipse 924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47" name="Textfeld 924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248" name="Textfeld 924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249" name="Ellipse 924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0" name="Ellipse 924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1" name="Textfeld 925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52" name="Textfeld 925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53" name="Ellipse 925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4" name="Ellipse 925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5" name="Textfeld 925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56" name="Textfeld 925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57" name="Ellipse 925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8" name="Ellipse 925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9" name="Textfeld 925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60" name="Textfeld 925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61" name="Rechteck 926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2" name="Rechteck 926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3" name="Rechteck 926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4" name="Rechteck 926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5" name="Rechteck 926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6" name="Rechteck 926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7" name="Rechteck 926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8" name="Rechteck 926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242" name="Textfeld 924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9240" name="Textfeld 923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3" name="Gruppieren 8872"/>
              <p:cNvGrpSpPr/>
              <p:nvPr/>
            </p:nvGrpSpPr>
            <p:grpSpPr>
              <a:xfrm>
                <a:off x="2659273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209" name="Gruppieren 920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211" name="Gruppieren 921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213" name="Rechteck 921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214" name="Rechteck 921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15" name="Ellipse 921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16" name="Ellipse 921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17" name="Textfeld 921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218" name="Textfeld 921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219" name="Ellipse 921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0" name="Ellipse 921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1" name="Textfeld 922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22" name="Textfeld 922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23" name="Ellipse 922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4" name="Ellipse 922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5" name="Textfeld 922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26" name="Textfeld 922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27" name="Ellipse 922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8" name="Ellipse 922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9" name="Textfeld 922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30" name="Textfeld 922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31" name="Rechteck 923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2" name="Rechteck 923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3" name="Rechteck 923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4" name="Rechteck 923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5" name="Rechteck 923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6" name="Rechteck 923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7" name="Rechteck 923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8" name="Rechteck 923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212" name="Textfeld 921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9210" name="Textfeld 920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4" name="Gruppieren 8873"/>
              <p:cNvGrpSpPr/>
              <p:nvPr/>
            </p:nvGrpSpPr>
            <p:grpSpPr>
              <a:xfrm>
                <a:off x="2983266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179" name="Gruppieren 917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181" name="Gruppieren 918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183" name="Rechteck 91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84" name="Rechteck 91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85" name="Ellipse 91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86" name="Ellipse 91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87" name="Textfeld 918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188" name="Textfeld 918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189" name="Ellipse 918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90" name="Ellipse 918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91" name="Textfeld 919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92" name="Textfeld 919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93" name="Ellipse 919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94" name="Ellipse 919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95" name="Textfeld 9194"/>
                    <p:cNvSpPr txBox="1"/>
                    <p:nvPr/>
                  </p:nvSpPr>
                  <p:spPr>
                    <a:xfrm>
                      <a:off x="1692643" y="2196885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96" name="Textfeld 919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97" name="Ellipse 919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98" name="Ellipse 919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99" name="Textfeld 919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00" name="Textfeld 919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01" name="Rechteck 920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2" name="Rechteck 920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3" name="Rechteck 920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4" name="Rechteck 920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5" name="Rechteck 920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6" name="Rechteck 920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7" name="Rechteck 920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8" name="Rechteck 920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182" name="Textfeld 91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9180" name="Textfeld 91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5" name="Gruppieren 8874"/>
              <p:cNvGrpSpPr/>
              <p:nvPr/>
            </p:nvGrpSpPr>
            <p:grpSpPr>
              <a:xfrm>
                <a:off x="3310191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149" name="Gruppieren 914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151" name="Gruppieren 915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153" name="Rechteck 915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54" name="Rechteck 915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55" name="Ellipse 915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56" name="Ellipse 915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57" name="Textfeld 915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158" name="Textfeld 915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159" name="Ellipse 915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0" name="Ellipse 915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1" name="Textfeld 916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2" name="Textfeld 916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3" name="Ellipse 916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4" name="Ellipse 916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5" name="Textfeld 916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6" name="Textfeld 916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7" name="Ellipse 916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68" name="Ellipse 916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9" name="Textfeld 916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170" name="Textfeld 916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171" name="Rechteck 917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2" name="Rechteck 917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3" name="Rechteck 917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4" name="Rechteck 917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5" name="Rechteck 917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6" name="Rechteck 917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7" name="Rechteck 917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8" name="Rechteck 917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152" name="Textfeld 915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9150" name="Textfeld 914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6" name="Gruppieren 8875"/>
              <p:cNvGrpSpPr/>
              <p:nvPr/>
            </p:nvGrpSpPr>
            <p:grpSpPr>
              <a:xfrm>
                <a:off x="4276592" y="770205"/>
                <a:ext cx="420326" cy="1652928"/>
                <a:chOff x="1688847" y="1141150"/>
                <a:chExt cx="420326" cy="1652928"/>
              </a:xfrm>
            </p:grpSpPr>
            <p:grpSp>
              <p:nvGrpSpPr>
                <p:cNvPr id="9119" name="Gruppieren 9118"/>
                <p:cNvGrpSpPr/>
                <p:nvPr/>
              </p:nvGrpSpPr>
              <p:grpSpPr>
                <a:xfrm>
                  <a:off x="1688847" y="1141150"/>
                  <a:ext cx="420326" cy="1536639"/>
                  <a:chOff x="1688847" y="1141150"/>
                  <a:chExt cx="420326" cy="1536639"/>
                </a:xfrm>
              </p:grpSpPr>
              <p:grpSp>
                <p:nvGrpSpPr>
                  <p:cNvPr id="9121" name="Gruppieren 912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123" name="Rechteck 912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24" name="Rechteck 912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25" name="Ellipse 912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26" name="Ellipse 912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27" name="Textfeld 912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128" name="Textfeld 912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129" name="Ellipse 912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0" name="Ellipse 912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1" name="Textfeld 913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132" name="Textfeld 913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133" name="Ellipse 913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4" name="Ellipse 913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5" name="Textfeld 913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136" name="Textfeld 913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137" name="Ellipse 913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8" name="Ellipse 913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9" name="Textfeld 913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140" name="Textfeld 913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141" name="Rechteck 914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2" name="Rechteck 914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3" name="Rechteck 914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4" name="Rechteck 914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5" name="Rechteck 914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6" name="Rechteck 914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7" name="Rechteck 914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8" name="Rechteck 914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122" name="Textfeld 9121"/>
                  <p:cNvSpPr txBox="1"/>
                  <p:nvPr/>
                </p:nvSpPr>
                <p:spPr>
                  <a:xfrm>
                    <a:off x="1688847" y="1141150"/>
                    <a:ext cx="42032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10</a:t>
                    </a:r>
                  </a:p>
                </p:txBody>
              </p:sp>
            </p:grpSp>
            <p:sp>
              <p:nvSpPr>
                <p:cNvPr id="9120" name="Textfeld 911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877" name="Gruppieren 8876"/>
              <p:cNvGrpSpPr/>
              <p:nvPr/>
            </p:nvGrpSpPr>
            <p:grpSpPr>
              <a:xfrm>
                <a:off x="3959156" y="770205"/>
                <a:ext cx="369660" cy="1652928"/>
                <a:chOff x="1694292" y="1141150"/>
                <a:chExt cx="369660" cy="1652928"/>
              </a:xfrm>
            </p:grpSpPr>
            <p:grpSp>
              <p:nvGrpSpPr>
                <p:cNvPr id="9097" name="Gruppieren 9096"/>
                <p:cNvGrpSpPr/>
                <p:nvPr/>
              </p:nvGrpSpPr>
              <p:grpSpPr>
                <a:xfrm>
                  <a:off x="1701466" y="1141150"/>
                  <a:ext cx="362486" cy="1488063"/>
                  <a:chOff x="1701466" y="1141150"/>
                  <a:chExt cx="362486" cy="1488063"/>
                </a:xfrm>
              </p:grpSpPr>
              <p:grpSp>
                <p:nvGrpSpPr>
                  <p:cNvPr id="9099" name="Gruppieren 9098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9101" name="Rechteck 910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02" name="Rechteck 910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3" name="Ellipse 910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4" name="Ellipse 910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5" name="Ellipse 910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6" name="Ellipse 910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7" name="Ellipse 910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8" name="Ellipse 910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9" name="Ellipse 910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0" name="Ellipse 910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1" name="Rechteck 911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2" name="Rechteck 911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3" name="Rechteck 911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4" name="Rechteck 911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5" name="Rechteck 911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6" name="Rechteck 911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7" name="Rechteck 911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8" name="Rechteck 911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100" name="Textfeld 9099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9098" name="Textfeld 909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878" name="Gruppieren 8877"/>
              <p:cNvGrpSpPr/>
              <p:nvPr/>
            </p:nvGrpSpPr>
            <p:grpSpPr>
              <a:xfrm>
                <a:off x="4608645" y="77687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9067" name="Gruppieren 9066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9069" name="Gruppieren 906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71" name="Rechteck 90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72" name="Rechteck 90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73" name="Ellipse 90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74" name="Ellipse 90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75" name="Textfeld 907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76" name="Textfeld 9075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077" name="Ellipse 907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78" name="Ellipse 907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79" name="Textfeld 907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80" name="Textfeld 907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81" name="Ellipse 908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2" name="Ellipse 908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3" name="Textfeld 908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84" name="Textfeld 908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85" name="Ellipse 908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6" name="Ellipse 908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7" name="Textfeld 908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088" name="Textfeld 908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089" name="Rechteck 908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0" name="Rechteck 908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1" name="Rechteck 909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2" name="Rechteck 909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3" name="Rechteck 909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4" name="Rechteck 909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5" name="Rechteck 909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6" name="Rechteck 909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70" name="Textfeld 9069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11</a:t>
                    </a:r>
                  </a:p>
                </p:txBody>
              </p:sp>
            </p:grpSp>
            <p:sp>
              <p:nvSpPr>
                <p:cNvPr id="9068" name="Textfeld 90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879" name="Gruppieren 8878"/>
              <p:cNvGrpSpPr/>
              <p:nvPr/>
            </p:nvGrpSpPr>
            <p:grpSpPr>
              <a:xfrm>
                <a:off x="3634422" y="816378"/>
                <a:ext cx="324950" cy="1602737"/>
                <a:chOff x="3320343" y="1191341"/>
                <a:chExt cx="324950" cy="1602737"/>
              </a:xfrm>
            </p:grpSpPr>
            <p:sp>
              <p:nvSpPr>
                <p:cNvPr id="9064" name="Rechteck 9063"/>
                <p:cNvSpPr/>
                <p:nvPr/>
              </p:nvSpPr>
              <p:spPr>
                <a:xfrm>
                  <a:off x="3355035" y="1220340"/>
                  <a:ext cx="262210" cy="1379873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/>
                  <a:r>
                    <a:rPr lang="de-DE" sz="11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Disconnect</a:t>
                  </a:r>
                  <a:r>
                    <a:rPr lang="de-DE" sz="11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 Terminal</a:t>
                  </a:r>
                </a:p>
              </p:txBody>
            </p:sp>
            <p:sp>
              <p:nvSpPr>
                <p:cNvPr id="9065" name="Rechteck 9064"/>
                <p:cNvSpPr/>
                <p:nvPr/>
              </p:nvSpPr>
              <p:spPr>
                <a:xfrm>
                  <a:off x="3325467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66" name="Textfeld 9065"/>
                <p:cNvSpPr txBox="1"/>
                <p:nvPr/>
              </p:nvSpPr>
              <p:spPr>
                <a:xfrm>
                  <a:off x="3320343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8880" name="Gruppieren 8879"/>
              <p:cNvGrpSpPr/>
              <p:nvPr/>
            </p:nvGrpSpPr>
            <p:grpSpPr>
              <a:xfrm>
                <a:off x="4931316" y="77687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9034" name="Gruppieren 9033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9036" name="Gruppieren 903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38" name="Rechteck 903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39" name="Rechteck 903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0" name="Ellipse 903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1" name="Ellipse 904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2" name="Textfeld 904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43" name="Textfeld 904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044" name="Ellipse 904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5" name="Ellipse 904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6" name="Textfeld 904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47" name="Textfeld 904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48" name="Ellipse 904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9" name="Ellipse 904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0" name="Textfeld 904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51" name="Textfeld 905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52" name="Ellipse 905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3" name="Ellipse 905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4" name="Textfeld 905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055" name="Textfeld 905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056" name="Rechteck 905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7" name="Rechteck 905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8" name="Rechteck 905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9" name="Rechteck 905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0" name="Rechteck 905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1" name="Rechteck 906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2" name="Rechteck 906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3" name="Rechteck 906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37" name="Textfeld 9036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12</a:t>
                    </a:r>
                  </a:p>
                </p:txBody>
              </p:sp>
            </p:grpSp>
            <p:sp>
              <p:nvSpPr>
                <p:cNvPr id="9035" name="Textfeld 903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881" name="Gruppieren 8880"/>
              <p:cNvGrpSpPr/>
              <p:nvPr/>
            </p:nvGrpSpPr>
            <p:grpSpPr>
              <a:xfrm>
                <a:off x="5253822" y="77687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9004" name="Gruppieren 9003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9006" name="Gruppieren 900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08" name="Rechteck 900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09" name="Rechteck 900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0" name="Ellipse 900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1" name="Ellipse 901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2" name="Textfeld 901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13" name="Textfeld 901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014" name="Ellipse 901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5" name="Ellipse 901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6" name="Textfeld 901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17" name="Textfeld 901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18" name="Ellipse 901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9" name="Ellipse 901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0" name="Textfeld 901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21" name="Textfeld 902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22" name="Ellipse 902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3" name="Ellipse 902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4" name="Textfeld 902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025" name="Textfeld 902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026" name="Rechteck 902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7" name="Rechteck 902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8" name="Rechteck 902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9" name="Rechteck 902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30" name="Rechteck 902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31" name="Rechteck 903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32" name="Rechteck 903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33" name="Rechteck 903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07" name="Textfeld 9006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13</a:t>
                    </a:r>
                  </a:p>
                </p:txBody>
              </p:sp>
            </p:grpSp>
            <p:sp>
              <p:nvSpPr>
                <p:cNvPr id="9005" name="Textfeld 900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882" name="Gruppieren 8881"/>
              <p:cNvGrpSpPr/>
              <p:nvPr/>
            </p:nvGrpSpPr>
            <p:grpSpPr>
              <a:xfrm>
                <a:off x="5576328" y="77687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8974" name="Gruppieren 8973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8976" name="Gruppieren 897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978" name="Rechteck 897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979" name="Rechteck 897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0" name="Ellipse 897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1" name="Ellipse 898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2" name="Textfeld 898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983" name="Textfeld 898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984" name="Ellipse 898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5" name="Ellipse 898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6" name="Textfeld 898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87" name="Textfeld 898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88" name="Ellipse 898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9" name="Ellipse 898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0" name="Textfeld 898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91" name="Textfeld 899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92" name="Ellipse 899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3" name="Ellipse 899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4" name="Textfeld 899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995" name="Textfeld 899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996" name="Rechteck 899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7" name="Rechteck 899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8" name="Rechteck 899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9" name="Rechteck 899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00" name="Rechteck 899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01" name="Rechteck 900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02" name="Rechteck 900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03" name="Rechteck 900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977" name="Textfeld 8976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14</a:t>
                    </a:r>
                  </a:p>
                </p:txBody>
              </p:sp>
            </p:grpSp>
            <p:sp>
              <p:nvSpPr>
                <p:cNvPr id="8975" name="Textfeld 897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83" name="Gruppieren 8882"/>
              <p:cNvGrpSpPr/>
              <p:nvPr/>
            </p:nvGrpSpPr>
            <p:grpSpPr>
              <a:xfrm>
                <a:off x="5893834" y="77687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8948" name="Gruppieren 8947"/>
                <p:cNvGrpSpPr/>
                <p:nvPr/>
              </p:nvGrpSpPr>
              <p:grpSpPr>
                <a:xfrm>
                  <a:off x="1692193" y="1147824"/>
                  <a:ext cx="358092" cy="1481389"/>
                  <a:chOff x="1692193" y="1147824"/>
                  <a:chExt cx="358092" cy="1481389"/>
                </a:xfrm>
              </p:grpSpPr>
              <p:grpSp>
                <p:nvGrpSpPr>
                  <p:cNvPr id="8950" name="Gruppieren 8949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8952" name="Rechteck 895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953" name="Rechteck 895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54" name="Ellipse 895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55" name="Ellipse 895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56" name="Ellipse 895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57" name="Ellipse 895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58" name="Textfeld 895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59" name="Textfeld 895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60" name="Ellipse 895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1" name="Ellipse 896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2" name="Textfeld 8961"/>
                    <p:cNvSpPr txBox="1"/>
                    <p:nvPr/>
                  </p:nvSpPr>
                  <p:spPr>
                    <a:xfrm>
                      <a:off x="1708599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963" name="Textfeld 896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964" name="Ellipse 896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5" name="Ellipse 896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6" name="Rechteck 896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7" name="Rechteck 896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8" name="Rechteck 896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9" name="Rechteck 896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70" name="Rechteck 896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71" name="Rechteck 897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72" name="Rechteck 897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73" name="Rechteck 897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951" name="Textfeld 8950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15</a:t>
                    </a:r>
                  </a:p>
                </p:txBody>
              </p:sp>
            </p:grpSp>
            <p:sp>
              <p:nvSpPr>
                <p:cNvPr id="8949" name="Textfeld 894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884" name="Gruppieren 8883"/>
              <p:cNvGrpSpPr/>
              <p:nvPr/>
            </p:nvGrpSpPr>
            <p:grpSpPr>
              <a:xfrm>
                <a:off x="6218970" y="776879"/>
                <a:ext cx="357561" cy="1646254"/>
                <a:chOff x="1692724" y="1147824"/>
                <a:chExt cx="357561" cy="1646254"/>
              </a:xfrm>
            </p:grpSpPr>
            <p:grpSp>
              <p:nvGrpSpPr>
                <p:cNvPr id="8920" name="Gruppieren 8919"/>
                <p:cNvGrpSpPr/>
                <p:nvPr/>
              </p:nvGrpSpPr>
              <p:grpSpPr>
                <a:xfrm>
                  <a:off x="1692724" y="1147824"/>
                  <a:ext cx="357561" cy="1529965"/>
                  <a:chOff x="1692724" y="1147824"/>
                  <a:chExt cx="357561" cy="1529965"/>
                </a:xfrm>
              </p:grpSpPr>
              <p:grpSp>
                <p:nvGrpSpPr>
                  <p:cNvPr id="8922" name="Gruppieren 8921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8924" name="Rechteck 892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925" name="Rechteck 892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26" name="Ellipse 892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27" name="Ellipse 892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28" name="Textfeld 892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929" name="Textfeld 8928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930" name="Ellipse 892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1" name="Ellipse 893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2" name="Ellipse 893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3" name="Ellipse 893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4" name="Textfeld 893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935" name="Textfeld 893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936" name="Ellipse 893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7" name="Ellipse 893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8" name="Textfeld 893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939" name="Textfeld 893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940" name="Rechteck 893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1" name="Rechteck 894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2" name="Rechteck 894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3" name="Rechteck 894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4" name="Rechteck 894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5" name="Rechteck 894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6" name="Rechteck 894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7" name="Rechteck 894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923" name="Textfeld 8922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16</a:t>
                    </a:r>
                  </a:p>
                </p:txBody>
              </p:sp>
            </p:grpSp>
            <p:sp>
              <p:nvSpPr>
                <p:cNvPr id="8921" name="Textfeld 892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EL4102</a:t>
                  </a:r>
                </a:p>
              </p:txBody>
            </p:sp>
          </p:grpSp>
          <p:grpSp>
            <p:nvGrpSpPr>
              <p:cNvPr id="8885" name="Gruppieren 8884"/>
              <p:cNvGrpSpPr/>
              <p:nvPr/>
            </p:nvGrpSpPr>
            <p:grpSpPr>
              <a:xfrm>
                <a:off x="6543410" y="776879"/>
                <a:ext cx="357561" cy="1646254"/>
                <a:chOff x="1692724" y="1147824"/>
                <a:chExt cx="357561" cy="1646254"/>
              </a:xfrm>
            </p:grpSpPr>
            <p:grpSp>
              <p:nvGrpSpPr>
                <p:cNvPr id="8892" name="Gruppieren 8891"/>
                <p:cNvGrpSpPr/>
                <p:nvPr/>
              </p:nvGrpSpPr>
              <p:grpSpPr>
                <a:xfrm>
                  <a:off x="1692724" y="1147824"/>
                  <a:ext cx="357561" cy="1529965"/>
                  <a:chOff x="1692724" y="1147824"/>
                  <a:chExt cx="357561" cy="1529965"/>
                </a:xfrm>
              </p:grpSpPr>
              <p:grpSp>
                <p:nvGrpSpPr>
                  <p:cNvPr id="8894" name="Gruppieren 8893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8896" name="Rechteck 889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897" name="Rechteck 889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98" name="Ellipse 889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99" name="Ellipse 889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0" name="Textfeld 889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901" name="Textfeld 890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902" name="Ellipse 890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3" name="Ellipse 890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4" name="Ellipse 890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5" name="Ellipse 890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6" name="Textfeld 890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907" name="Textfeld 890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908" name="Ellipse 890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9" name="Ellipse 890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0" name="Textfeld 8909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911" name="Textfeld 8910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912" name="Rechteck 891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3" name="Rechteck 891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4" name="Rechteck 891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5" name="Rechteck 891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6" name="Rechteck 891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7" name="Rechteck 891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8" name="Rechteck 891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9" name="Rechteck 891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895" name="Textfeld 8894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17</a:t>
                    </a:r>
                  </a:p>
                </p:txBody>
              </p:sp>
            </p:grpSp>
            <p:sp>
              <p:nvSpPr>
                <p:cNvPr id="8893" name="Textfeld 889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EL4102</a:t>
                  </a:r>
                </a:p>
              </p:txBody>
            </p:sp>
          </p:grpSp>
          <p:grpSp>
            <p:nvGrpSpPr>
              <p:cNvPr id="8886" name="Gruppieren 8885"/>
              <p:cNvGrpSpPr/>
              <p:nvPr/>
            </p:nvGrpSpPr>
            <p:grpSpPr>
              <a:xfrm>
                <a:off x="6869236" y="776879"/>
                <a:ext cx="355993" cy="1646254"/>
                <a:chOff x="1694292" y="1147824"/>
                <a:chExt cx="355993" cy="1646254"/>
              </a:xfrm>
            </p:grpSpPr>
            <p:grpSp>
              <p:nvGrpSpPr>
                <p:cNvPr id="8888" name="Gruppieren 8887"/>
                <p:cNvGrpSpPr/>
                <p:nvPr/>
              </p:nvGrpSpPr>
              <p:grpSpPr>
                <a:xfrm>
                  <a:off x="1695161" y="1147824"/>
                  <a:ext cx="355124" cy="1481389"/>
                  <a:chOff x="1695161" y="1147824"/>
                  <a:chExt cx="355124" cy="1481389"/>
                </a:xfrm>
              </p:grpSpPr>
              <p:sp>
                <p:nvSpPr>
                  <p:cNvPr id="8890" name="Rechteck 88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1" name="Textfeld 8890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18</a:t>
                    </a:r>
                  </a:p>
                </p:txBody>
              </p:sp>
            </p:grpSp>
            <p:sp>
              <p:nvSpPr>
                <p:cNvPr id="8889" name="Textfeld 888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8887" name="Textfeld 8886"/>
              <p:cNvSpPr txBox="1"/>
              <p:nvPr/>
            </p:nvSpPr>
            <p:spPr>
              <a:xfrm>
                <a:off x="1116267" y="2253342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600" dirty="0">
                    <a:latin typeface="Arial" panose="020B0604020202020204" pitchFamily="34" charset="0"/>
                    <a:cs typeface="Arial" panose="020B0604020202020204" pitchFamily="34" charset="0"/>
                  </a:rPr>
                  <a:t>BC2&amp;3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61" name="Gruppieren 2660"/>
            <p:cNvGrpSpPr/>
            <p:nvPr/>
          </p:nvGrpSpPr>
          <p:grpSpPr>
            <a:xfrm>
              <a:off x="5600322" y="2851896"/>
              <a:ext cx="2844318" cy="1655156"/>
              <a:chOff x="2585049" y="1276147"/>
              <a:chExt cx="2844318" cy="1655156"/>
            </a:xfrm>
          </p:grpSpPr>
          <p:grpSp>
            <p:nvGrpSpPr>
              <p:cNvPr id="2662" name="Gruppieren 2661"/>
              <p:cNvGrpSpPr/>
              <p:nvPr/>
            </p:nvGrpSpPr>
            <p:grpSpPr>
              <a:xfrm>
                <a:off x="2828815" y="1278375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2852" name="Gruppieren 2851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2854" name="Gruppieren 2853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2856" name="Rechteck 285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857" name="Rechteck 285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58" name="Ellipse 285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859" name="Ellipse 285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0" name="Ellipse 285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1" name="Ellipse 286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2" name="Ellipse 286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3" name="Ellipse 286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4" name="Ellipse 286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5" name="Ellipse 286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6" name="Rechteck 286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7" name="Rechteck 286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8" name="Rechteck 286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9" name="Rechteck 286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70" name="Rechteck 286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71" name="Rechteck 287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72" name="Rechteck 287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73" name="Rechteck 287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855" name="Textfeld 285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2853" name="Textfeld 285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2663" name="Rechteck 2662"/>
              <p:cNvSpPr/>
              <p:nvPr/>
            </p:nvSpPr>
            <p:spPr>
              <a:xfrm>
                <a:off x="2589431" y="1441076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64" name="Rechteck 2663"/>
              <p:cNvSpPr/>
              <p:nvPr/>
            </p:nvSpPr>
            <p:spPr>
              <a:xfrm>
                <a:off x="2666207" y="1622476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65" name="Rechteck 2664"/>
              <p:cNvSpPr/>
              <p:nvPr/>
            </p:nvSpPr>
            <p:spPr>
              <a:xfrm>
                <a:off x="2622733" y="1665152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66" name="Rechteck 2665"/>
              <p:cNvSpPr/>
              <p:nvPr/>
            </p:nvSpPr>
            <p:spPr>
              <a:xfrm>
                <a:off x="2666877" y="223096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67" name="Rechteck 2666"/>
              <p:cNvSpPr/>
              <p:nvPr/>
            </p:nvSpPr>
            <p:spPr>
              <a:xfrm>
                <a:off x="2623403" y="227364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668" name="Gruppieren 2667"/>
              <p:cNvGrpSpPr/>
              <p:nvPr/>
            </p:nvGrpSpPr>
            <p:grpSpPr>
              <a:xfrm>
                <a:off x="3152305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822" name="Gruppieren 2821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824" name="Gruppieren 2823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826" name="Rechteck 282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827" name="Rechteck 282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28" name="Ellipse 282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829" name="Ellipse 282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30" name="Textfeld 282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831" name="Textfeld 283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2832" name="Ellipse 283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33" name="Ellipse 283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34" name="Textfeld 283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835" name="Textfeld 283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836" name="Ellipse 283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37" name="Ellipse 283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38" name="Textfeld 283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2839" name="Textfeld 283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2840" name="Ellipse 283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1" name="Ellipse 284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2" name="Textfeld 284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2843" name="Textfeld 284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2844" name="Rechteck 284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5" name="Rechteck 284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6" name="Rechteck 284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7" name="Rechteck 284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8" name="Rechteck 284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9" name="Rechteck 284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50" name="Rechteck 284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51" name="Rechteck 285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825" name="Textfeld 282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823" name="Textfeld 282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EL1008</a:t>
                  </a:r>
                </a:p>
              </p:txBody>
            </p:sp>
          </p:grpSp>
          <p:grpSp>
            <p:nvGrpSpPr>
              <p:cNvPr id="2669" name="Gruppieren 2668"/>
              <p:cNvGrpSpPr/>
              <p:nvPr/>
            </p:nvGrpSpPr>
            <p:grpSpPr>
              <a:xfrm>
                <a:off x="3800828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792" name="Gruppieren 2791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794" name="Gruppieren 2793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796" name="Rechteck 279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97" name="Rechteck 279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98" name="Ellipse 279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99" name="Ellipse 279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00" name="Textfeld 279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801" name="Textfeld 280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2802" name="Ellipse 280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03" name="Ellipse 280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04" name="Textfeld 280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2805" name="Textfeld 280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2806" name="Ellipse 280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07" name="Ellipse 280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08" name="Textfeld 280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809" name="Textfeld 280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2810" name="Ellipse 280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1" name="Ellipse 281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2" name="Textfeld 281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813" name="Textfeld 281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2814" name="Rechteck 281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5" name="Rechteck 281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6" name="Rechteck 281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7" name="Rechteck 281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8" name="Rechteck 281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9" name="Rechteck 281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20" name="Rechteck 281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21" name="Rechteck 282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2793" name="Textfeld 279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2670" name="Gruppieren 2669"/>
              <p:cNvGrpSpPr/>
              <p:nvPr/>
            </p:nvGrpSpPr>
            <p:grpSpPr>
              <a:xfrm>
                <a:off x="4126906" y="1278375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2770" name="Gruppieren 2769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2772" name="Gruppieren 2771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2774" name="Rechteck 277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75" name="Rechteck 277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76" name="Ellipse 277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77" name="Ellipse 277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78" name="Ellipse 277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79" name="Ellipse 277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0" name="Ellipse 27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1" name="Ellipse 27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2" name="Ellipse 278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3" name="Ellipse 278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4" name="Rechteck 278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5" name="Rechteck 278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6" name="Rechteck 278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7" name="Rechteck 278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8" name="Rechteck 278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9" name="Rechteck 278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90" name="Rechteck 278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91" name="Rechteck 279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773" name="Textfeld 277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2771" name="Textfeld 277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2671" name="Gruppieren 2670"/>
              <p:cNvGrpSpPr/>
              <p:nvPr/>
            </p:nvGrpSpPr>
            <p:grpSpPr>
              <a:xfrm>
                <a:off x="4451181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740" name="Gruppieren 273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742" name="Gruppieren 274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744" name="Rechteck 274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45" name="Rechteck 274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46" name="Ellipse 274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47" name="Ellipse 274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48" name="Textfeld 274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749" name="Textfeld 2748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2750" name="Ellipse 274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51" name="Ellipse 275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52" name="Textfeld 275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753" name="Textfeld 275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754" name="Ellipse 275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55" name="Ellipse 275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56" name="Textfeld 2755"/>
                    <p:cNvSpPr txBox="1"/>
                    <p:nvPr/>
                  </p:nvSpPr>
                  <p:spPr>
                    <a:xfrm>
                      <a:off x="1692643" y="2203235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2757" name="Textfeld 2756"/>
                    <p:cNvSpPr txBox="1"/>
                    <p:nvPr/>
                  </p:nvSpPr>
                  <p:spPr>
                    <a:xfrm>
                      <a:off x="1818539" y="219770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2758" name="Ellipse 275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59" name="Ellipse 275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0" name="Textfeld 2759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2761" name="Textfeld 2760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2762" name="Rechteck 276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3" name="Rechteck 276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4" name="Rechteck 276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5" name="Rechteck 276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6" name="Rechteck 276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7" name="Rechteck 276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8" name="Rechteck 276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9" name="Rechteck 276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743" name="Textfeld 274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2741" name="Textfeld 274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EL2008</a:t>
                  </a:r>
                </a:p>
              </p:txBody>
            </p:sp>
          </p:grpSp>
          <p:grpSp>
            <p:nvGrpSpPr>
              <p:cNvPr id="2672" name="Gruppieren 2671"/>
              <p:cNvGrpSpPr/>
              <p:nvPr/>
            </p:nvGrpSpPr>
            <p:grpSpPr>
              <a:xfrm>
                <a:off x="4778637" y="1278375"/>
                <a:ext cx="326518" cy="1652928"/>
                <a:chOff x="1692724" y="1141150"/>
                <a:chExt cx="326518" cy="1652928"/>
              </a:xfrm>
            </p:grpSpPr>
            <p:grpSp>
              <p:nvGrpSpPr>
                <p:cNvPr id="2712" name="Gruppieren 2711"/>
                <p:cNvGrpSpPr/>
                <p:nvPr/>
              </p:nvGrpSpPr>
              <p:grpSpPr>
                <a:xfrm>
                  <a:off x="1692724" y="1141150"/>
                  <a:ext cx="326518" cy="1536639"/>
                  <a:chOff x="1692724" y="1141150"/>
                  <a:chExt cx="326518" cy="1536639"/>
                </a:xfrm>
              </p:grpSpPr>
              <p:grpSp>
                <p:nvGrpSpPr>
                  <p:cNvPr id="2714" name="Gruppieren 2713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2716" name="Rechteck 271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17" name="Rechteck 271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18" name="Ellipse 271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19" name="Ellipse 271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20" name="Textfeld 271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721" name="Textfeld 272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2722" name="Ellipse 272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23" name="Ellipse 272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24" name="Ellipse 272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25" name="Ellipse 272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26" name="Textfeld 272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2727" name="Textfeld 272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2728" name="Ellipse 272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29" name="Ellipse 272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0" name="Textfeld 2729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2731" name="Textfeld 2730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2732" name="Rechteck 273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3" name="Rechteck 273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4" name="Rechteck 273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5" name="Rechteck 273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6" name="Rechteck 273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7" name="Rechteck 273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8" name="Rechteck 273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9" name="Rechteck 273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715" name="Textfeld 271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2713" name="Textfeld 271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EL4102</a:t>
                  </a:r>
                </a:p>
              </p:txBody>
            </p:sp>
          </p:grpSp>
          <p:grpSp>
            <p:nvGrpSpPr>
              <p:cNvPr id="2673" name="Gruppieren 2672"/>
              <p:cNvGrpSpPr/>
              <p:nvPr/>
            </p:nvGrpSpPr>
            <p:grpSpPr>
              <a:xfrm>
                <a:off x="5104417" y="1276147"/>
                <a:ext cx="324950" cy="1655156"/>
                <a:chOff x="1694292" y="1138922"/>
                <a:chExt cx="324950" cy="1655156"/>
              </a:xfrm>
            </p:grpSpPr>
            <p:grpSp>
              <p:nvGrpSpPr>
                <p:cNvPr id="2708" name="Gruppieren 2707"/>
                <p:cNvGrpSpPr/>
                <p:nvPr/>
              </p:nvGrpSpPr>
              <p:grpSpPr>
                <a:xfrm>
                  <a:off x="1702262" y="1138922"/>
                  <a:ext cx="316980" cy="1490291"/>
                  <a:chOff x="1702262" y="1138922"/>
                  <a:chExt cx="316980" cy="1490291"/>
                </a:xfrm>
              </p:grpSpPr>
              <p:sp>
                <p:nvSpPr>
                  <p:cNvPr id="2710" name="Rechteck 27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1" name="Textfeld 2710"/>
                  <p:cNvSpPr txBox="1"/>
                  <p:nvPr/>
                </p:nvSpPr>
                <p:spPr>
                  <a:xfrm>
                    <a:off x="1734216" y="1138922"/>
                    <a:ext cx="262125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2709" name="Textfeld 270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674" name="Rechteck 2673"/>
              <p:cNvSpPr/>
              <p:nvPr/>
            </p:nvSpPr>
            <p:spPr>
              <a:xfrm>
                <a:off x="3839234" y="1359694"/>
                <a:ext cx="262210" cy="137559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2675" name="Textfeld 2674"/>
              <p:cNvSpPr txBox="1"/>
              <p:nvPr/>
            </p:nvSpPr>
            <p:spPr>
              <a:xfrm>
                <a:off x="2585049" y="2763149"/>
                <a:ext cx="244713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BC5</a:t>
                </a:r>
              </a:p>
            </p:txBody>
          </p:sp>
          <p:grpSp>
            <p:nvGrpSpPr>
              <p:cNvPr id="2676" name="Gruppieren 2675"/>
              <p:cNvGrpSpPr/>
              <p:nvPr/>
            </p:nvGrpSpPr>
            <p:grpSpPr>
              <a:xfrm>
                <a:off x="3476849" y="1278375"/>
                <a:ext cx="327049" cy="1652928"/>
                <a:chOff x="3479230" y="1278375"/>
                <a:chExt cx="327049" cy="1652928"/>
              </a:xfrm>
            </p:grpSpPr>
            <p:grpSp>
              <p:nvGrpSpPr>
                <p:cNvPr id="2677" name="Gruppieren 2676"/>
                <p:cNvGrpSpPr/>
                <p:nvPr/>
              </p:nvGrpSpPr>
              <p:grpSpPr>
                <a:xfrm>
                  <a:off x="3479230" y="1278375"/>
                  <a:ext cx="327049" cy="1652928"/>
                  <a:chOff x="1692193" y="1141150"/>
                  <a:chExt cx="327049" cy="1652928"/>
                </a:xfrm>
              </p:grpSpPr>
              <p:grpSp>
                <p:nvGrpSpPr>
                  <p:cNvPr id="2681" name="Gruppieren 2680"/>
                  <p:cNvGrpSpPr/>
                  <p:nvPr/>
                </p:nvGrpSpPr>
                <p:grpSpPr>
                  <a:xfrm>
                    <a:off x="1692193" y="1141150"/>
                    <a:ext cx="327049" cy="1488063"/>
                    <a:chOff x="1692193" y="1141150"/>
                    <a:chExt cx="327049" cy="1488063"/>
                  </a:xfrm>
                </p:grpSpPr>
                <p:grpSp>
                  <p:nvGrpSpPr>
                    <p:cNvPr id="2683" name="Gruppieren 2682"/>
                    <p:cNvGrpSpPr/>
                    <p:nvPr/>
                  </p:nvGrpSpPr>
                  <p:grpSpPr>
                    <a:xfrm>
                      <a:off x="1692193" y="1191341"/>
                      <a:ext cx="327049" cy="1437872"/>
                      <a:chOff x="1692193" y="1191341"/>
                      <a:chExt cx="327049" cy="1437872"/>
                    </a:xfrm>
                  </p:grpSpPr>
                  <p:sp>
                    <p:nvSpPr>
                      <p:cNvPr id="2685" name="Rechteck 2684"/>
                      <p:cNvSpPr/>
                      <p:nvPr/>
                    </p:nvSpPr>
                    <p:spPr>
                      <a:xfrm>
                        <a:off x="1702262" y="1191341"/>
                        <a:ext cx="316980" cy="1437872"/>
                      </a:xfrm>
                      <a:prstGeom prst="rect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  <p:sp>
                    <p:nvSpPr>
                      <p:cNvPr id="2686" name="Rechteck 2685"/>
                      <p:cNvSpPr/>
                      <p:nvPr/>
                    </p:nvSpPr>
                    <p:spPr>
                      <a:xfrm>
                        <a:off x="1767423" y="1364505"/>
                        <a:ext cx="196168" cy="278312"/>
                      </a:xfrm>
                      <a:prstGeom prst="rect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87" name="Ellipse 2686"/>
                      <p:cNvSpPr/>
                      <p:nvPr/>
                    </p:nvSpPr>
                    <p:spPr>
                      <a:xfrm>
                        <a:off x="1758056" y="1706520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2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88" name="Ellipse 2687"/>
                      <p:cNvSpPr/>
                      <p:nvPr/>
                    </p:nvSpPr>
                    <p:spPr>
                      <a:xfrm>
                        <a:off x="1883702" y="1706520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2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89" name="Textfeld 2688"/>
                      <p:cNvSpPr txBox="1"/>
                      <p:nvPr/>
                    </p:nvSpPr>
                    <p:spPr>
                      <a:xfrm>
                        <a:off x="1723488" y="1770599"/>
                        <a:ext cx="166687" cy="177312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lIns="0" tIns="0" rIns="0" bIns="0" rtlCol="0" anchor="ctr" anchorCtr="1">
                        <a:noAutofit/>
                      </a:bodyPr>
                      <a:lstStyle/>
                      <a:p>
                        <a:r>
                          <a:rPr lang="de-DE" sz="900" dirty="0"/>
                          <a:t>A1</a:t>
                        </a:r>
                        <a:endParaRPr lang="de-DE" sz="1400" dirty="0"/>
                      </a:p>
                    </p:txBody>
                  </p:sp>
                  <p:sp>
                    <p:nvSpPr>
                      <p:cNvPr id="2690" name="Ellipse 2689"/>
                      <p:cNvSpPr/>
                      <p:nvPr/>
                    </p:nvSpPr>
                    <p:spPr>
                      <a:xfrm>
                        <a:off x="1757525" y="193855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91" name="Ellipse 2690"/>
                      <p:cNvSpPr/>
                      <p:nvPr/>
                    </p:nvSpPr>
                    <p:spPr>
                      <a:xfrm>
                        <a:off x="1883171" y="193855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92" name="Textfeld 2691"/>
                      <p:cNvSpPr txBox="1"/>
                      <p:nvPr/>
                    </p:nvSpPr>
                    <p:spPr>
                      <a:xfrm>
                        <a:off x="1692193" y="1967270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693" name="Textfeld 2692"/>
                      <p:cNvSpPr txBox="1"/>
                      <p:nvPr/>
                    </p:nvSpPr>
                    <p:spPr>
                      <a:xfrm>
                        <a:off x="1818721" y="1963169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694" name="Ellipse 2693"/>
                      <p:cNvSpPr/>
                      <p:nvPr/>
                    </p:nvSpPr>
                    <p:spPr>
                      <a:xfrm>
                        <a:off x="1758056" y="216741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95" name="Ellipse 2694"/>
                      <p:cNvSpPr/>
                      <p:nvPr/>
                    </p:nvSpPr>
                    <p:spPr>
                      <a:xfrm>
                        <a:off x="1883702" y="216741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96" name="Textfeld 2695"/>
                      <p:cNvSpPr txBox="1"/>
                      <p:nvPr/>
                    </p:nvSpPr>
                    <p:spPr>
                      <a:xfrm>
                        <a:off x="1692724" y="2196130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-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697" name="Textfeld 2696"/>
                      <p:cNvSpPr txBox="1"/>
                      <p:nvPr/>
                    </p:nvSpPr>
                    <p:spPr>
                      <a:xfrm>
                        <a:off x="1819252" y="2192029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-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698" name="Ellipse 2697"/>
                      <p:cNvSpPr/>
                      <p:nvPr/>
                    </p:nvSpPr>
                    <p:spPr>
                      <a:xfrm>
                        <a:off x="1761392" y="2395154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  <p:sp>
                    <p:nvSpPr>
                      <p:cNvPr id="2699" name="Ellipse 2698"/>
                      <p:cNvSpPr/>
                      <p:nvPr/>
                    </p:nvSpPr>
                    <p:spPr>
                      <a:xfrm>
                        <a:off x="1887038" y="2395154"/>
                        <a:ext cx="80420" cy="79775"/>
                      </a:xfrm>
                      <a:prstGeom prst="ellipse">
                        <a:avLst/>
                      </a:prstGeom>
                      <a:noFill/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0" name="Rechteck 2699"/>
                      <p:cNvSpPr/>
                      <p:nvPr/>
                    </p:nvSpPr>
                    <p:spPr>
                      <a:xfrm>
                        <a:off x="1790642" y="1385143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1" name="Rechteck 2700"/>
                      <p:cNvSpPr/>
                      <p:nvPr/>
                    </p:nvSpPr>
                    <p:spPr>
                      <a:xfrm>
                        <a:off x="1790642" y="1447529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2" name="Rechteck 2701"/>
                      <p:cNvSpPr/>
                      <p:nvPr/>
                    </p:nvSpPr>
                    <p:spPr>
                      <a:xfrm>
                        <a:off x="1790642" y="1509915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3" name="Rechteck 2702"/>
                      <p:cNvSpPr/>
                      <p:nvPr/>
                    </p:nvSpPr>
                    <p:spPr>
                      <a:xfrm>
                        <a:off x="1790642" y="1576066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4" name="Rechteck 2703"/>
                      <p:cNvSpPr/>
                      <p:nvPr/>
                    </p:nvSpPr>
                    <p:spPr>
                      <a:xfrm>
                        <a:off x="1877274" y="1385143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5" name="Rechteck 2704"/>
                      <p:cNvSpPr/>
                      <p:nvPr/>
                    </p:nvSpPr>
                    <p:spPr>
                      <a:xfrm>
                        <a:off x="1877274" y="1447529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6" name="Rechteck 2705"/>
                      <p:cNvSpPr/>
                      <p:nvPr/>
                    </p:nvSpPr>
                    <p:spPr>
                      <a:xfrm>
                        <a:off x="1877274" y="1509915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7" name="Rechteck 2706"/>
                      <p:cNvSpPr/>
                      <p:nvPr/>
                    </p:nvSpPr>
                    <p:spPr>
                      <a:xfrm>
                        <a:off x="1877274" y="1576066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</p:grpSp>
                <p:sp>
                  <p:nvSpPr>
                    <p:cNvPr id="2684" name="Textfeld 2683"/>
                    <p:cNvSpPr txBox="1"/>
                    <p:nvPr/>
                  </p:nvSpPr>
                  <p:spPr>
                    <a:xfrm>
                      <a:off x="1732167" y="1141150"/>
                      <a:ext cx="244998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p:txBody>
                </p:sp>
              </p:grpSp>
              <p:sp>
                <p:nvSpPr>
                  <p:cNvPr id="2682" name="Textfeld 2681"/>
                  <p:cNvSpPr txBox="1"/>
                  <p:nvPr/>
                </p:nvSpPr>
                <p:spPr>
                  <a:xfrm>
                    <a:off x="1694292" y="2628305"/>
                    <a:ext cx="324950" cy="165773"/>
                  </a:xfrm>
                  <a:prstGeom prst="rect">
                    <a:avLst/>
                  </a:prstGeom>
                  <a:noFill/>
                  <a:ln w="0">
                    <a:solidFill>
                      <a:schemeClr val="tx1"/>
                    </a:solidFill>
                  </a:ln>
                </p:spPr>
                <p:txBody>
                  <a:bodyPr wrap="none" lIns="0" rtlCol="0">
                    <a:noAutofit/>
                  </a:bodyPr>
                  <a:lstStyle/>
                  <a:p>
                    <a:r>
                      <a:rPr lang="de-DE" sz="7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EL5152</a:t>
                    </a:r>
                  </a:p>
                </p:txBody>
              </p:sp>
            </p:grpSp>
            <p:sp>
              <p:nvSpPr>
                <p:cNvPr id="2678" name="Textfeld 2677"/>
                <p:cNvSpPr txBox="1"/>
                <p:nvPr/>
              </p:nvSpPr>
              <p:spPr>
                <a:xfrm>
                  <a:off x="3639315" y="1908127"/>
                  <a:ext cx="166687" cy="17731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1">
                  <a:noAutofit/>
                </a:bodyPr>
                <a:lstStyle/>
                <a:p>
                  <a:r>
                    <a:rPr lang="de-DE" sz="900" dirty="0"/>
                    <a:t>B1</a:t>
                  </a:r>
                  <a:endParaRPr lang="de-DE" sz="1400" dirty="0"/>
                </a:p>
              </p:txBody>
            </p:sp>
            <p:sp>
              <p:nvSpPr>
                <p:cNvPr id="2679" name="Textfeld 2678"/>
                <p:cNvSpPr txBox="1"/>
                <p:nvPr/>
              </p:nvSpPr>
              <p:spPr>
                <a:xfrm>
                  <a:off x="3509328" y="2601891"/>
                  <a:ext cx="166687" cy="17731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1">
                  <a:noAutofit/>
                </a:bodyPr>
                <a:lstStyle/>
                <a:p>
                  <a:r>
                    <a:rPr lang="de-DE" sz="900" dirty="0"/>
                    <a:t>A2</a:t>
                  </a:r>
                  <a:endParaRPr lang="de-DE" sz="1400" dirty="0"/>
                </a:p>
              </p:txBody>
            </p:sp>
            <p:sp>
              <p:nvSpPr>
                <p:cNvPr id="2680" name="Textfeld 2679"/>
                <p:cNvSpPr txBox="1"/>
                <p:nvPr/>
              </p:nvSpPr>
              <p:spPr>
                <a:xfrm>
                  <a:off x="3636674" y="2600854"/>
                  <a:ext cx="166687" cy="17731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1">
                  <a:noAutofit/>
                </a:bodyPr>
                <a:lstStyle/>
                <a:p>
                  <a:r>
                    <a:rPr lang="de-DE" sz="900" dirty="0"/>
                    <a:t>B2</a:t>
                  </a:r>
                  <a:endParaRPr lang="de-DE" sz="1400" dirty="0"/>
                </a:p>
              </p:txBody>
            </p:sp>
          </p:grpSp>
        </p:grpSp>
        <p:grpSp>
          <p:nvGrpSpPr>
            <p:cNvPr id="2" name="Gruppieren 1"/>
            <p:cNvGrpSpPr/>
            <p:nvPr/>
          </p:nvGrpSpPr>
          <p:grpSpPr>
            <a:xfrm>
              <a:off x="396407" y="940698"/>
              <a:ext cx="4806473" cy="1654905"/>
              <a:chOff x="396407" y="940698"/>
              <a:chExt cx="4806473" cy="1654905"/>
            </a:xfrm>
          </p:grpSpPr>
          <p:grpSp>
            <p:nvGrpSpPr>
              <p:cNvPr id="2875" name="Gruppieren 2874"/>
              <p:cNvGrpSpPr/>
              <p:nvPr/>
            </p:nvGrpSpPr>
            <p:grpSpPr>
              <a:xfrm>
                <a:off x="641198" y="942675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3391" name="Gruppieren 3390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3393" name="Gruppieren 3392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3395" name="Rechteck 339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96" name="Rechteck 339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7" name="Ellipse 339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98" name="Ellipse 339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9" name="Ellipse 339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0" name="Ellipse 339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1" name="Ellipse 340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2" name="Ellipse 340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3" name="Ellipse 340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4" name="Ellipse 340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5" name="Rechteck 340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6" name="Rechteck 340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7" name="Rechteck 340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8" name="Rechteck 340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9" name="Rechteck 340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0" name="Rechteck 340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1" name="Rechteck 341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2" name="Rechteck 341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94" name="Textfeld 339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3392" name="Textfeld 339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BK1100</a:t>
                  </a:r>
                </a:p>
              </p:txBody>
            </p:sp>
          </p:grpSp>
          <p:sp>
            <p:nvSpPr>
              <p:cNvPr id="2876" name="Rechteck 2875"/>
              <p:cNvSpPr/>
              <p:nvPr/>
            </p:nvSpPr>
            <p:spPr>
              <a:xfrm>
                <a:off x="401814" y="1105376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77" name="Rechteck 2876"/>
              <p:cNvSpPr/>
              <p:nvPr/>
            </p:nvSpPr>
            <p:spPr>
              <a:xfrm>
                <a:off x="478590" y="1286776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78" name="Rechteck 2877"/>
              <p:cNvSpPr/>
              <p:nvPr/>
            </p:nvSpPr>
            <p:spPr>
              <a:xfrm>
                <a:off x="435116" y="1329452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79" name="Rechteck 2878"/>
              <p:cNvSpPr/>
              <p:nvPr/>
            </p:nvSpPr>
            <p:spPr>
              <a:xfrm>
                <a:off x="479260" y="189526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80" name="Rechteck 2879"/>
              <p:cNvSpPr/>
              <p:nvPr/>
            </p:nvSpPr>
            <p:spPr>
              <a:xfrm>
                <a:off x="435786" y="193794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881" name="Gruppieren 2880"/>
              <p:cNvGrpSpPr/>
              <p:nvPr/>
            </p:nvGrpSpPr>
            <p:grpSpPr>
              <a:xfrm>
                <a:off x="1291613" y="9426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361" name="Gruppieren 336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363" name="Gruppieren 336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365" name="Rechteck 336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66" name="Rechteck 336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67" name="Ellipse 336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68" name="Ellipse 336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69" name="Textfeld 336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370" name="Textfeld 336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371" name="Ellipse 337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2" name="Ellipse 337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3" name="Textfeld 337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4" name="Textfeld 337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5" name="Ellipse 337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6" name="Ellipse 337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7" name="Textfeld 337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8" name="Textfeld 337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9" name="Ellipse 337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80" name="Ellipse 337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1" name="Textfeld 338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382" name="Textfeld 338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383" name="Rechteck 338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4" name="Rechteck 338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5" name="Rechteck 338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6" name="Rechteck 338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7" name="Rechteck 338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8" name="Rechteck 338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9" name="Rechteck 338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0" name="Rechteck 338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64" name="Textfeld 336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362" name="Textfeld 336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2882" name="Gruppieren 2881"/>
              <p:cNvGrpSpPr/>
              <p:nvPr/>
            </p:nvGrpSpPr>
            <p:grpSpPr>
              <a:xfrm>
                <a:off x="1615592" y="9426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331" name="Gruppieren 333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333" name="Gruppieren 333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335" name="Rechteck 333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36" name="Rechteck 333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37" name="Ellipse 333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38" name="Ellipse 333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39" name="Textfeld 333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340" name="Textfeld 333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341" name="Ellipse 334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42" name="Ellipse 334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43" name="Textfeld 334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44" name="Textfeld 334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45" name="Ellipse 334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46" name="Ellipse 334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47" name="Textfeld 334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48" name="Textfeld 334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49" name="Ellipse 334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0" name="Ellipse 334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1" name="Textfeld 335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352" name="Textfeld 335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353" name="Rechteck 335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4" name="Rechteck 335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5" name="Rechteck 335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6" name="Rechteck 335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7" name="Rechteck 335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8" name="Rechteck 335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9" name="Rechteck 335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60" name="Rechteck 335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34" name="Textfeld 333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3332" name="Textfeld 333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2883" name="Gruppieren 2882"/>
              <p:cNvGrpSpPr/>
              <p:nvPr/>
            </p:nvGrpSpPr>
            <p:grpSpPr>
              <a:xfrm>
                <a:off x="1939571" y="9426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301" name="Gruppieren 330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303" name="Gruppieren 330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305" name="Rechteck 330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06" name="Rechteck 330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07" name="Ellipse 330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08" name="Ellipse 330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09" name="Textfeld 330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310" name="Textfeld 330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311" name="Ellipse 331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12" name="Ellipse 331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13" name="Textfeld 331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14" name="Textfeld 331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15" name="Ellipse 331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16" name="Ellipse 331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17" name="Textfeld 331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18" name="Textfeld 331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19" name="Ellipse 331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0" name="Ellipse 331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1" name="Textfeld 332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322" name="Textfeld 332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323" name="Rechteck 332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4" name="Rechteck 332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5" name="Rechteck 332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6" name="Rechteck 332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7" name="Rechteck 332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8" name="Rechteck 332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9" name="Rechteck 332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30" name="Rechteck 332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04" name="Textfeld 330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3302" name="Textfeld 330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2884" name="Gruppieren 2883"/>
              <p:cNvGrpSpPr/>
              <p:nvPr/>
            </p:nvGrpSpPr>
            <p:grpSpPr>
              <a:xfrm>
                <a:off x="2921140" y="942675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3279" name="Gruppieren 3278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3281" name="Gruppieren 3280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3283" name="Rechteck 32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84" name="Rechteck 32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85" name="Ellipse 32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86" name="Ellipse 32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87" name="Ellipse 328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88" name="Ellipse 328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89" name="Ellipse 328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0" name="Ellipse 328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91" name="Ellipse 329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2" name="Ellipse 329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3" name="Rechteck 329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4" name="Rechteck 329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5" name="Rechteck 329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6" name="Rechteck 329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7" name="Rechteck 329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8" name="Rechteck 329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9" name="Rechteck 329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00" name="Rechteck 329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82" name="Textfeld 32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3280" name="Textfeld 32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2885" name="Gruppieren 2884"/>
              <p:cNvGrpSpPr/>
              <p:nvPr/>
            </p:nvGrpSpPr>
            <p:grpSpPr>
              <a:xfrm>
                <a:off x="3245966" y="9426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089" name="Gruppieren 308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091" name="Gruppieren 309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93" name="Rechteck 309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94" name="Rechteck 309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5" name="Ellipse 309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6" name="Ellipse 309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7" name="Textfeld 309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98" name="Textfeld 309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099" name="Ellipse 309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0" name="Ellipse 309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1" name="Textfeld 310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02" name="Textfeld 310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03" name="Ellipse 310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4" name="Ellipse 310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5" name="Textfeld 310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06" name="Textfeld 310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07" name="Ellipse 310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108" name="Ellipse 310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9" name="Textfeld 310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10" name="Textfeld 310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11" name="Rechteck 311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12" name="Rechteck 311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3" name="Rechteck 327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4" name="Rechteck 327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5" name="Rechteck 327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6" name="Rechteck 327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7" name="Rechteck 327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8" name="Rechteck 327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92" name="Textfeld 309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3090" name="Textfeld 308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2886" name="Gruppieren 2885"/>
              <p:cNvGrpSpPr/>
              <p:nvPr/>
            </p:nvGrpSpPr>
            <p:grpSpPr>
              <a:xfrm>
                <a:off x="3569945" y="942675"/>
                <a:ext cx="417638" cy="1652928"/>
                <a:chOff x="1692193" y="1141150"/>
                <a:chExt cx="417638" cy="1652928"/>
              </a:xfrm>
            </p:grpSpPr>
            <p:grpSp>
              <p:nvGrpSpPr>
                <p:cNvPr id="3059" name="Gruppieren 3058"/>
                <p:cNvGrpSpPr/>
                <p:nvPr/>
              </p:nvGrpSpPr>
              <p:grpSpPr>
                <a:xfrm>
                  <a:off x="1692193" y="1141150"/>
                  <a:ext cx="417638" cy="1536639"/>
                  <a:chOff x="1692193" y="1141150"/>
                  <a:chExt cx="417638" cy="1536639"/>
                </a:xfrm>
              </p:grpSpPr>
              <p:grpSp>
                <p:nvGrpSpPr>
                  <p:cNvPr id="3061" name="Gruppieren 306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63" name="Rechteck 306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64" name="Rechteck 306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65" name="Ellipse 306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66" name="Ellipse 306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67" name="Textfeld 306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68" name="Textfeld 306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069" name="Ellipse 306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0" name="Ellipse 306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1" name="Textfeld 307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72" name="Textfeld 307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73" name="Ellipse 307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4" name="Ellipse 307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5" name="Textfeld 307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76" name="Textfeld 307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77" name="Ellipse 307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8" name="Ellipse 307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9" name="Textfeld 307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080" name="Textfeld 307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081" name="Rechteck 308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2" name="Rechteck 308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3" name="Rechteck 308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4" name="Rechteck 308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5" name="Rechteck 308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6" name="Rechteck 308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7" name="Rechteck 308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8" name="Rechteck 308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62" name="Textfeld 3061"/>
                  <p:cNvSpPr txBox="1"/>
                  <p:nvPr/>
                </p:nvSpPr>
                <p:spPr>
                  <a:xfrm>
                    <a:off x="1706289" y="1141150"/>
                    <a:ext cx="403542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10</a:t>
                    </a:r>
                  </a:p>
                </p:txBody>
              </p:sp>
            </p:grpSp>
            <p:sp>
              <p:nvSpPr>
                <p:cNvPr id="3060" name="Textfeld 305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2887" name="Gruppieren 2886"/>
              <p:cNvGrpSpPr/>
              <p:nvPr/>
            </p:nvGrpSpPr>
            <p:grpSpPr>
              <a:xfrm>
                <a:off x="3893924" y="942675"/>
                <a:ext cx="371759" cy="1652928"/>
                <a:chOff x="1692193" y="1141150"/>
                <a:chExt cx="371759" cy="1652928"/>
              </a:xfrm>
            </p:grpSpPr>
            <p:grpSp>
              <p:nvGrpSpPr>
                <p:cNvPr id="3029" name="Gruppieren 3028"/>
                <p:cNvGrpSpPr/>
                <p:nvPr/>
              </p:nvGrpSpPr>
              <p:grpSpPr>
                <a:xfrm>
                  <a:off x="1692193" y="1141150"/>
                  <a:ext cx="371759" cy="1536639"/>
                  <a:chOff x="1692193" y="1141150"/>
                  <a:chExt cx="371759" cy="1536639"/>
                </a:xfrm>
              </p:grpSpPr>
              <p:grpSp>
                <p:nvGrpSpPr>
                  <p:cNvPr id="3031" name="Gruppieren 303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33" name="Rechteck 303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34" name="Rechteck 303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35" name="Ellipse 303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36" name="Ellipse 303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37" name="Textfeld 303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38" name="Textfeld 303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039" name="Ellipse 303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0" name="Ellipse 303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1" name="Textfeld 304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42" name="Textfeld 304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43" name="Ellipse 304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4" name="Ellipse 304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5" name="Textfeld 304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46" name="Textfeld 304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47" name="Ellipse 304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8" name="Ellipse 304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9" name="Textfeld 304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050" name="Textfeld 304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051" name="Rechteck 305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2" name="Rechteck 305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3" name="Rechteck 305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4" name="Rechteck 305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5" name="Rechteck 305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6" name="Rechteck 305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7" name="Rechteck 305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8" name="Rechteck 305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11</a:t>
                    </a:r>
                  </a:p>
                </p:txBody>
              </p:sp>
            </p:grpSp>
            <p:sp>
              <p:nvSpPr>
                <p:cNvPr id="3030" name="Textfeld 302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2888" name="Gruppieren 2887"/>
              <p:cNvGrpSpPr/>
              <p:nvPr/>
            </p:nvGrpSpPr>
            <p:grpSpPr>
              <a:xfrm>
                <a:off x="4216760" y="94934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2999" name="Gruppieren 2998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3001" name="Gruppieren 300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03" name="Rechteck 300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04" name="Rechteck 300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05" name="Ellipse 300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06" name="Ellipse 300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07" name="Textfeld 300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08" name="Textfeld 300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009" name="Ellipse 300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0" name="Ellipse 300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1" name="Textfeld 301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012" name="Textfeld 301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013" name="Ellipse 301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4" name="Ellipse 301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5" name="Textfeld 301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016" name="Textfeld 301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017" name="Ellipse 301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8" name="Ellipse 301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9" name="Textfeld 301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020" name="Textfeld 301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021" name="Rechteck 302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2" name="Rechteck 302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3" name="Rechteck 302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4" name="Rechteck 302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5" name="Rechteck 302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6" name="Rechteck 302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7" name="Rechteck 302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8" name="Rechteck 302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02" name="Textfeld 3001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12</a:t>
                    </a:r>
                  </a:p>
                </p:txBody>
              </p:sp>
            </p:grpSp>
            <p:sp>
              <p:nvSpPr>
                <p:cNvPr id="3000" name="Textfeld 299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889" name="Rechteck 2888"/>
              <p:cNvSpPr/>
              <p:nvPr/>
            </p:nvSpPr>
            <p:spPr>
              <a:xfrm>
                <a:off x="2629758" y="1021865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2890" name="Rechteck 2889"/>
              <p:cNvSpPr/>
              <p:nvPr/>
            </p:nvSpPr>
            <p:spPr>
              <a:xfrm>
                <a:off x="2600190" y="992866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891" name="Textfeld 2890"/>
              <p:cNvSpPr txBox="1"/>
              <p:nvPr/>
            </p:nvSpPr>
            <p:spPr>
              <a:xfrm>
                <a:off x="2595066" y="2429830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  <p:grpSp>
            <p:nvGrpSpPr>
              <p:cNvPr id="2892" name="Gruppieren 2891"/>
              <p:cNvGrpSpPr/>
              <p:nvPr/>
            </p:nvGrpSpPr>
            <p:grpSpPr>
              <a:xfrm>
                <a:off x="4539431" y="94934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2969" name="Gruppieren 2968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2971" name="Gruppieren 297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973" name="Rechteck 297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974" name="Rechteck 297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75" name="Ellipse 297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76" name="Ellipse 297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77" name="Textfeld 297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978" name="Textfeld 297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2979" name="Ellipse 29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0" name="Ellipse 29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1" name="Textfeld 29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82" name="Textfeld 29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83" name="Ellipse 29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4" name="Ellipse 29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5" name="Textfeld 29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986" name="Textfeld 29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987" name="Ellipse 29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8" name="Ellipse 29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9" name="Textfeld 29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2990" name="Textfeld 29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2991" name="Rechteck 29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2" name="Rechteck 29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3" name="Rechteck 29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4" name="Rechteck 29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5" name="Rechteck 29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6" name="Rechteck 29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7" name="Rechteck 299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8" name="Rechteck 299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972" name="Textfeld 2971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13</a:t>
                    </a:r>
                  </a:p>
                </p:txBody>
              </p:sp>
            </p:grpSp>
            <p:sp>
              <p:nvSpPr>
                <p:cNvPr id="2970" name="Textfeld 296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EL3162</a:t>
                  </a:r>
                </a:p>
              </p:txBody>
            </p:sp>
          </p:grpSp>
          <p:grpSp>
            <p:nvGrpSpPr>
              <p:cNvPr id="2893" name="Gruppieren 2892"/>
              <p:cNvGrpSpPr/>
              <p:nvPr/>
            </p:nvGrpSpPr>
            <p:grpSpPr>
              <a:xfrm>
                <a:off x="4856443" y="957038"/>
                <a:ext cx="346437" cy="1638565"/>
                <a:chOff x="1686699" y="1155513"/>
                <a:chExt cx="346437" cy="1638565"/>
              </a:xfrm>
            </p:grpSpPr>
            <p:grpSp>
              <p:nvGrpSpPr>
                <p:cNvPr id="2965" name="Gruppieren 2964"/>
                <p:cNvGrpSpPr/>
                <p:nvPr/>
              </p:nvGrpSpPr>
              <p:grpSpPr>
                <a:xfrm>
                  <a:off x="1686699" y="1155513"/>
                  <a:ext cx="346437" cy="1473700"/>
                  <a:chOff x="1686699" y="1155513"/>
                  <a:chExt cx="346437" cy="1473700"/>
                </a:xfrm>
              </p:grpSpPr>
              <p:sp>
                <p:nvSpPr>
                  <p:cNvPr id="2967" name="Rechteck 2966"/>
                  <p:cNvSpPr/>
                  <p:nvPr/>
                </p:nvSpPr>
                <p:spPr>
                  <a:xfrm>
                    <a:off x="1702261" y="1191341"/>
                    <a:ext cx="312023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8" name="Textfeld 2967"/>
                  <p:cNvSpPr txBox="1"/>
                  <p:nvPr/>
                </p:nvSpPr>
                <p:spPr>
                  <a:xfrm>
                    <a:off x="1686699" y="1155513"/>
                    <a:ext cx="346437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14</a:t>
                    </a:r>
                  </a:p>
                </p:txBody>
              </p:sp>
            </p:grpSp>
            <p:sp>
              <p:nvSpPr>
                <p:cNvPr id="2966" name="Textfeld 296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894" name="Textfeld 2893"/>
              <p:cNvSpPr txBox="1"/>
              <p:nvPr/>
            </p:nvSpPr>
            <p:spPr>
              <a:xfrm>
                <a:off x="396407" y="2426598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BC1</a:t>
                </a:r>
              </a:p>
            </p:txBody>
          </p:sp>
          <p:grpSp>
            <p:nvGrpSpPr>
              <p:cNvPr id="2895" name="Gruppieren 2894"/>
              <p:cNvGrpSpPr/>
              <p:nvPr/>
            </p:nvGrpSpPr>
            <p:grpSpPr>
              <a:xfrm>
                <a:off x="964688" y="942675"/>
                <a:ext cx="327049" cy="1652928"/>
                <a:chOff x="3131212" y="1103872"/>
                <a:chExt cx="327049" cy="1652928"/>
              </a:xfrm>
            </p:grpSpPr>
            <p:grpSp>
              <p:nvGrpSpPr>
                <p:cNvPr id="2934" name="Gruppieren 2933"/>
                <p:cNvGrpSpPr/>
                <p:nvPr/>
              </p:nvGrpSpPr>
              <p:grpSpPr>
                <a:xfrm>
                  <a:off x="3131212" y="1103872"/>
                  <a:ext cx="327049" cy="1652928"/>
                  <a:chOff x="1692193" y="1141150"/>
                  <a:chExt cx="327049" cy="1652928"/>
                </a:xfrm>
              </p:grpSpPr>
              <p:grpSp>
                <p:nvGrpSpPr>
                  <p:cNvPr id="2936" name="Gruppieren 2935"/>
                  <p:cNvGrpSpPr/>
                  <p:nvPr/>
                </p:nvGrpSpPr>
                <p:grpSpPr>
                  <a:xfrm>
                    <a:off x="1692193" y="1141150"/>
                    <a:ext cx="327049" cy="1536639"/>
                    <a:chOff x="1692193" y="1141150"/>
                    <a:chExt cx="327049" cy="1536639"/>
                  </a:xfrm>
                </p:grpSpPr>
                <p:grpSp>
                  <p:nvGrpSpPr>
                    <p:cNvPr id="2938" name="Gruppieren 2937"/>
                    <p:cNvGrpSpPr/>
                    <p:nvPr/>
                  </p:nvGrpSpPr>
                  <p:grpSpPr>
                    <a:xfrm>
                      <a:off x="1692193" y="1191341"/>
                      <a:ext cx="327049" cy="1486448"/>
                      <a:chOff x="1692193" y="1191341"/>
                      <a:chExt cx="327049" cy="1486448"/>
                    </a:xfrm>
                  </p:grpSpPr>
                  <p:sp>
                    <p:nvSpPr>
                      <p:cNvPr id="2940" name="Rechteck 2939"/>
                      <p:cNvSpPr/>
                      <p:nvPr/>
                    </p:nvSpPr>
                    <p:spPr>
                      <a:xfrm>
                        <a:off x="1702262" y="1191341"/>
                        <a:ext cx="316980" cy="1437872"/>
                      </a:xfrm>
                      <a:prstGeom prst="rect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  <p:sp>
                    <p:nvSpPr>
                      <p:cNvPr id="2941" name="Rechteck 2940"/>
                      <p:cNvSpPr/>
                      <p:nvPr/>
                    </p:nvSpPr>
                    <p:spPr>
                      <a:xfrm>
                        <a:off x="1767423" y="1364505"/>
                        <a:ext cx="196168" cy="278312"/>
                      </a:xfrm>
                      <a:prstGeom prst="rect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42" name="Ellipse 2941"/>
                      <p:cNvSpPr/>
                      <p:nvPr/>
                    </p:nvSpPr>
                    <p:spPr>
                      <a:xfrm>
                        <a:off x="1758056" y="1706520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  <p:sp>
                    <p:nvSpPr>
                      <p:cNvPr id="2943" name="Ellipse 2942"/>
                      <p:cNvSpPr/>
                      <p:nvPr/>
                    </p:nvSpPr>
                    <p:spPr>
                      <a:xfrm>
                        <a:off x="1883702" y="1706520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44" name="Textfeld 2943"/>
                      <p:cNvSpPr txBox="1"/>
                      <p:nvPr/>
                    </p:nvSpPr>
                    <p:spPr>
                      <a:xfrm>
                        <a:off x="1692724" y="1735239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1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45" name="Ellipse 2944"/>
                      <p:cNvSpPr/>
                      <p:nvPr/>
                    </p:nvSpPr>
                    <p:spPr>
                      <a:xfrm>
                        <a:off x="1757525" y="1938551"/>
                        <a:ext cx="80420" cy="79775"/>
                      </a:xfrm>
                      <a:prstGeom prst="ellipse">
                        <a:avLst/>
                      </a:prstGeom>
                      <a:noFill/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46" name="Ellipse 2945"/>
                      <p:cNvSpPr/>
                      <p:nvPr/>
                    </p:nvSpPr>
                    <p:spPr>
                      <a:xfrm>
                        <a:off x="1883171" y="193855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47" name="Textfeld 2946"/>
                      <p:cNvSpPr txBox="1"/>
                      <p:nvPr/>
                    </p:nvSpPr>
                    <p:spPr>
                      <a:xfrm>
                        <a:off x="1692193" y="1967270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48" name="Textfeld 2947"/>
                      <p:cNvSpPr txBox="1"/>
                      <p:nvPr/>
                    </p:nvSpPr>
                    <p:spPr>
                      <a:xfrm>
                        <a:off x="1818721" y="1963169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49" name="Ellipse 2948"/>
                      <p:cNvSpPr/>
                      <p:nvPr/>
                    </p:nvSpPr>
                    <p:spPr>
                      <a:xfrm>
                        <a:off x="1758056" y="2167411"/>
                        <a:ext cx="80420" cy="79775"/>
                      </a:xfrm>
                      <a:prstGeom prst="ellipse">
                        <a:avLst/>
                      </a:prstGeom>
                      <a:noFill/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0" name="Ellipse 2949"/>
                      <p:cNvSpPr/>
                      <p:nvPr/>
                    </p:nvSpPr>
                    <p:spPr>
                      <a:xfrm>
                        <a:off x="1883702" y="216741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1" name="Textfeld 2950"/>
                      <p:cNvSpPr txBox="1"/>
                      <p:nvPr/>
                    </p:nvSpPr>
                    <p:spPr>
                      <a:xfrm>
                        <a:off x="1692724" y="2196130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52" name="Textfeld 2951"/>
                      <p:cNvSpPr txBox="1"/>
                      <p:nvPr/>
                    </p:nvSpPr>
                    <p:spPr>
                      <a:xfrm>
                        <a:off x="1819252" y="2192029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53" name="Ellipse 2952"/>
                      <p:cNvSpPr/>
                      <p:nvPr/>
                    </p:nvSpPr>
                    <p:spPr>
                      <a:xfrm>
                        <a:off x="1761392" y="2395154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4" name="Ellipse 2953"/>
                      <p:cNvSpPr/>
                      <p:nvPr/>
                    </p:nvSpPr>
                    <p:spPr>
                      <a:xfrm>
                        <a:off x="1887038" y="2395154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5" name="Textfeld 2954"/>
                      <p:cNvSpPr txBox="1"/>
                      <p:nvPr/>
                    </p:nvSpPr>
                    <p:spPr>
                      <a:xfrm>
                        <a:off x="1696060" y="2423873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3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56" name="Textfeld 2955"/>
                      <p:cNvSpPr txBox="1"/>
                      <p:nvPr/>
                    </p:nvSpPr>
                    <p:spPr>
                      <a:xfrm>
                        <a:off x="1822588" y="2419772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4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57" name="Rechteck 2956"/>
                      <p:cNvSpPr/>
                      <p:nvPr/>
                    </p:nvSpPr>
                    <p:spPr>
                      <a:xfrm>
                        <a:off x="1790642" y="1385143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8" name="Rechteck 2957"/>
                      <p:cNvSpPr/>
                      <p:nvPr/>
                    </p:nvSpPr>
                    <p:spPr>
                      <a:xfrm>
                        <a:off x="1790642" y="1447529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9" name="Rechteck 2958"/>
                      <p:cNvSpPr/>
                      <p:nvPr/>
                    </p:nvSpPr>
                    <p:spPr>
                      <a:xfrm>
                        <a:off x="1790642" y="1509915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60" name="Rechteck 2959"/>
                      <p:cNvSpPr/>
                      <p:nvPr/>
                    </p:nvSpPr>
                    <p:spPr>
                      <a:xfrm>
                        <a:off x="1790642" y="1576066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61" name="Rechteck 2960"/>
                      <p:cNvSpPr/>
                      <p:nvPr/>
                    </p:nvSpPr>
                    <p:spPr>
                      <a:xfrm>
                        <a:off x="1877274" y="1385143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62" name="Rechteck 2961"/>
                      <p:cNvSpPr/>
                      <p:nvPr/>
                    </p:nvSpPr>
                    <p:spPr>
                      <a:xfrm>
                        <a:off x="1877274" y="1447529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63" name="Rechteck 2962"/>
                      <p:cNvSpPr/>
                      <p:nvPr/>
                    </p:nvSpPr>
                    <p:spPr>
                      <a:xfrm>
                        <a:off x="1877274" y="1509915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64" name="Rechteck 2963"/>
                      <p:cNvSpPr/>
                      <p:nvPr/>
                    </p:nvSpPr>
                    <p:spPr>
                      <a:xfrm>
                        <a:off x="1877274" y="1576066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</p:grpSp>
                <p:sp>
                  <p:nvSpPr>
                    <p:cNvPr id="2939" name="Textfeld 2938"/>
                    <p:cNvSpPr txBox="1"/>
                    <p:nvPr/>
                  </p:nvSpPr>
                  <p:spPr>
                    <a:xfrm>
                      <a:off x="1732167" y="1141150"/>
                      <a:ext cx="244998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p:txBody>
                </p:sp>
              </p:grpSp>
              <p:sp>
                <p:nvSpPr>
                  <p:cNvPr id="2937" name="Textfeld 2936"/>
                  <p:cNvSpPr txBox="1"/>
                  <p:nvPr/>
                </p:nvSpPr>
                <p:spPr>
                  <a:xfrm>
                    <a:off x="1694292" y="2628305"/>
                    <a:ext cx="324950" cy="165773"/>
                  </a:xfrm>
                  <a:prstGeom prst="rect">
                    <a:avLst/>
                  </a:prstGeom>
                  <a:noFill/>
                  <a:ln w="0">
                    <a:solidFill>
                      <a:schemeClr val="tx1"/>
                    </a:solidFill>
                  </a:ln>
                </p:spPr>
                <p:txBody>
                  <a:bodyPr wrap="none" lIns="0" rtlCol="0">
                    <a:noAutofit/>
                  </a:bodyPr>
                  <a:lstStyle/>
                  <a:p>
                    <a:r>
                      <a:rPr lang="de-DE" sz="7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BK1004</a:t>
                    </a:r>
                  </a:p>
                </p:txBody>
              </p:sp>
            </p:grpSp>
            <p:sp>
              <p:nvSpPr>
                <p:cNvPr id="2935" name="Textfeld 2934"/>
                <p:cNvSpPr txBox="1"/>
                <p:nvPr/>
              </p:nvSpPr>
              <p:spPr>
                <a:xfrm>
                  <a:off x="3259611" y="1698586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</p:grpSp>
          <p:grpSp>
            <p:nvGrpSpPr>
              <p:cNvPr id="3113" name="Gruppieren 3112"/>
              <p:cNvGrpSpPr/>
              <p:nvPr/>
            </p:nvGrpSpPr>
            <p:grpSpPr>
              <a:xfrm>
                <a:off x="2262428" y="940698"/>
                <a:ext cx="327049" cy="1651404"/>
                <a:chOff x="1692193" y="1141150"/>
                <a:chExt cx="327049" cy="1652928"/>
              </a:xfrm>
            </p:grpSpPr>
            <p:grpSp>
              <p:nvGrpSpPr>
                <p:cNvPr id="3114" name="Gruppieren 311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116" name="Gruppieren 311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118" name="Rechteck 311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119" name="Rechteck 311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0" name="Ellipse 311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1" name="Ellipse 312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2" name="Textfeld 312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123" name="Textfeld 312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124" name="Ellipse 312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5" name="Ellipse 312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6" name="Textfeld 312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27" name="Textfeld 312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28" name="Ellipse 312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9" name="Ellipse 312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0" name="Textfeld 312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31" name="Textfeld 313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32" name="Ellipse 313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3" name="Ellipse 313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4" name="Textfeld 313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35" name="Textfeld 313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36" name="Rechteck 313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7" name="Rechteck 313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8" name="Rechteck 313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9" name="Rechteck 313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0" name="Rechteck 313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1" name="Rechteck 314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2" name="Rechteck 314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3" name="Rechteck 314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117" name="Textfeld 3116"/>
                  <p:cNvSpPr txBox="1"/>
                  <p:nvPr/>
                </p:nvSpPr>
                <p:spPr>
                  <a:xfrm>
                    <a:off x="1733216" y="1141150"/>
                    <a:ext cx="262125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3115" name="Textfeld 311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</p:grpSp>
        <p:grpSp>
          <p:nvGrpSpPr>
            <p:cNvPr id="3144" name="Gruppieren 3143"/>
            <p:cNvGrpSpPr/>
            <p:nvPr/>
          </p:nvGrpSpPr>
          <p:grpSpPr>
            <a:xfrm>
              <a:off x="385920" y="4873562"/>
              <a:ext cx="3493712" cy="1654198"/>
              <a:chOff x="2261157" y="1277106"/>
              <a:chExt cx="3493712" cy="1654198"/>
            </a:xfrm>
          </p:grpSpPr>
          <p:grpSp>
            <p:nvGrpSpPr>
              <p:cNvPr id="3145" name="Gruppieren 3144"/>
              <p:cNvGrpSpPr/>
              <p:nvPr/>
            </p:nvGrpSpPr>
            <p:grpSpPr>
              <a:xfrm>
                <a:off x="2504965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3538" name="Gruppieren 3537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3540" name="Gruppieren 3539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3542" name="Rechteck 354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543" name="Rechteck 354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44" name="Ellipse 354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545" name="Ellipse 354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46" name="Ellipse 354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47" name="Ellipse 354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48" name="Ellipse 354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49" name="Ellipse 354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0" name="Ellipse 354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1" name="Ellipse 355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2" name="Rechteck 355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3" name="Rechteck 355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4" name="Rechteck 355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5" name="Rechteck 355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6" name="Rechteck 355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7" name="Rechteck 355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8" name="Rechteck 355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9" name="Rechteck 355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541" name="Textfeld 354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3539" name="Textfeld 353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3146" name="Rechteck 3145"/>
              <p:cNvSpPr/>
              <p:nvPr/>
            </p:nvSpPr>
            <p:spPr>
              <a:xfrm>
                <a:off x="2265581" y="1441077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47" name="Rechteck 3146"/>
              <p:cNvSpPr/>
              <p:nvPr/>
            </p:nvSpPr>
            <p:spPr>
              <a:xfrm>
                <a:off x="2342357" y="162247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48" name="Rechteck 3147"/>
              <p:cNvSpPr/>
              <p:nvPr/>
            </p:nvSpPr>
            <p:spPr>
              <a:xfrm>
                <a:off x="2298883" y="166515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49" name="Rechteck 3148"/>
              <p:cNvSpPr/>
              <p:nvPr/>
            </p:nvSpPr>
            <p:spPr>
              <a:xfrm>
                <a:off x="2343027" y="2230968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50" name="Rechteck 3149"/>
              <p:cNvSpPr/>
              <p:nvPr/>
            </p:nvSpPr>
            <p:spPr>
              <a:xfrm>
                <a:off x="2299553" y="2273644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151" name="Gruppieren 3150"/>
              <p:cNvGrpSpPr/>
              <p:nvPr/>
            </p:nvGrpSpPr>
            <p:grpSpPr>
              <a:xfrm>
                <a:off x="2828455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508" name="Gruppieren 350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510" name="Gruppieren 350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512" name="Rechteck 351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513" name="Rechteck 351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14" name="Ellipse 351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515" name="Ellipse 351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16" name="Textfeld 351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517" name="Textfeld 351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518" name="Ellipse 351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19" name="Ellipse 351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20" name="Textfeld 351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521" name="Textfeld 352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522" name="Ellipse 352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23" name="Ellipse 352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24" name="Textfeld 352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3525" name="Textfeld 352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3526" name="Ellipse 352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27" name="Ellipse 352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28" name="Textfeld 352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3529" name="Textfeld 352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3530" name="Rechteck 352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1" name="Rechteck 353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2" name="Rechteck 353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3" name="Rechteck 353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4" name="Rechteck 353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5" name="Rechteck 353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6" name="Rechteck 353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7" name="Rechteck 353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511" name="Textfeld 351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509" name="Textfeld 350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EL1008</a:t>
                  </a:r>
                </a:p>
              </p:txBody>
            </p:sp>
          </p:grpSp>
          <p:grpSp>
            <p:nvGrpSpPr>
              <p:cNvPr id="3152" name="Gruppieren 3151"/>
              <p:cNvGrpSpPr/>
              <p:nvPr/>
            </p:nvGrpSpPr>
            <p:grpSpPr>
              <a:xfrm>
                <a:off x="3155380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478" name="Gruppieren 347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480" name="Gruppieren 347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482" name="Rechteck 348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83" name="Rechteck 348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4" name="Ellipse 348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5" name="Ellipse 348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6" name="Textfeld 348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487" name="Textfeld 348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488" name="Ellipse 348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9" name="Ellipse 348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0" name="Textfeld 348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91" name="Textfeld 349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92" name="Ellipse 34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3" name="Ellipse 34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4" name="Textfeld 349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95" name="Textfeld 349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96" name="Ellipse 34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97" name="Ellipse 34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8" name="Textfeld 349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499" name="Textfeld 349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500" name="Rechteck 34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1" name="Rechteck 35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2" name="Rechteck 35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3" name="Rechteck 35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4" name="Rechteck 35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5" name="Rechteck 35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6" name="Rechteck 35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7" name="Rechteck 35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481" name="Textfeld 348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479" name="Textfeld 347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3153" name="Gruppieren 3152"/>
              <p:cNvGrpSpPr/>
              <p:nvPr/>
            </p:nvGrpSpPr>
            <p:grpSpPr>
              <a:xfrm>
                <a:off x="3479359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448" name="Gruppieren 344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450" name="Gruppieren 344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452" name="Rechteck 345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53" name="Rechteck 345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54" name="Ellipse 345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55" name="Ellipse 345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56" name="Textfeld 345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457" name="Textfeld 345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458" name="Ellipse 345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59" name="Ellipse 345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60" name="Textfeld 345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461" name="Textfeld 346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62" name="Ellipse 346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63" name="Ellipse 346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64" name="Textfeld 346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3465" name="Textfeld 346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3466" name="Ellipse 346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67" name="Ellipse 346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68" name="Textfeld 346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3469" name="Textfeld 346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3470" name="Rechteck 346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1" name="Rechteck 347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2" name="Rechteck 347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3" name="Rechteck 347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4" name="Rechteck 347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5" name="Rechteck 347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6" name="Rechteck 347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7" name="Rechteck 347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451" name="Textfeld 345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3449" name="Textfeld 344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EL3062</a:t>
                  </a:r>
                </a:p>
              </p:txBody>
            </p:sp>
          </p:grpSp>
          <p:grpSp>
            <p:nvGrpSpPr>
              <p:cNvPr id="3154" name="Gruppieren 3153"/>
              <p:cNvGrpSpPr/>
              <p:nvPr/>
            </p:nvGrpSpPr>
            <p:grpSpPr>
              <a:xfrm>
                <a:off x="4127188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418" name="Gruppieren 341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420" name="Gruppieren 341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422" name="Rechteck 342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23" name="Rechteck 342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24" name="Ellipse 342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25" name="Ellipse 342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26" name="Textfeld 342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427" name="Textfeld 342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3428" name="Ellipse 342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29" name="Ellipse 342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30" name="Textfeld 342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431" name="Textfeld 343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3432" name="Ellipse 343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33" name="Ellipse 343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34" name="Textfeld 343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435" name="Textfeld 343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3436" name="Ellipse 343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37" name="Ellipse 343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38" name="Textfeld 343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439" name="Textfeld 343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3440" name="Rechteck 343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1" name="Rechteck 344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2" name="Rechteck 344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3" name="Rechteck 344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4" name="Rechteck 344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5" name="Rechteck 344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6" name="Rechteck 344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7" name="Rechteck 344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421" name="Textfeld 342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3419" name="Textfeld 341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3155" name="Gruppieren 3154"/>
              <p:cNvGrpSpPr/>
              <p:nvPr/>
            </p:nvGrpSpPr>
            <p:grpSpPr>
              <a:xfrm>
                <a:off x="4453280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3256" name="Gruppieren 3255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3258" name="Gruppieren 3257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3260" name="Rechteck 325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1" name="Rechteck 326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2" name="Ellipse 326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3" name="Ellipse 326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4" name="Ellipse 326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5" name="Ellipse 326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6" name="Ellipse 326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7" name="Ellipse 326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8" name="Ellipse 326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9" name="Ellipse 326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0" name="Rechteck 326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1" name="Rechteck 327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2" name="Rechteck 327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3" name="Rechteck 341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4" name="Rechteck 341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5" name="Rechteck 341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6" name="Rechteck 341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7" name="Rechteck 341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59" name="Textfeld 325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3257" name="Textfeld 32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3156" name="Gruppieren 3155"/>
              <p:cNvGrpSpPr/>
              <p:nvPr/>
            </p:nvGrpSpPr>
            <p:grpSpPr>
              <a:xfrm>
                <a:off x="4778106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226" name="Gruppieren 322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228" name="Gruppieren 322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230" name="Rechteck 322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31" name="Rechteck 323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2" name="Ellipse 323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3" name="Ellipse 323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4" name="Textfeld 323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235" name="Textfeld 323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236" name="Ellipse 323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7" name="Ellipse 323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8" name="Textfeld 323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239" name="Textfeld 323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240" name="Ellipse 323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1" name="Ellipse 324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2" name="Textfeld 324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3243" name="Textfeld 324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3244" name="Ellipse 324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45" name="Ellipse 324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6" name="Textfeld 324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3247" name="Textfeld 324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3248" name="Rechteck 324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9" name="Rechteck 324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0" name="Rechteck 324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1" name="Rechteck 325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2" name="Rechteck 325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3" name="Rechteck 325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4" name="Rechteck 325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5" name="Rechteck 325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29" name="Textfeld 322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3227" name="Textfeld 322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EL2008</a:t>
                  </a:r>
                </a:p>
              </p:txBody>
            </p:sp>
          </p:grpSp>
          <p:grpSp>
            <p:nvGrpSpPr>
              <p:cNvPr id="3157" name="Gruppieren 3156"/>
              <p:cNvGrpSpPr/>
              <p:nvPr/>
            </p:nvGrpSpPr>
            <p:grpSpPr>
              <a:xfrm>
                <a:off x="5102318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196" name="Gruppieren 319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198" name="Gruppieren 319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200" name="Rechteck 319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01" name="Rechteck 320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2" name="Ellipse 320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3" name="Ellipse 320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4" name="Textfeld 320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205" name="Textfeld 320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206" name="Ellipse 320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7" name="Ellipse 320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8" name="Textfeld 320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09" name="Textfeld 320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0" name="Ellipse 320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1" name="Ellipse 321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2" name="Textfeld 321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3" name="Textfeld 321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4" name="Ellipse 321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5" name="Ellipse 321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6" name="Textfeld 321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217" name="Textfeld 321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218" name="Rechteck 321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9" name="Rechteck 321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0" name="Rechteck 321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1" name="Rechteck 322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2" name="Rechteck 322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3" name="Rechteck 322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4" name="Rechteck 322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5" name="Rechteck 322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199" name="Textfeld 3198"/>
                  <p:cNvSpPr txBox="1"/>
                  <p:nvPr/>
                </p:nvSpPr>
                <p:spPr>
                  <a:xfrm>
                    <a:off x="1733216" y="1141150"/>
                    <a:ext cx="262125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3197" name="Textfeld 319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sp>
            <p:nvSpPr>
              <p:cNvPr id="3158" name="Rechteck 3157"/>
              <p:cNvSpPr/>
              <p:nvPr/>
            </p:nvSpPr>
            <p:spPr>
              <a:xfrm>
                <a:off x="4158557" y="1357566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grpSp>
            <p:nvGrpSpPr>
              <p:cNvPr id="3159" name="Gruppieren 3158"/>
              <p:cNvGrpSpPr/>
              <p:nvPr/>
            </p:nvGrpSpPr>
            <p:grpSpPr>
              <a:xfrm>
                <a:off x="5429919" y="1278159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3192" name="Gruppieren 3191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sp>
                <p:nvSpPr>
                  <p:cNvPr id="3194" name="Rechteck 31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95" name="Textfeld 319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3193" name="Textfeld 319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3160" name="Textfeld 3159"/>
              <p:cNvSpPr txBox="1"/>
              <p:nvPr/>
            </p:nvSpPr>
            <p:spPr>
              <a:xfrm>
                <a:off x="2261157" y="2761421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BC8</a:t>
                </a:r>
              </a:p>
            </p:txBody>
          </p:sp>
          <p:grpSp>
            <p:nvGrpSpPr>
              <p:cNvPr id="3161" name="Gruppieren 3160"/>
              <p:cNvGrpSpPr/>
              <p:nvPr/>
            </p:nvGrpSpPr>
            <p:grpSpPr>
              <a:xfrm>
                <a:off x="3803505" y="127710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162" name="Gruppieren 3161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164" name="Gruppieren 3163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166" name="Rechteck 316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167" name="Rechteck 316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8" name="Ellipse 316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9" name="Ellipse 316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0" name="Textfeld 316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171" name="Textfeld 317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172" name="Ellipse 317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3" name="Ellipse 317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4" name="Textfeld 317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75" name="Textfeld 317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76" name="Ellipse 317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7" name="Ellipse 317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8" name="Textfeld 317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79" name="Textfeld 317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80" name="Ellipse 317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1" name="Ellipse 318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2" name="Textfeld 318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83" name="Textfeld 318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84" name="Rechteck 318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5" name="Rechteck 318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6" name="Rechteck 318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7" name="Rechteck 318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8" name="Rechteck 318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9" name="Rechteck 318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0" name="Rechteck 318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1" name="Rechteck 319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165" name="Textfeld 3164"/>
                  <p:cNvSpPr txBox="1"/>
                  <p:nvPr/>
                </p:nvSpPr>
                <p:spPr>
                  <a:xfrm>
                    <a:off x="1733216" y="1141150"/>
                    <a:ext cx="262125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3163" name="Textfeld 316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0230606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09" name="Inhaltsplatzhalter 2708"/>
          <p:cNvPicPr>
            <a:picLocks noGrp="1" noChangeAspect="1"/>
          </p:cNvPicPr>
          <p:nvPr>
            <p:ph idx="1"/>
          </p:nvPr>
        </p:nvPicPr>
        <p:blipFill rotWithShape="1">
          <a:blip r:embed="rId2"/>
          <a:srcRect t="191" r="51173" b="-1"/>
          <a:stretch/>
        </p:blipFill>
        <p:spPr>
          <a:xfrm>
            <a:off x="1568135" y="1863306"/>
            <a:ext cx="4185683" cy="3802722"/>
          </a:xfrm>
          <a:prstGeom prst="rect">
            <a:avLst/>
          </a:prstGeom>
        </p:spPr>
      </p:pic>
      <p:sp>
        <p:nvSpPr>
          <p:cNvPr id="2707" name="Titel 2706"/>
          <p:cNvSpPr>
            <a:spLocks noGrp="1"/>
          </p:cNvSpPr>
          <p:nvPr>
            <p:ph type="title"/>
          </p:nvPr>
        </p:nvSpPr>
        <p:spPr>
          <a:xfrm>
            <a:off x="946883" y="132214"/>
            <a:ext cx="12420184" cy="514768"/>
          </a:xfrm>
        </p:spPr>
        <p:txBody>
          <a:bodyPr>
            <a:normAutofit/>
          </a:bodyPr>
          <a:lstStyle/>
          <a:p>
            <a:r>
              <a:rPr lang="de-DE" sz="2800" dirty="0"/>
              <a:t>Error Details (LED Light </a:t>
            </a:r>
            <a:r>
              <a:rPr lang="de-DE" sz="2800" dirty="0" err="1"/>
              <a:t>meaning</a:t>
            </a:r>
            <a:r>
              <a:rPr lang="de-DE" sz="2800" dirty="0"/>
              <a:t>) </a:t>
            </a:r>
            <a:r>
              <a:rPr lang="de-DE" sz="2800" dirty="0" err="1"/>
              <a:t>for</a:t>
            </a:r>
            <a:r>
              <a:rPr lang="de-DE" sz="2800" dirty="0"/>
              <a:t> </a:t>
            </a:r>
            <a:r>
              <a:rPr lang="de-DE" sz="2800" dirty="0" err="1"/>
              <a:t>the</a:t>
            </a:r>
            <a:r>
              <a:rPr lang="de-DE" sz="2800" dirty="0"/>
              <a:t> Bus </a:t>
            </a:r>
            <a:r>
              <a:rPr lang="de-DE" sz="2800" dirty="0" err="1"/>
              <a:t>Coupler</a:t>
            </a:r>
            <a:endParaRPr lang="de-DE" sz="2800" dirty="0"/>
          </a:p>
        </p:txBody>
      </p:sp>
      <p:sp>
        <p:nvSpPr>
          <p:cNvPr id="2711" name="Textfeld 2710"/>
          <p:cNvSpPr txBox="1"/>
          <p:nvPr/>
        </p:nvSpPr>
        <p:spPr>
          <a:xfrm>
            <a:off x="3114136" y="1354347"/>
            <a:ext cx="9380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EK 1100</a:t>
            </a:r>
          </a:p>
        </p:txBody>
      </p:sp>
      <p:sp>
        <p:nvSpPr>
          <p:cNvPr id="2" name="Textfeld 1">
            <a:extLst>
              <a:ext uri="{FF2B5EF4-FFF2-40B4-BE49-F238E27FC236}">
                <a16:creationId xmlns:a16="http://schemas.microsoft.com/office/drawing/2014/main" id="{8D4AB983-25CB-4375-A9D5-3C6CD2897CFB}"/>
              </a:ext>
            </a:extLst>
          </p:cNvPr>
          <p:cNvSpPr txBox="1"/>
          <p:nvPr/>
        </p:nvSpPr>
        <p:spPr>
          <a:xfrm>
            <a:off x="1568135" y="5805655"/>
            <a:ext cx="466948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1400" dirty="0"/>
              <a:t>https://www.beckhoff.com/english.asp?ethercat/ek1100.htm</a:t>
            </a:r>
          </a:p>
        </p:txBody>
      </p:sp>
    </p:spTree>
    <p:extLst>
      <p:ext uri="{BB962C8B-B14F-4D97-AF65-F5344CB8AC3E}">
        <p14:creationId xmlns:p14="http://schemas.microsoft.com/office/powerpoint/2010/main" val="386055835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7"/>
            <a:ext cx="12420184" cy="540648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85225" y="2172646"/>
            <a:ext cx="3781425" cy="3552825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60496" y="2172645"/>
            <a:ext cx="3790950" cy="3552825"/>
          </a:xfrm>
          <a:prstGeom prst="rect">
            <a:avLst/>
          </a:prstGeom>
        </p:spPr>
      </p:pic>
      <p:sp>
        <p:nvSpPr>
          <p:cNvPr id="6" name="Textfeld 5"/>
          <p:cNvSpPr txBox="1"/>
          <p:nvPr/>
        </p:nvSpPr>
        <p:spPr>
          <a:xfrm>
            <a:off x="3518119" y="123111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1004</a:t>
            </a:r>
          </a:p>
        </p:txBody>
      </p:sp>
      <p:sp>
        <p:nvSpPr>
          <p:cNvPr id="7" name="Textfeld 6"/>
          <p:cNvSpPr txBox="1"/>
          <p:nvPr/>
        </p:nvSpPr>
        <p:spPr>
          <a:xfrm>
            <a:off x="9798153" y="123111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1008</a:t>
            </a:r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34334AAE-36AA-47E2-842F-99DE1C147F17}"/>
              </a:ext>
            </a:extLst>
          </p:cNvPr>
          <p:cNvSpPr/>
          <p:nvPr/>
        </p:nvSpPr>
        <p:spPr>
          <a:xfrm>
            <a:off x="1459414" y="5928340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https://www.beckhoff.com/english.asp?ethercat/el1004.htm</a:t>
            </a:r>
          </a:p>
        </p:txBody>
      </p:sp>
      <p:sp>
        <p:nvSpPr>
          <p:cNvPr id="9" name="Rechteck 8">
            <a:extLst>
              <a:ext uri="{FF2B5EF4-FFF2-40B4-BE49-F238E27FC236}">
                <a16:creationId xmlns:a16="http://schemas.microsoft.com/office/drawing/2014/main" id="{0E100BB8-3DB9-4F22-8390-88DCECB0F509}"/>
              </a:ext>
            </a:extLst>
          </p:cNvPr>
          <p:cNvSpPr/>
          <p:nvPr/>
        </p:nvSpPr>
        <p:spPr>
          <a:xfrm>
            <a:off x="7930559" y="5928340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https://www.beckhoff.com/english.asp?ethercat/el1008.htm</a:t>
            </a:r>
          </a:p>
        </p:txBody>
      </p:sp>
    </p:spTree>
    <p:extLst>
      <p:ext uri="{BB962C8B-B14F-4D97-AF65-F5344CB8AC3E}">
        <p14:creationId xmlns:p14="http://schemas.microsoft.com/office/powerpoint/2010/main" val="321624964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566527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85367" y="2217796"/>
            <a:ext cx="3619500" cy="3514725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581546" y="2189222"/>
            <a:ext cx="3676650" cy="3571875"/>
          </a:xfrm>
          <a:prstGeom prst="rect">
            <a:avLst/>
          </a:prstGeom>
        </p:spPr>
      </p:pic>
      <p:sp>
        <p:nvSpPr>
          <p:cNvPr id="6" name="Textfeld 5"/>
          <p:cNvSpPr txBox="1"/>
          <p:nvPr/>
        </p:nvSpPr>
        <p:spPr>
          <a:xfrm>
            <a:off x="3837299" y="119596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2004</a:t>
            </a:r>
          </a:p>
        </p:txBody>
      </p:sp>
      <p:sp>
        <p:nvSpPr>
          <p:cNvPr id="7" name="Textfeld 6"/>
          <p:cNvSpPr txBox="1"/>
          <p:nvPr/>
        </p:nvSpPr>
        <p:spPr>
          <a:xfrm>
            <a:off x="9962053" y="119596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2008</a:t>
            </a:r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35AF3705-BF58-4472-83C7-FF722D1180E2}"/>
              </a:ext>
            </a:extLst>
          </p:cNvPr>
          <p:cNvSpPr/>
          <p:nvPr/>
        </p:nvSpPr>
        <p:spPr>
          <a:xfrm>
            <a:off x="8105165" y="5928338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https://www.beckhoff.com/english.asp?ethercat/el2008.htm</a:t>
            </a:r>
          </a:p>
        </p:txBody>
      </p:sp>
      <p:sp>
        <p:nvSpPr>
          <p:cNvPr id="9" name="Rechteck 8">
            <a:extLst>
              <a:ext uri="{FF2B5EF4-FFF2-40B4-BE49-F238E27FC236}">
                <a16:creationId xmlns:a16="http://schemas.microsoft.com/office/drawing/2014/main" id="{9439F3E2-013E-4A5B-AA7A-6F60F74B677F}"/>
              </a:ext>
            </a:extLst>
          </p:cNvPr>
          <p:cNvSpPr/>
          <p:nvPr/>
        </p:nvSpPr>
        <p:spPr>
          <a:xfrm>
            <a:off x="1980411" y="5968926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https://www.beckhoff.com/english.asp?ethercat/el2004.htm</a:t>
            </a:r>
          </a:p>
        </p:txBody>
      </p:sp>
    </p:spTree>
    <p:extLst>
      <p:ext uri="{BB962C8B-B14F-4D97-AF65-F5344CB8AC3E}">
        <p14:creationId xmlns:p14="http://schemas.microsoft.com/office/powerpoint/2010/main" val="243742158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7"/>
            <a:ext cx="12420184" cy="549274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7" name="Grafik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48791" y="1989001"/>
            <a:ext cx="4495800" cy="3752850"/>
          </a:xfrm>
          <a:prstGeom prst="rect">
            <a:avLst/>
          </a:prstGeom>
        </p:spPr>
      </p:pic>
      <p:pic>
        <p:nvPicPr>
          <p:cNvPr id="8" name="Grafik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58896" y="2003288"/>
            <a:ext cx="4505325" cy="3724275"/>
          </a:xfrm>
          <a:prstGeom prst="rect">
            <a:avLst/>
          </a:prstGeom>
        </p:spPr>
      </p:pic>
      <p:sp>
        <p:nvSpPr>
          <p:cNvPr id="9" name="Textfeld 8"/>
          <p:cNvSpPr txBox="1"/>
          <p:nvPr/>
        </p:nvSpPr>
        <p:spPr>
          <a:xfrm>
            <a:off x="3438873" y="1324948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3054</a:t>
            </a:r>
          </a:p>
        </p:txBody>
      </p:sp>
      <p:sp>
        <p:nvSpPr>
          <p:cNvPr id="10" name="Textfeld 9"/>
          <p:cNvSpPr txBox="1"/>
          <p:nvPr/>
        </p:nvSpPr>
        <p:spPr>
          <a:xfrm>
            <a:off x="10251350" y="1324948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3058</a:t>
            </a:r>
          </a:p>
        </p:txBody>
      </p:sp>
      <p:sp>
        <p:nvSpPr>
          <p:cNvPr id="11" name="Rechteck 10">
            <a:extLst>
              <a:ext uri="{FF2B5EF4-FFF2-40B4-BE49-F238E27FC236}">
                <a16:creationId xmlns:a16="http://schemas.microsoft.com/office/drawing/2014/main" id="{C3EDD2A4-FE6E-46A8-829B-7100885B72C5}"/>
              </a:ext>
            </a:extLst>
          </p:cNvPr>
          <p:cNvSpPr/>
          <p:nvPr/>
        </p:nvSpPr>
        <p:spPr>
          <a:xfrm>
            <a:off x="8394462" y="5928339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https://www.beckhoff.com/english.asp?ethercat/el3058.htm</a:t>
            </a:r>
          </a:p>
        </p:txBody>
      </p:sp>
      <p:sp>
        <p:nvSpPr>
          <p:cNvPr id="12" name="Rechteck 11">
            <a:extLst>
              <a:ext uri="{FF2B5EF4-FFF2-40B4-BE49-F238E27FC236}">
                <a16:creationId xmlns:a16="http://schemas.microsoft.com/office/drawing/2014/main" id="{A4A5EE2C-CA31-430E-8983-D020DF37B0A5}"/>
              </a:ext>
            </a:extLst>
          </p:cNvPr>
          <p:cNvSpPr/>
          <p:nvPr/>
        </p:nvSpPr>
        <p:spPr>
          <a:xfrm>
            <a:off x="1581985" y="5928339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https://www.beckhoff.com/english.asp?ethercat/el3054.htm</a:t>
            </a:r>
          </a:p>
        </p:txBody>
      </p:sp>
      <p:sp>
        <p:nvSpPr>
          <p:cNvPr id="3" name="Textfeld 2"/>
          <p:cNvSpPr txBox="1"/>
          <p:nvPr/>
        </p:nvSpPr>
        <p:spPr>
          <a:xfrm>
            <a:off x="12050331" y="1989001"/>
            <a:ext cx="194708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200" dirty="0" smtClean="0"/>
              <a:t>An Error LED </a:t>
            </a:r>
            <a:r>
              <a:rPr lang="de-DE" sz="1200" dirty="0" err="1" smtClean="0"/>
              <a:t>means</a:t>
            </a:r>
            <a:r>
              <a:rPr lang="de-DE" sz="1200" dirty="0" smtClean="0"/>
              <a:t> </a:t>
            </a:r>
            <a:r>
              <a:rPr lang="de-DE" sz="1200" dirty="0" err="1" smtClean="0"/>
              <a:t>that</a:t>
            </a:r>
            <a:r>
              <a:rPr lang="de-DE" sz="1200" dirty="0" smtClean="0"/>
              <a:t> </a:t>
            </a:r>
            <a:r>
              <a:rPr lang="de-DE" sz="1200" dirty="0" err="1" smtClean="0"/>
              <a:t>the</a:t>
            </a:r>
            <a:r>
              <a:rPr lang="de-DE" sz="1200" dirty="0" smtClean="0"/>
              <a:t> </a:t>
            </a:r>
            <a:r>
              <a:rPr lang="de-DE" sz="1200" dirty="0" err="1" smtClean="0"/>
              <a:t>particular</a:t>
            </a:r>
            <a:r>
              <a:rPr lang="de-DE" sz="1200" dirty="0" smtClean="0"/>
              <a:t> </a:t>
            </a:r>
            <a:r>
              <a:rPr lang="de-DE" sz="1200" dirty="0" err="1" smtClean="0"/>
              <a:t>connection</a:t>
            </a:r>
            <a:r>
              <a:rPr lang="de-DE" sz="1200" dirty="0" smtClean="0"/>
              <a:t>/</a:t>
            </a:r>
            <a:r>
              <a:rPr lang="de-DE" sz="1200" dirty="0" err="1" smtClean="0"/>
              <a:t>wire</a:t>
            </a:r>
            <a:r>
              <a:rPr lang="de-DE" sz="1200" dirty="0" smtClean="0"/>
              <a:t> </a:t>
            </a:r>
            <a:r>
              <a:rPr lang="de-DE" sz="1200" dirty="0" err="1" smtClean="0"/>
              <a:t>is</a:t>
            </a:r>
            <a:r>
              <a:rPr lang="de-DE" sz="1200" dirty="0" smtClean="0"/>
              <a:t> not </a:t>
            </a:r>
            <a:r>
              <a:rPr lang="de-DE" sz="1200" dirty="0" err="1" smtClean="0"/>
              <a:t>connected</a:t>
            </a:r>
            <a:r>
              <a:rPr lang="de-DE" sz="1200" dirty="0" smtClean="0"/>
              <a:t>.</a:t>
            </a:r>
            <a:endParaRPr lang="de-DE" sz="1200" dirty="0"/>
          </a:p>
        </p:txBody>
      </p:sp>
      <p:sp>
        <p:nvSpPr>
          <p:cNvPr id="4" name="Rechteck 3"/>
          <p:cNvSpPr/>
          <p:nvPr/>
        </p:nvSpPr>
        <p:spPr>
          <a:xfrm>
            <a:off x="11922369" y="1916723"/>
            <a:ext cx="2075042" cy="870439"/>
          </a:xfrm>
          <a:prstGeom prst="rect">
            <a:avLst/>
          </a:pr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00738867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532021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42970" y="2010479"/>
            <a:ext cx="4467225" cy="3752850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22999" y="2029529"/>
            <a:ext cx="4467225" cy="3714750"/>
          </a:xfrm>
          <a:prstGeom prst="rect">
            <a:avLst/>
          </a:prstGeom>
        </p:spPr>
      </p:pic>
      <p:sp>
        <p:nvSpPr>
          <p:cNvPr id="6" name="Textfeld 5"/>
          <p:cNvSpPr txBox="1"/>
          <p:nvPr/>
        </p:nvSpPr>
        <p:spPr>
          <a:xfrm>
            <a:off x="3718764" y="1234282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3062</a:t>
            </a:r>
          </a:p>
        </p:txBody>
      </p:sp>
      <p:sp>
        <p:nvSpPr>
          <p:cNvPr id="7" name="Textfeld 6"/>
          <p:cNvSpPr txBox="1"/>
          <p:nvPr/>
        </p:nvSpPr>
        <p:spPr>
          <a:xfrm>
            <a:off x="9998793" y="1234282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3064</a:t>
            </a:r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65764633-C8CE-43F9-ABDD-AD4D0A5D86DF}"/>
              </a:ext>
            </a:extLst>
          </p:cNvPr>
          <p:cNvSpPr/>
          <p:nvPr/>
        </p:nvSpPr>
        <p:spPr>
          <a:xfrm>
            <a:off x="8141905" y="5928340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https://www.beckhoff.com/english.asp?ethercat/el3064.htm</a:t>
            </a:r>
          </a:p>
        </p:txBody>
      </p:sp>
      <p:sp>
        <p:nvSpPr>
          <p:cNvPr id="9" name="Rechteck 8">
            <a:extLst>
              <a:ext uri="{FF2B5EF4-FFF2-40B4-BE49-F238E27FC236}">
                <a16:creationId xmlns:a16="http://schemas.microsoft.com/office/drawing/2014/main" id="{E2A18C48-36F4-4E49-B490-04B63B0917D0}"/>
              </a:ext>
            </a:extLst>
          </p:cNvPr>
          <p:cNvSpPr/>
          <p:nvPr/>
        </p:nvSpPr>
        <p:spPr>
          <a:xfrm>
            <a:off x="1861876" y="5940939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https://www.beckhoff.com/english.asp?ethercat/el3062.htm</a:t>
            </a:r>
          </a:p>
        </p:txBody>
      </p:sp>
    </p:spTree>
    <p:extLst>
      <p:ext uri="{BB962C8B-B14F-4D97-AF65-F5344CB8AC3E}">
        <p14:creationId xmlns:p14="http://schemas.microsoft.com/office/powerpoint/2010/main" val="10825169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480263"/>
          </a:xfrm>
        </p:spPr>
        <p:txBody>
          <a:bodyPr>
            <a:normAutofit fontScale="90000"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26211" y="2084278"/>
            <a:ext cx="3629025" cy="3533775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780760" y="2093802"/>
            <a:ext cx="3752850" cy="3514725"/>
          </a:xfrm>
          <a:prstGeom prst="rect">
            <a:avLst/>
          </a:prstGeom>
        </p:spPr>
      </p:pic>
      <p:sp>
        <p:nvSpPr>
          <p:cNvPr id="6" name="Textfeld 5"/>
          <p:cNvSpPr txBox="1"/>
          <p:nvPr/>
        </p:nvSpPr>
        <p:spPr>
          <a:xfrm>
            <a:off x="3582905" y="1200147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3162</a:t>
            </a:r>
          </a:p>
        </p:txBody>
      </p:sp>
      <p:sp>
        <p:nvSpPr>
          <p:cNvPr id="7" name="Textfeld 6"/>
          <p:cNvSpPr txBox="1"/>
          <p:nvPr/>
        </p:nvSpPr>
        <p:spPr>
          <a:xfrm>
            <a:off x="10199367" y="1200147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3164</a:t>
            </a:r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56B4123C-4483-4C3C-B184-4AA744318A14}"/>
              </a:ext>
            </a:extLst>
          </p:cNvPr>
          <p:cNvSpPr/>
          <p:nvPr/>
        </p:nvSpPr>
        <p:spPr>
          <a:xfrm>
            <a:off x="8342479" y="5928339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https://www.beckhoff.com/english.asp?ethercat/el3164.htm</a:t>
            </a:r>
          </a:p>
        </p:txBody>
      </p:sp>
      <p:sp>
        <p:nvSpPr>
          <p:cNvPr id="9" name="Rechteck 8">
            <a:extLst>
              <a:ext uri="{FF2B5EF4-FFF2-40B4-BE49-F238E27FC236}">
                <a16:creationId xmlns:a16="http://schemas.microsoft.com/office/drawing/2014/main" id="{09B0EF26-50FA-40CD-A110-27E92137012C}"/>
              </a:ext>
            </a:extLst>
          </p:cNvPr>
          <p:cNvSpPr/>
          <p:nvPr/>
        </p:nvSpPr>
        <p:spPr>
          <a:xfrm>
            <a:off x="1726017" y="5928340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https://www.beckhoff.com/english.asp?ethercat/el3162.htm</a:t>
            </a:r>
          </a:p>
        </p:txBody>
      </p:sp>
    </p:spTree>
    <p:extLst>
      <p:ext uri="{BB962C8B-B14F-4D97-AF65-F5344CB8AC3E}">
        <p14:creationId xmlns:p14="http://schemas.microsoft.com/office/powerpoint/2010/main" val="161284602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7"/>
            <a:ext cx="12420184" cy="549274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59358" y="2115614"/>
            <a:ext cx="4819650" cy="3724275"/>
          </a:xfrm>
          <a:prstGeom prst="rect">
            <a:avLst/>
          </a:prstGeom>
        </p:spPr>
      </p:pic>
      <p:sp>
        <p:nvSpPr>
          <p:cNvPr id="5" name="Textfeld 4"/>
          <p:cNvSpPr txBox="1"/>
          <p:nvPr/>
        </p:nvSpPr>
        <p:spPr>
          <a:xfrm>
            <a:off x="3511365" y="1259808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1808</a:t>
            </a:r>
          </a:p>
        </p:txBody>
      </p:sp>
      <p:pic>
        <p:nvPicPr>
          <p:cNvPr id="6" name="Grafik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88484" y="2196576"/>
            <a:ext cx="3609975" cy="3562350"/>
          </a:xfrm>
          <a:prstGeom prst="rect">
            <a:avLst/>
          </a:prstGeom>
        </p:spPr>
      </p:pic>
      <p:sp>
        <p:nvSpPr>
          <p:cNvPr id="7" name="Textfeld 6"/>
          <p:cNvSpPr txBox="1"/>
          <p:nvPr/>
        </p:nvSpPr>
        <p:spPr>
          <a:xfrm>
            <a:off x="9735653" y="1259808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4102</a:t>
            </a:r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F0E9F4BE-C1B0-4D84-B225-C79A228FD4F4}"/>
              </a:ext>
            </a:extLst>
          </p:cNvPr>
          <p:cNvSpPr/>
          <p:nvPr/>
        </p:nvSpPr>
        <p:spPr>
          <a:xfrm>
            <a:off x="7878765" y="6094958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https://www.beckhoff.com/english.asp?ethercat/el4102.htm</a:t>
            </a:r>
          </a:p>
        </p:txBody>
      </p:sp>
      <p:sp>
        <p:nvSpPr>
          <p:cNvPr id="9" name="Rechteck 8">
            <a:extLst>
              <a:ext uri="{FF2B5EF4-FFF2-40B4-BE49-F238E27FC236}">
                <a16:creationId xmlns:a16="http://schemas.microsoft.com/office/drawing/2014/main" id="{F3F9880A-7739-44FD-AB30-F9141429AF88}"/>
              </a:ext>
            </a:extLst>
          </p:cNvPr>
          <p:cNvSpPr/>
          <p:nvPr/>
        </p:nvSpPr>
        <p:spPr>
          <a:xfrm>
            <a:off x="1654477" y="6096290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https://www.beckhoff.com/english.asp?ethercat/el1808.htm</a:t>
            </a:r>
          </a:p>
        </p:txBody>
      </p:sp>
    </p:spTree>
    <p:extLst>
      <p:ext uri="{BB962C8B-B14F-4D97-AF65-F5344CB8AC3E}">
        <p14:creationId xmlns:p14="http://schemas.microsoft.com/office/powerpoint/2010/main" val="94792672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618285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48054" y="2064811"/>
            <a:ext cx="3810000" cy="3771900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13797" y="2064811"/>
            <a:ext cx="3838575" cy="3524250"/>
          </a:xfrm>
          <a:prstGeom prst="rect">
            <a:avLst/>
          </a:prstGeom>
        </p:spPr>
      </p:pic>
      <p:sp>
        <p:nvSpPr>
          <p:cNvPr id="6" name="Textfeld 5"/>
          <p:cNvSpPr txBox="1"/>
          <p:nvPr/>
        </p:nvSpPr>
        <p:spPr>
          <a:xfrm>
            <a:off x="3395238" y="129607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5152</a:t>
            </a:r>
          </a:p>
        </p:txBody>
      </p:sp>
      <p:sp>
        <p:nvSpPr>
          <p:cNvPr id="7" name="Textfeld 6"/>
          <p:cNvSpPr txBox="1"/>
          <p:nvPr/>
        </p:nvSpPr>
        <p:spPr>
          <a:xfrm>
            <a:off x="9675268" y="129607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6224</a:t>
            </a:r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23B32F90-8AE6-49B6-9A9B-9C3746B2692C}"/>
              </a:ext>
            </a:extLst>
          </p:cNvPr>
          <p:cNvSpPr/>
          <p:nvPr/>
        </p:nvSpPr>
        <p:spPr>
          <a:xfrm>
            <a:off x="7818379" y="6076165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https://www.beckhoff.com/english.asp?ethercat/el6224.htm</a:t>
            </a:r>
          </a:p>
        </p:txBody>
      </p:sp>
      <p:sp>
        <p:nvSpPr>
          <p:cNvPr id="9" name="Rechteck 8">
            <a:extLst>
              <a:ext uri="{FF2B5EF4-FFF2-40B4-BE49-F238E27FC236}">
                <a16:creationId xmlns:a16="http://schemas.microsoft.com/office/drawing/2014/main" id="{742ED696-901F-4906-9A85-7C6DBCC2544C}"/>
              </a:ext>
            </a:extLst>
          </p:cNvPr>
          <p:cNvSpPr/>
          <p:nvPr/>
        </p:nvSpPr>
        <p:spPr>
          <a:xfrm>
            <a:off x="1538349" y="6076165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https://www.beckhoff.com/english.asp?ethercat/el5152.htm</a:t>
            </a:r>
          </a:p>
        </p:txBody>
      </p:sp>
    </p:spTree>
    <p:extLst>
      <p:ext uri="{BB962C8B-B14F-4D97-AF65-F5344CB8AC3E}">
        <p14:creationId xmlns:p14="http://schemas.microsoft.com/office/powerpoint/2010/main" val="97100048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730429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01367" y="2437253"/>
            <a:ext cx="1847850" cy="3114675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32160" y="2286746"/>
            <a:ext cx="838200" cy="3152775"/>
          </a:xfrm>
          <a:prstGeom prst="rect">
            <a:avLst/>
          </a:prstGeom>
        </p:spPr>
      </p:pic>
      <p:pic>
        <p:nvPicPr>
          <p:cNvPr id="6" name="Grafik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59416" y="2381997"/>
            <a:ext cx="3067050" cy="2962275"/>
          </a:xfrm>
          <a:prstGeom prst="rect">
            <a:avLst/>
          </a:prstGeom>
        </p:spPr>
      </p:pic>
      <p:sp>
        <p:nvSpPr>
          <p:cNvPr id="7" name="Textfeld 6"/>
          <p:cNvSpPr txBox="1"/>
          <p:nvPr/>
        </p:nvSpPr>
        <p:spPr>
          <a:xfrm>
            <a:off x="2067474" y="1577996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9080</a:t>
            </a:r>
          </a:p>
        </p:txBody>
      </p:sp>
      <p:sp>
        <p:nvSpPr>
          <p:cNvPr id="8" name="Textfeld 7"/>
          <p:cNvSpPr txBox="1"/>
          <p:nvPr/>
        </p:nvSpPr>
        <p:spPr>
          <a:xfrm>
            <a:off x="6454636" y="1577996"/>
            <a:ext cx="93294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/>
              <a:t>EL 9011</a:t>
            </a:r>
          </a:p>
        </p:txBody>
      </p:sp>
      <p:sp>
        <p:nvSpPr>
          <p:cNvPr id="9" name="Textfeld 8"/>
          <p:cNvSpPr txBox="1"/>
          <p:nvPr/>
        </p:nvSpPr>
        <p:spPr>
          <a:xfrm>
            <a:off x="11035123" y="1577996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9100</a:t>
            </a:r>
          </a:p>
        </p:txBody>
      </p:sp>
      <p:sp>
        <p:nvSpPr>
          <p:cNvPr id="10" name="Rechteck 9">
            <a:extLst>
              <a:ext uri="{FF2B5EF4-FFF2-40B4-BE49-F238E27FC236}">
                <a16:creationId xmlns:a16="http://schemas.microsoft.com/office/drawing/2014/main" id="{E94A686E-95AB-4D7A-ABAD-39CD04D48EC3}"/>
              </a:ext>
            </a:extLst>
          </p:cNvPr>
          <p:cNvSpPr/>
          <p:nvPr/>
        </p:nvSpPr>
        <p:spPr>
          <a:xfrm>
            <a:off x="9383510" y="5764911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https://www.beckhoff.com/english.asp?ethercat/el9100.htm</a:t>
            </a:r>
          </a:p>
        </p:txBody>
      </p:sp>
      <p:sp>
        <p:nvSpPr>
          <p:cNvPr id="11" name="Rechteck 10">
            <a:extLst>
              <a:ext uri="{FF2B5EF4-FFF2-40B4-BE49-F238E27FC236}">
                <a16:creationId xmlns:a16="http://schemas.microsoft.com/office/drawing/2014/main" id="{EE84B1C5-477B-4283-826D-FB31FA85A561}"/>
              </a:ext>
            </a:extLst>
          </p:cNvPr>
          <p:cNvSpPr/>
          <p:nvPr/>
        </p:nvSpPr>
        <p:spPr>
          <a:xfrm>
            <a:off x="4636555" y="6338985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https://www.beckhoff.com/english.asp?ethercat/el9011.htm</a:t>
            </a:r>
          </a:p>
        </p:txBody>
      </p:sp>
      <p:sp>
        <p:nvSpPr>
          <p:cNvPr id="12" name="Rechteck 11">
            <a:extLst>
              <a:ext uri="{FF2B5EF4-FFF2-40B4-BE49-F238E27FC236}">
                <a16:creationId xmlns:a16="http://schemas.microsoft.com/office/drawing/2014/main" id="{21A03A7B-7ABF-4D98-9D18-904139AD30EC}"/>
              </a:ext>
            </a:extLst>
          </p:cNvPr>
          <p:cNvSpPr/>
          <p:nvPr/>
        </p:nvSpPr>
        <p:spPr>
          <a:xfrm>
            <a:off x="210586" y="5764911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https://www.beckhoff.com/english.asp?ethercat/el9080.htm</a:t>
            </a:r>
          </a:p>
        </p:txBody>
      </p:sp>
    </p:spTree>
    <p:extLst>
      <p:ext uri="{BB962C8B-B14F-4D97-AF65-F5344CB8AC3E}">
        <p14:creationId xmlns:p14="http://schemas.microsoft.com/office/powerpoint/2010/main" val="204376793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9002</Words>
  <Application>Microsoft Office PowerPoint</Application>
  <PresentationFormat>Benutzerdefiniert</PresentationFormat>
  <Paragraphs>8568</Paragraphs>
  <Slides>37</Slides>
  <Notes>2</Notes>
  <HiddenSlides>0</HiddenSlides>
  <MMClips>0</MMClips>
  <ScaleCrop>false</ScaleCrop>
  <HeadingPairs>
    <vt:vector size="6" baseType="variant">
      <vt:variant>
        <vt:lpstr>Verwendete Schriftarten</vt:lpstr>
      </vt:variant>
      <vt:variant>
        <vt:i4>3</vt:i4>
      </vt:variant>
      <vt:variant>
        <vt:lpstr>Design</vt:lpstr>
      </vt:variant>
      <vt:variant>
        <vt:i4>1</vt:i4>
      </vt:variant>
      <vt:variant>
        <vt:lpstr>Folientitel</vt:lpstr>
      </vt:variant>
      <vt:variant>
        <vt:i4>37</vt:i4>
      </vt:variant>
    </vt:vector>
  </HeadingPairs>
  <TitlesOfParts>
    <vt:vector size="41" baseType="lpstr">
      <vt:lpstr>Arial</vt:lpstr>
      <vt:lpstr>Calibri</vt:lpstr>
      <vt:lpstr>Calibri Light</vt:lpstr>
      <vt:lpstr>Office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Error Details (LED Light meaning) for the Bus Coupler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PowerPoint-Präsentation</dc:title>
  <dc:creator>joachim fischer</dc:creator>
  <cp:lastModifiedBy>Leonardo Alessandro Igler</cp:lastModifiedBy>
  <cp:revision>178</cp:revision>
  <dcterms:created xsi:type="dcterms:W3CDTF">2016-10-05T09:59:32Z</dcterms:created>
  <dcterms:modified xsi:type="dcterms:W3CDTF">2020-12-17T12:42:00Z</dcterms:modified>
</cp:coreProperties>
</file>