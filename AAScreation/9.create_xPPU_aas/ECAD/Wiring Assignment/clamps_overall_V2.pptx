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29"/>
  </p:notesMasterIdLst>
  <p:sldIdLst>
    <p:sldId id="257" r:id="rId2"/>
    <p:sldId id="258" r:id="rId3"/>
    <p:sldId id="256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9" r:id="rId12"/>
    <p:sldId id="270" r:id="rId13"/>
    <p:sldId id="271" r:id="rId14"/>
    <p:sldId id="272" r:id="rId15"/>
    <p:sldId id="273" r:id="rId16"/>
    <p:sldId id="274" r:id="rId17"/>
    <p:sldId id="275" r:id="rId18"/>
    <p:sldId id="276" r:id="rId19"/>
    <p:sldId id="277" r:id="rId20"/>
    <p:sldId id="279" r:id="rId21"/>
    <p:sldId id="278" r:id="rId22"/>
    <p:sldId id="280" r:id="rId23"/>
    <p:sldId id="281" r:id="rId24"/>
    <p:sldId id="282" r:id="rId25"/>
    <p:sldId id="283" r:id="rId26"/>
    <p:sldId id="284" r:id="rId27"/>
    <p:sldId id="268" r:id="rId28"/>
  </p:sldIdLst>
  <p:sldSz cx="14400213" cy="6858000"/>
  <p:notesSz cx="6858000" cy="9144000"/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00000"/>
    <a:srgbClr val="5B9BD5"/>
    <a:srgbClr val="1F4E7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ttlere Formatvorlage 2 - Akz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ittlere Formatvorlag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D7AC3CCA-C797-4891-BE02-D94E43425B78}" styleName="Mittlere Formatvorlage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8508" autoAdjust="0"/>
    <p:restoredTop sz="96259" autoAdjust="0"/>
  </p:normalViewPr>
  <p:slideViewPr>
    <p:cSldViewPr snapToGrid="0">
      <p:cViewPr>
        <p:scale>
          <a:sx n="100" d="100"/>
          <a:sy n="100" d="100"/>
        </p:scale>
        <p:origin x="666" y="33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261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A1609E8-B339-4EE2-84D4-C673B88A57E3}" type="datetimeFigureOut">
              <a:rPr lang="en-US" smtClean="0"/>
              <a:t>7/11/2017</a:t>
            </a:fld>
            <a:endParaRPr lang="en-US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190500" y="1143000"/>
            <a:ext cx="64770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A2D65D2-7D08-40EA-BC5E-24D9F5B257BA}" type="slidenum">
              <a:rPr lang="en-US" smtClean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50498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>
          <a:xfrm>
            <a:off x="190500" y="1143000"/>
            <a:ext cx="6477000" cy="3086100"/>
          </a:xfrm>
        </p:spPr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2D65D2-7D08-40EA-BC5E-24D9F5B257BA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60355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2D65D2-7D08-40EA-BC5E-24D9F5B257BA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73710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800027" y="1122363"/>
            <a:ext cx="1080016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00027" y="3602038"/>
            <a:ext cx="1080016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 smtClean="0"/>
              <a:t>Formatvorlage des Untertitelmasters durch Klicken bearbeiten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11.07.2017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93242491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11.07.2017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3730376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82514" y="1709739"/>
            <a:ext cx="12420184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82514" y="4589464"/>
            <a:ext cx="12420184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11.07.2017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7063681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90014" y="1825625"/>
            <a:ext cx="6120091" cy="4351338"/>
          </a:xfrm>
        </p:spPr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290108" y="1825625"/>
            <a:ext cx="6120091" cy="4351338"/>
          </a:xfrm>
        </p:spPr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11.07.2017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3215578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0" y="365126"/>
            <a:ext cx="12420184" cy="1325563"/>
          </a:xfrm>
        </p:spPr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91891" y="1681163"/>
            <a:ext cx="609196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991891" y="2505075"/>
            <a:ext cx="6091965" cy="3684588"/>
          </a:xfrm>
        </p:spPr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290108" y="1681163"/>
            <a:ext cx="6121966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290108" y="2505075"/>
            <a:ext cx="6121966" cy="3684588"/>
          </a:xfrm>
        </p:spPr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11.07.2017</a:t>
            </a:fld>
            <a:endParaRPr lang="de-D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7277015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11.07.2017</a:t>
            </a:fld>
            <a:endParaRPr lang="de-DE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6122056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11.07.2017</a:t>
            </a:fld>
            <a:endParaRPr lang="de-DE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5289700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1" y="457200"/>
            <a:ext cx="46444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121966" y="987426"/>
            <a:ext cx="7290108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91891" y="2057400"/>
            <a:ext cx="46444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11.07.2017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9601094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1" y="457200"/>
            <a:ext cx="46444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121966" y="987426"/>
            <a:ext cx="7290108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de-DE" smtClean="0"/>
              <a:t>Bild durch Klicken auf Symbol hinzufügen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91891" y="2057400"/>
            <a:ext cx="46444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11.07.2017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24263641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11.07.2017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65606552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305152" y="365125"/>
            <a:ext cx="3105046" cy="5811838"/>
          </a:xfrm>
        </p:spPr>
        <p:txBody>
          <a:bodyPr vert="eaVert"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90015" y="365125"/>
            <a:ext cx="9135135" cy="5811838"/>
          </a:xfrm>
        </p:spPr>
        <p:txBody>
          <a:bodyPr vert="eaVert"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11.07.2017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78333376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90015" y="1825625"/>
            <a:ext cx="12420184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90015" y="6356351"/>
            <a:ext cx="324004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DA19A4-9D9D-45FC-BA30-9B54BA45CFD0}" type="datetimeFigureOut">
              <a:rPr lang="de-DE" smtClean="0"/>
              <a:t>11.07.2017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770071" y="6356351"/>
            <a:ext cx="486007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170150" y="6356351"/>
            <a:ext cx="324004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2905109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0879690"/>
              </p:ext>
            </p:extLst>
          </p:nvPr>
        </p:nvGraphicFramePr>
        <p:xfrm>
          <a:off x="7323892" y="1195227"/>
          <a:ext cx="2730500" cy="4133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9600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2120900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</a:t>
                      </a:r>
                      <a:r>
                        <a:rPr lang="de-DE" sz="1100" u="none" strike="noStrike" dirty="0" smtClean="0">
                          <a:effectLst/>
                        </a:rPr>
                        <a:t>.2.1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Stack.Panel.DI_EmergencyStop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 smtClean="0">
                          <a:effectLst/>
                        </a:rPr>
                        <a:t>1.2.2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Stack.Panel.DI_StartButton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1.2.3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Stack.Panel.DI_ManuelButton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1.2.4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Crane.Gripper.DI_TakenIn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</a:t>
                      </a:r>
                      <a:r>
                        <a:rPr lang="de-DE" sz="1100" u="none" strike="noStrike" dirty="0" smtClean="0">
                          <a:effectLst/>
                        </a:rPr>
                        <a:t>.3.1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Crane.LiftingCylinder.DI_Extended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Crane.LiftingCylinder.DI_Retracted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Stack.Seperator.DI_Retracted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Stack.Seperator.DI_Extended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</a:t>
                      </a:r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.4.1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Stack.DI_InductiveSensor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1.4.2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Stack.DI_OpticalSensor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1.4.3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Crane.DI_OnStamp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Crane.DI_OnConveyor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.5.1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Crane.DI_OnStack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Stack.DI_WorkpieceReady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Crane.Gripper.Valve.DO_VacuumOn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41399661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Crane.LiftingCylinder.DO_Extend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Stack.Seperator.DO_Extend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1.10.1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Stack.Panel.DO_LampGreen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1.10.2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Stack.Panel.DO_LampWhite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1.10.3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Crane.DO_TurnCounterclockwise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1.10.4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Crane.DO_TurnClockwise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1.13.1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Crane.AI_Positon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471604933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2562931" y="526412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761121" y="3144844"/>
            <a:ext cx="1426015" cy="1498824"/>
            <a:chOff x="2761121" y="3144844"/>
            <a:chExt cx="1426015" cy="1498824"/>
          </a:xfrm>
        </p:grpSpPr>
        <p:grpSp>
          <p:nvGrpSpPr>
            <p:cNvPr id="13" name="Gruppieren 12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11" name="Gruppieren 10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1098" name="Textfeld 1097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9" name="Ellipse 1098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0" name="Gruppieren 1099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1101" name="Textfeld 110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1102" name="Ellipse 110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3" name="Gruppieren 1102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1104" name="Textfeld 1103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1105" name="Ellipse 1104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1F4E79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6" name="Gruppieren 1105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1107" name="Textfeld 1106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1108" name="Ellipse 110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9" name="Gruppieren 1108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1110" name="Textfeld 1109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1111" name="Ellipse 1110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113" name="Textfeld 1112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" name="Rechteck 1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07" name="Ellipse 406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" name="Gruppieren 7"/>
          <p:cNvGrpSpPr/>
          <p:nvPr/>
        </p:nvGrpSpPr>
        <p:grpSpPr>
          <a:xfrm>
            <a:off x="2235114" y="1103872"/>
            <a:ext cx="4806473" cy="1652928"/>
            <a:chOff x="2235114" y="1103872"/>
            <a:chExt cx="4806473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479905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240521" y="12665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317297" y="14479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273823" y="14906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317967" y="20564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274493" y="20991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30320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454299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778278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759847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5084673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5408652" y="1103872"/>
              <a:ext cx="417638" cy="1652928"/>
              <a:chOff x="1692193" y="1141150"/>
              <a:chExt cx="417638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5732631" y="1103872"/>
              <a:ext cx="371759" cy="1652928"/>
              <a:chOff x="1692193" y="1141150"/>
              <a:chExt cx="371759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Textfeld 9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6" name="Textfeld 9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Textfeld 9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60" name="Textfeld 9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6055467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1033" name="Rechteck 1032"/>
            <p:cNvSpPr/>
            <p:nvPr/>
          </p:nvSpPr>
          <p:spPr>
            <a:xfrm>
              <a:off x="4468465" y="1183062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1034" name="Rechteck 1033"/>
            <p:cNvSpPr/>
            <p:nvPr/>
          </p:nvSpPr>
          <p:spPr>
            <a:xfrm>
              <a:off x="4438897" y="1154063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1035" name="Textfeld 1034"/>
            <p:cNvSpPr txBox="1"/>
            <p:nvPr/>
          </p:nvSpPr>
          <p:spPr>
            <a:xfrm>
              <a:off x="4433773" y="2591027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1036" name="Gruppieren 1035"/>
            <p:cNvGrpSpPr/>
            <p:nvPr/>
          </p:nvGrpSpPr>
          <p:grpSpPr>
            <a:xfrm>
              <a:off x="6378138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6695150" y="1118235"/>
              <a:ext cx="346437" cy="1638565"/>
              <a:chOff x="1686699" y="1155513"/>
              <a:chExt cx="346437" cy="1638565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072" name="Rechteck 1071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71" name="Textfeld 107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05" name="Textfeld 404"/>
            <p:cNvSpPr txBox="1"/>
            <p:nvPr/>
          </p:nvSpPr>
          <p:spPr>
            <a:xfrm>
              <a:off x="2235114" y="25877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" name="Gruppieren 2"/>
            <p:cNvGrpSpPr/>
            <p:nvPr/>
          </p:nvGrpSpPr>
          <p:grpSpPr>
            <a:xfrm>
              <a:off x="2803395" y="1103872"/>
              <a:ext cx="327049" cy="1652928"/>
              <a:chOff x="3131212" y="1103872"/>
              <a:chExt cx="327049" cy="1652928"/>
            </a:xfrm>
          </p:grpSpPr>
          <p:grpSp>
            <p:nvGrpSpPr>
              <p:cNvPr id="483" name="Gruppieren 482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484" name="Gruppieren 48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486" name="Gruppieren 48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488" name="Rechteck 48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89" name="Rechteck 48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0" name="Ellipse 48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91" name="Ellipse 49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2" name="Textfeld 49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494" name="Ellipse 49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5" name="Ellipse 49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6" name="Textfeld 49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97" name="Textfeld 49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98" name="Ellipse 49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9" name="Ellipse 49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0" name="Textfeld 49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01" name="Textfeld 50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02" name="Ellipse 50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3" name="Ellipse 50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4" name="Textfeld 50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505" name="Textfeld 50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506" name="Rechteck 50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7" name="Rechteck 50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8" name="Rechteck 50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9" name="Rechteck 50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0" name="Rechteck 50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1" name="Rechteck 51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2" name="Rechteck 51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3" name="Rechteck 51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487" name="Textfeld 48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485" name="Textfeld 48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409" name="Textfeld 40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365" name="Gruppieren 364"/>
            <p:cNvGrpSpPr/>
            <p:nvPr/>
          </p:nvGrpSpPr>
          <p:grpSpPr>
            <a:xfrm>
              <a:off x="4105134" y="1153801"/>
              <a:ext cx="324950" cy="1602737"/>
              <a:chOff x="2526020" y="269422"/>
              <a:chExt cx="324950" cy="1602737"/>
            </a:xfrm>
          </p:grpSpPr>
          <p:sp>
            <p:nvSpPr>
              <p:cNvPr id="366" name="Rechteck 365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67" name="Ellipse 366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68" name="Ellipse 367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69" name="Ellipse 368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0" name="Ellipse 369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1" name="Textfeld 370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2" name="Textfeld 371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3" name="Ellipse 372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4" name="Ellipse 37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5" name="Ellipse 37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6" name="Ellipse 375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7" name="Ellipse 376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8" name="Ellipse 377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9" name="Ellipse 378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0" name="Ellipse 379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1" name="Ellipse 380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2" name="Ellipse 381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3" name="Ellipse 382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4" name="Ellipse 383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85" name="Gruppieren 384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86" name="Rechteck 385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87" name="Rechteck 386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88" name="Rechteck 387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89" name="Rechteck 38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0" name="Rechteck 38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1" name="Rechteck 39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2" name="Rechteck 39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3" name="Rechteck 39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4" name="Rechteck 39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5" name="Rechteck 39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6" name="Rechteck 39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7" name="Rechteck 39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8" name="Rechteck 39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9" name="Rechteck 39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0" name="Rechteck 39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1" name="Rechteck 40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2" name="Rechteck 40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3390078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9404131"/>
              </p:ext>
            </p:extLst>
          </p:nvPr>
        </p:nvGraphicFramePr>
        <p:xfrm>
          <a:off x="4410541" y="2644141"/>
          <a:ext cx="4192430" cy="41377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598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3256445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8019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Stamp.Panel.DI_ManuelButton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2&amp;3.3.1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2&amp;3.3.2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Stamp.DI_SliderFilled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2&amp;3.3.3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LargeSortingConveyor.Panel.DI_EmergencyStop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2&amp;3.3.4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LargeSortingConveyor.Panel.DI_StartButton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2&amp;3.4.1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LargeSortingConveyor.Panel.DI_ManuelButton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2&amp;3.4.2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LargeSortingConveyor.DI_Beginning_PresenceSensor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2&amp;3.4.3</a:t>
                      </a:r>
                      <a:endParaRPr lang="de-DE" sz="10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Sortierband Kapazitiver Sensor Kran Interface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2&amp;3.4.4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LargeSortingConveyor.DI_Pusher1_InductiveSensor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2&amp;3.5.1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LargeSortingConveyor.DI_Pusher1_OpticalSensor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2&amp;3.5.2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LargeSortingConveyor.DI_Pusher2_InductiveSensor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2&amp;3.5.4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LargeSortingConveyor.DI_Pusher1_OpticalSensor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2&amp;3.5.5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LargeSortingConveyor.DI_Ramp3_OpticalSensor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LargeSortingConveyor.Seperator1.DI_Extended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LargeSortingConveyor.Seperator1.DI_Retracted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LargeSortingConveyor.Seperator2.DI_Extended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2&amp;3.6.4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LargeSortingConveyor.Seperator2.DI_Retracted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2&amp;3.7.3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Stamp.Panel.DI_EmergencyStop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2&amp;3.7.4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Stamp.Panel.DI_StartButton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71604933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BC2&amp;3</a:t>
            </a:r>
          </a:p>
        </p:txBody>
      </p:sp>
      <p:graphicFrame>
        <p:nvGraphicFramePr>
          <p:cNvPr id="1303" name="Tabelle 130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4427714"/>
              </p:ext>
            </p:extLst>
          </p:nvPr>
        </p:nvGraphicFramePr>
        <p:xfrm>
          <a:off x="8721098" y="2643027"/>
          <a:ext cx="419243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598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3256445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2&amp;3.10.1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Stamp.SlidingCylinder.DO_Extend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2&amp;3.10.2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Stamp.SlidingCylinder.DO_Retract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2&amp;3.10.3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Stamp.StampingCylinder.DO_Extend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2&amp;3.10.4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Stamp.Panel.DO_LampGreen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2&amp;3.11.1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Stamp.Panel.DO_LampWhite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2&amp;3.11.2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LargeSortingConveyor.Seperator1.DO_Extend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2&amp;3.11.3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LargeSortingConveyor.Seperator2.DO_Extend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2&amp;3.11.4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2&amp;3.12.1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LargeSortingConveyor.Motor.DO_Backwards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2&amp;3.12.2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LargeSortingConveyor.Panel.DO_LampGreen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2&amp;3.12.4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LargeSortingConveyor.Panel.DO_LampWhite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2&amp;3.16.1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2&amp;3.16.2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Stamp.AO_Pressure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</a:tbl>
          </a:graphicData>
        </a:graphic>
      </p:graphicFrame>
      <p:grpSp>
        <p:nvGrpSpPr>
          <p:cNvPr id="7" name="Gruppieren 6"/>
          <p:cNvGrpSpPr/>
          <p:nvPr/>
        </p:nvGrpSpPr>
        <p:grpSpPr>
          <a:xfrm>
            <a:off x="1116267" y="770205"/>
            <a:ext cx="6108962" cy="1652928"/>
            <a:chOff x="1116267" y="770205"/>
            <a:chExt cx="6108962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" name="Gruppieren 13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1033" name="Rechteck 1032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1034" name="Rechteck 1033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35" name="Textfeld 1034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1036" name="Gruppieren 1035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Ellipse 10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Textfeld 10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8" name="Ellipse 10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Textfeld 10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1" name="Textfeld 10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Ellipse 10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5" name="Textfeld 10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Ellipse 10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89" name="Textfeld 10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16" name="Gruppieren 1115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117" name="Gruppieren 111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119" name="Gruppieren 111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7" name="Ellipse 11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Textfeld 11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1" name="Ellipse 11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Ellipse 11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Textfeld 11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4" name="Textfeld 11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5" name="Ellipse 11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Ellipse 11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Textfeld 11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8" name="Textfeld 11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Rechteck 11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Rechteck 11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Rechteck 11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Rechteck 11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20" name="Textfeld 11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118" name="Textfeld 11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147" name="Gruppieren 1146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148" name="Gruppieren 11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150" name="Gruppieren 11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152" name="Rechteck 11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3" name="Rechteck 11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Ellipse 11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Ellipse 11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Ellipse 11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Textfeld 11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61" name="Textfeld 11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62" name="Ellipse 11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Ellipse 11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Textfeld 1163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65" name="Textfeld 11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66" name="Ellipse 11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7" name="Ellipse 11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0" name="Rechteck 11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Rechteck 11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Rechteck 11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Rechteck 11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4" name="Rechteck 11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5" name="Rechteck 11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Rechteck 11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Rechteck 11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51" name="Textfeld 11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149" name="Textfeld 11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178" name="Gruppieren 1177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1179" name="Gruppieren 117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181" name="Gruppieren 118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183" name="Rechteck 1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84" name="Rechteck 1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Ellipse 1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Ellipse 1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7" name="Textfeld 1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88" name="Textfeld 1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89" name="Ellipse 1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Ellipse 1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Ellipse 1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Ellipse 1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Textfeld 11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196" name="Textfeld 1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197" name="Ellipse 1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8" name="Ellipse 1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Textfeld 1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00" name="Textfeld 1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01" name="Rechteck 1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Rechteck 1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Rechteck 1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Rechteck 1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Rechteck 1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Rechteck 1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82" name="Textfeld 118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180" name="Textfeld 1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209" name="Gruppieren 1208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1210" name="Gruppieren 120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212" name="Gruppieren 12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214" name="Rechteck 12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5" name="Rechteck 12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Textfeld 12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20" name="Ellipse 12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4" name="Ellipse 12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Textfeld 12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227" name="Textfeld 12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228" name="Ellipse 12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9" name="Ellipse 12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Textfeld 12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1" name="Textfeld 12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Rechteck 12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5" name="Rechteck 12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6" name="Rechteck 12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7" name="Rechteck 12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8" name="Rechteck 12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3" name="Textfeld 121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211" name="Textfeld 12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240" name="Gruppieren 1239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1241" name="Gruppieren 1240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245" name="Rechteck 12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4" name="Textfeld 12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242" name="Textfeld 12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63" name="Textfeld 562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83" name="Gruppieren 582"/>
          <p:cNvGrpSpPr/>
          <p:nvPr/>
        </p:nvGrpSpPr>
        <p:grpSpPr>
          <a:xfrm>
            <a:off x="1304608" y="3272629"/>
            <a:ext cx="1426015" cy="1498824"/>
            <a:chOff x="2761121" y="3144844"/>
            <a:chExt cx="1426015" cy="1498824"/>
          </a:xfrm>
        </p:grpSpPr>
        <p:grpSp>
          <p:nvGrpSpPr>
            <p:cNvPr id="584" name="Gruppieren 583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586" name="Gruppieren 585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601" name="Textfeld 60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2" name="Ellipse 60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7" name="Gruppieren 586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599" name="Textfeld 59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600" name="Ellipse 59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8" name="Gruppieren 587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597" name="Textfeld 59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598" name="Ellipse 59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9" name="Gruppieren 588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595" name="Textfeld 594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596" name="Ellipse 59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90" name="Gruppieren 589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593" name="Textfeld 592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594" name="Ellipse 59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591" name="Textfeld 590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2" name="Rechteck 59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85" name="Ellipse 584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29448696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7195462"/>
              </p:ext>
            </p:extLst>
          </p:nvPr>
        </p:nvGraphicFramePr>
        <p:xfrm>
          <a:off x="3269294" y="2062937"/>
          <a:ext cx="4770711" cy="47371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Crane.DI_AtStampInd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Crane.DI_BetweenStampConveyorInd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Crane.DI_AtStackInd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Crane.DI_BetweenConveyorStackInd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Crane.DI_AtConveyorInd</a:t>
                      </a:r>
                      <a:endParaRPr lang="de-DE" sz="1100" b="0" i="0" u="none" strike="noStrike" dirty="0" smtClean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1834803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LargeSortingConveyor.DI_Ramp1_PresenceSensor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LargeSortingConveyor.DI_Ramp2_PresenceSensor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4.2.8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LargeSortingConveyor.DI_Ramp3_PresenceSensor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Stack.Seperator.DI_BoundaryPressure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Stamp.SlidingCylinder.DI_BoundaryPressure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LargeSortingConveyor.Seperator1.DI_BoundaryPressure and LargeSortingConveyor.Seperator2.DI_BoundaryPressure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SmallSortingConveyor.Switch.DI_BoundaryPressure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ConveyorPicAlpha.Switch.DI_BoundaryPressure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PicAlpha.Gripper.DI_BoundaryVacuumPressure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PicAlpha.Gripper.DI_BoundaryFlowPressure1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PicAlpha.Gripper.DI_BoundaryFlowPressure2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Stamp.StampingCylinder.DI_BoundaryPressure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SmallSortingConveyor.DI_LightSensor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SmallSortingConveyor.DI_InductiveSensor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SmallSortingConveyor.DI_Ramp_PresenceSensor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Stamp.StampingCylinder.DI_BoundaryFlowPressure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Crane.LiftingCylinder.DI_BoundaryFlowPressure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Stack.Seperator.DI_BoundaryFlowPressure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LargeSortingConveyor.Sepertor1.DI_BoundaryFlowPressure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LargeSortingConveyor.Sepertor2.DI_BoundaryFlowPressure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6132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BC4</a:t>
            </a:r>
          </a:p>
        </p:txBody>
      </p:sp>
      <p:graphicFrame>
        <p:nvGraphicFramePr>
          <p:cNvPr id="1303" name="Tabelle 130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5455446"/>
              </p:ext>
            </p:extLst>
          </p:nvPr>
        </p:nvGraphicFramePr>
        <p:xfrm>
          <a:off x="8310435" y="35795"/>
          <a:ext cx="4371406" cy="67576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12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3629281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4.8.1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Stack.Seperator.AI_PressureSensor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Crane.LiftingCylinder.AI_PressureSensor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4.8.2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  <a:p>
                      <a:pPr algn="ctr" fontAlgn="b"/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Stamp.SlidingCylinder.AI_PressureSensor and Stamp.StampingCylinder.AI_PressureSensor and ConveyorRefill.Switch.AI_PressureSensor</a:t>
                      </a:r>
                    </a:p>
                  </a:txBody>
                  <a:tcPr marL="7620" marR="7620" marT="7620" marB="0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4.8.3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LargeSortingConveyor.Seperator1.AI_PressureSensor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LargeSortingConveyor.Seperator2.AI_PressureSensor</a:t>
                      </a:r>
                    </a:p>
                  </a:txBody>
                  <a:tcPr marL="7620" marR="7620" marT="7620" marB="0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4.8.4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PicAlpha.Gripper.AI_VacuumSensor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4.9.1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LargeSortingConveyor.Conveyor_UltrasonicSensor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4.9.2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Stamp.StampingCylinder.AI_StampingPressure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4.9.3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LargeSortingConveyor.Seperator1.AI_FlowPressure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LargeSortingConveyor.Seperator2.AI_FlowPressure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4.10.1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BK1and6.Wattmeter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4.10.2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BK2and3and7.Wattmeter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4.10.3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BK4and5and8and9and10and11.Wattmeter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4.11.1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PicAlpha.LiftingCylinder.AI_PressureSensor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4.11.2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PicAlpha.LiftingCylinder.AI_FlowPressure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4.11.3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Stamp.StampingCylinder.AI_FlowPressure and Stamp.SlidingCylinder.AI_FlowPressure and ConveyorRefill.Switch.AI_FlowPressure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4.11.4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Stack.Seperator.AI_FlowPressure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Crane.LiftingCylinder.AI_FlowPressure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4.12.1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Crane.LiftingCylinder.AI_PositionTransmitter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999290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4.12.2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Stack.Seperator.AI_PositionTransmitter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50526970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4.12.3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07255504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4.12.4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17049064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4.12.5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LargeSortingConveyor.Seperator2.AI_PositionTransmitter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51451647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4.12.6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LargeSortingConveyor.Seperator1.AI_PositionTransmitter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57873543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4.12.7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Crane.Gripper.AI_VacuumPressure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3409780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4.13.1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Stack.Seperator.DO_BlockPressureS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Crane.LiftingCylinder.DO_BlockPressureS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5102255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4.13.3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Stamp.SlidingCylinder.DO_BlockPressureS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Stamp.StampingCylinder.DO_BlockPressureS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ConveyorRefill.Switch.DO_BlockPressure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98685564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4.14.1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LargeSortingConveyor.Seperator1.DO_BlockPressureS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LargeSortingConveyor.Seperator2.DO_BlockPressureS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2064226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4.14.4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ConveyorPicAlpha.Switch.DO_BlockPressureS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SmallSortingConveyor.Switch.DO_BlockPressureS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7371184"/>
                  </a:ext>
                </a:extLst>
              </a:tr>
            </a:tbl>
          </a:graphicData>
        </a:graphic>
      </p:graphicFrame>
      <p:grpSp>
        <p:nvGrpSpPr>
          <p:cNvPr id="3" name="Gruppieren 2"/>
          <p:cNvGrpSpPr/>
          <p:nvPr/>
        </p:nvGrpSpPr>
        <p:grpSpPr>
          <a:xfrm>
            <a:off x="1956535" y="219231"/>
            <a:ext cx="5142591" cy="1652928"/>
            <a:chOff x="1956535" y="219231"/>
            <a:chExt cx="5142591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Textfeld 9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6" name="Textfeld 9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Textfeld 9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60" name="Textfeld 9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1036" name="Gruppieren 1035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Ellipse 10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Textfeld 10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8" name="Ellipse 10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Textfeld 1079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1" name="Textfeld 1080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Ellipse 10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5" name="Textfeld 10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Ellipse 10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89" name="Textfeld 10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16" name="Gruppieren 1115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1117" name="Gruppieren 111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119" name="Gruppieren 111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7" name="Ellipse 11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Textfeld 11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1" name="Ellipse 11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Ellipse 11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Textfeld 11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4" name="Textfeld 11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5" name="Ellipse 11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Ellipse 11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Textfeld 11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8" name="Textfeld 11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Rechteck 11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Rechteck 11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Rechteck 11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Rechteck 11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20" name="Textfeld 11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118" name="Textfeld 11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47" name="Gruppieren 1146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1148" name="Gruppieren 114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152" name="Rechteck 11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151" name="Textfeld 11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149" name="Textfeld 11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565" name="Gruppieren 5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67" name="Rechteck 5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68" name="Rechteck 5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Ellipse 5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0" name="Ellipse 5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1" name="Textfeld 5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72" name="Textfeld 5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73" name="Ellipse 5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Ellipse 5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Textfeld 5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76" name="Textfeld 575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77" name="Ellipse 5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Ellipse 5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9" name="Textfeld 5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80" name="Textfeld 579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85" name="Rechteck 5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Rechteck 5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Rechteck 5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8" name="Rechteck 5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9" name="Rechteck 5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Rechteck 5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Rechteck 5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2" name="Rechteck 5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536" name="Textfeld 535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" name="Gruppieren 6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488" name="Rechteck 487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490" name="Ellipse 48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491" name="Ellipse 49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94" name="Ellipse 49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95" name="Ellipse 49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87" name="Textfeld 48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485" name="Textfeld 48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4" name="Ellipse 543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54" name="Ellipse 55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5" name="Ellipse 55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7" name="Ellipse 556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8" name="Ellipse 557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59" name="Ellipse 558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60" name="Ellipse 559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61" name="Ellipse 560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3" name="Ellipse 592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94" name="Ellipse 593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5" name="Ellipse 594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6" name="Ellipse 595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" name="Gruppieren 5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489" name="Rechteck 48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09" name="Rechteck 508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97" name="Rechteck 59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99" name="Rechteck 59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00" name="Rechteck 59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1" name="Rechteck 60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2" name="Rechteck 60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3" name="Rechteck 60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4" name="Rechteck 60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5" name="Rechteck 60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6" name="Rechteck 60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7" name="Rechteck 60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8" name="Rechteck 60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9" name="Rechteck 60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0" name="Rechteck 60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1" name="Rechteck 61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2" name="Rechteck 61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613" name="Gruppieren 612"/>
          <p:cNvGrpSpPr/>
          <p:nvPr/>
        </p:nvGrpSpPr>
        <p:grpSpPr>
          <a:xfrm>
            <a:off x="1304608" y="3272629"/>
            <a:ext cx="1426015" cy="1498824"/>
            <a:chOff x="2761121" y="3144844"/>
            <a:chExt cx="1426015" cy="1498824"/>
          </a:xfrm>
        </p:grpSpPr>
        <p:grpSp>
          <p:nvGrpSpPr>
            <p:cNvPr id="614" name="Gruppieren 613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616" name="Gruppieren 615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631" name="Textfeld 63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2" name="Ellipse 63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7" name="Gruppieren 616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629" name="Textfeld 62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630" name="Ellipse 62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8" name="Gruppieren 617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627" name="Textfeld 62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628" name="Ellipse 62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9" name="Gruppieren 618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625" name="Textfeld 624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626" name="Ellipse 62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20" name="Gruppieren 619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623" name="Textfeld 622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624" name="Ellipse 62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621" name="Textfeld 620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2" name="Rechteck 62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5" name="Ellipse 614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58513525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4464819"/>
              </p:ext>
            </p:extLst>
          </p:nvPr>
        </p:nvGraphicFramePr>
        <p:xfrm>
          <a:off x="5890574" y="1281316"/>
          <a:ext cx="4770711" cy="4514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SafetyDoor.Panel.DI_StartButton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SafetyDoor.DI_StopButton 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SafetyDoor.Panel.DI_ManuelButton  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SafetyDoor.DI_ResetButton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ConveyorRefill.DI_Beginning_PresenceSensor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ConveyorRefill.DI_End_PresenceSensor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ConveyorRefill.SwitchStopper.DI_Retracted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5.2.8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ConveyorRefill.SwitchStopper.DI_Extended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5.3.A1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5.3.B1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B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SafetyDoor.Panel.DO_LampGreen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SafetyDoor.DO_LampReset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4239119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SafetyDoor.ExtendedPanel.DO_Q1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3452217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SafetyDoor.ExtendedPanel.DO_Q2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ConveyorRefill.Motor.DO_Backwards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ConveyorRefill.SwitchStopper.DO_Extend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ConveyorRefill.DO_Speed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561962129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BC5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482736" y="3465860"/>
            <a:ext cx="1426015" cy="1533559"/>
            <a:chOff x="1304608" y="3314999"/>
            <a:chExt cx="1426015" cy="1533559"/>
          </a:xfrm>
        </p:grpSpPr>
        <p:grpSp>
          <p:nvGrpSpPr>
            <p:cNvPr id="288" name="Gruppieren 28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303" name="Textfeld 302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Ellipse 303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89" name="Gruppieren 28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301" name="Textfeld 300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302" name="Ellipse 301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0" name="Gruppieren 28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299" name="Textfeld 298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300" name="Ellipse 299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1" name="Gruppieren 29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297" name="Textfeld 296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298" name="Ellipse 297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2" name="Gruppieren 29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295" name="Textfeld 294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296" name="Ellipse 295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293" name="Textfeld 29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4" name="Rechteck 29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Ellipse 286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" name="Textfeld 304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Integer </a:t>
              </a:r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OUT</a:t>
              </a:r>
            </a:p>
          </p:txBody>
        </p:sp>
        <p:sp>
          <p:nvSpPr>
            <p:cNvPr id="306" name="Ellipse 305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pSp>
        <p:nvGrpSpPr>
          <p:cNvPr id="8" name="Gruppieren 7"/>
          <p:cNvGrpSpPr/>
          <p:nvPr/>
        </p:nvGrpSpPr>
        <p:grpSpPr>
          <a:xfrm>
            <a:off x="2585049" y="1276147"/>
            <a:ext cx="2844318" cy="1655156"/>
            <a:chOff x="2585049" y="1276147"/>
            <a:chExt cx="2844318" cy="1655156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567" name="Rechteck 56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566" name="Textfeld 565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36" name="Rechteck 535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83" name="Textfeld 282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4" name="Gruppieren 3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514" name="Gruppieren 513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515" name="Gruppieren 514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517" name="Gruppieren 516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519" name="Rechteck 51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20" name="Rechteck 51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1" name="Ellipse 52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2" name="Ellipse 52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3" name="Textfeld 522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525" name="Ellipse 52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6" name="Ellipse 52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7" name="Textfeld 52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8" name="Textfeld 52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9" name="Ellipse 52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0" name="Ellipse 52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1" name="Textfeld 53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532" name="Textfeld 53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533" name="Ellipse 53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34" name="Ellipse 53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8" name="Rechteck 5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9" name="Rechteck 5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0" name="Rechteck 5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1" name="Rechteck 5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2" name="Rechteck 5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3" name="Rechteck 5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5" name="Rechteck 54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6" name="Rechteck 54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518" name="Textfeld 51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516" name="Textfeld 51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08" name="Textfeld 30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309" name="Textfeld 30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310" name="Textfeld 30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2311252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6413987"/>
              </p:ext>
            </p:extLst>
          </p:nvPr>
        </p:nvGraphicFramePr>
        <p:xfrm>
          <a:off x="5566483" y="1350796"/>
          <a:ext cx="4770711" cy="1289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Stack.AI_WPWeight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GND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GND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</a:t>
                      </a:r>
                      <a:r>
                        <a:rPr lang="de-DE" sz="1100" b="0" i="0" u="none" strike="noStrike" baseline="0" dirty="0">
                          <a:effectLst/>
                          <a:latin typeface="Calibri" panose="020F0502020204030204" pitchFamily="34" charset="0"/>
                        </a:rPr>
                        <a:t> Volt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BC6.3.10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64253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BC6</a:t>
            </a:r>
          </a:p>
        </p:txBody>
      </p:sp>
      <p:grpSp>
        <p:nvGrpSpPr>
          <p:cNvPr id="187" name="Gruppieren 186"/>
          <p:cNvGrpSpPr/>
          <p:nvPr/>
        </p:nvGrpSpPr>
        <p:grpSpPr>
          <a:xfrm>
            <a:off x="2482736" y="3465860"/>
            <a:ext cx="1426015" cy="1533559"/>
            <a:chOff x="1304608" y="3314999"/>
            <a:chExt cx="1426015" cy="1533559"/>
          </a:xfrm>
        </p:grpSpPr>
        <p:grpSp>
          <p:nvGrpSpPr>
            <p:cNvPr id="188" name="Gruppieren 18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206" name="Textfeld 20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Ellipse 20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89" name="Gruppieren 18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204" name="Textfeld 20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205" name="Ellipse 20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0" name="Gruppieren 18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202" name="Textfeld 201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203" name="Ellipse 20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1" name="Gruppieren 19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200" name="Textfeld 199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201" name="Ellipse 20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2" name="Gruppieren 19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198" name="Textfeld 197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199" name="Ellipse 19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193" name="Textfeld 19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4" name="Rechteck 19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Ellipse 194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6" name="Textfeld 195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Data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7" name="Ellipse 196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pSp>
        <p:nvGrpSpPr>
          <p:cNvPr id="14" name="Gruppieren 13"/>
          <p:cNvGrpSpPr/>
          <p:nvPr/>
        </p:nvGrpSpPr>
        <p:grpSpPr>
          <a:xfrm>
            <a:off x="2584649" y="1278375"/>
            <a:ext cx="1551780" cy="1652928"/>
            <a:chOff x="2584649" y="1278375"/>
            <a:chExt cx="1551780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" name="Textfeld 7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4" name="Textfeld 7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" name="Textfeld 726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" name="Textfeld 7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" name="Textfeld 7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" name="Textfeld 7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" name="Textfeld 7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6" name="Textfeld 7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88" name="Rechteck 787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85" name="Textfeld 184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08" name="Gruppieren 207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209" name="Rechteck 20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0" name="Ellipse 20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1" name="Ellipse 21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2" name="Ellipse 21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3" name="Ellipse 21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4" name="Textfeld 21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215" name="Textfeld 21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Ellipse 21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7" name="Ellipse 21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8" name="Ellipse 21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9" name="Ellipse 21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0" name="Ellipse 21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21" name="Ellipse 22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2" name="Ellipse 22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3" name="Ellipse 22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4" name="Ellipse 22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25" name="Ellipse 22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6" name="Ellipse 22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7" name="Ellipse 22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28" name="Gruppieren 22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29" name="Rechteck 22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0" name="Rechteck 22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1" name="Rechteck 23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2" name="Rechteck 23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33" name="Rechteck 23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4" name="Rechteck 23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5" name="Rechteck 23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6" name="Rechteck 23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7" name="Rechteck 23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8" name="Rechteck 23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9" name="Rechteck 23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0" name="Rechteck 23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1" name="Rechteck 24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2" name="Rechteck 24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3" name="Rechteck 24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4" name="Rechteck 24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5" name="Rechteck 24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246" name="Textfeld 245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3289583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8901795"/>
              </p:ext>
            </p:extLst>
          </p:nvPr>
        </p:nvGraphicFramePr>
        <p:xfrm>
          <a:off x="5890574" y="1281316"/>
          <a:ext cx="4770711" cy="2038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</a:t>
                      </a:r>
                      <a:r>
                        <a:rPr lang="de-DE" sz="1100" b="0" i="0" u="none" strike="noStrike" baseline="0" dirty="0">
                          <a:effectLst/>
                          <a:latin typeface="Calibri" panose="020F0502020204030204" pitchFamily="34" charset="0"/>
                        </a:rPr>
                        <a:t> Volt Input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LargeSortingConveyor.SwitchPicAlpha.DI_Retracted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LargeSortingConveyor.SwitchPicAlpha.DI_Extended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BC7.4.6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BC7.4.7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BC7.5.3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LargeSortingConveyor.SwitchPicAlpha.DO_Extend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BC7.6.10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BC7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586406" y="1278376"/>
            <a:ext cx="2517156" cy="1652928"/>
            <a:chOff x="2586406" y="1278376"/>
            <a:chExt cx="2517156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40" name="Gruppieren 33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41" name="Gruppieren 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45" name="Rechteck 3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4" name="Textfeld 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42" name="Textfeld 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79" name="Textfeld 278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281" name="Gruppieren 280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372" name="Rechteck 371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3" name="Ellipse 372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4" name="Ellipse 373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5" name="Ellipse 374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6" name="Ellipse 375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7" name="Textfeld 37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8" name="Textfeld 377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9" name="Ellipse 378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0" name="Ellipse 379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1" name="Ellipse 380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2" name="Ellipse 381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3" name="Ellipse 382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4" name="Ellipse 383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5" name="Ellipse 384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6" name="Ellipse 385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7" name="Ellipse 386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8" name="Ellipse 387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9" name="Ellipse 388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90" name="Ellipse 389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91" name="Gruppieren 390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92" name="Rechteck 391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3" name="Rechteck 392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4" name="Rechteck 393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5" name="Rechteck 394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6" name="Rechteck 395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7" name="Rechteck 396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8" name="Rechteck 397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9" name="Rechteck 398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0" name="Rechteck 399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1" name="Rechteck 400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2" name="Rechteck 401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3" name="Rechteck 402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4" name="Rechteck 403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5" name="Rechteck 404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6" name="Rechteck 405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7" name="Rechteck 406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8" name="Rechteck 407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409" name="Gruppieren 408"/>
          <p:cNvGrpSpPr/>
          <p:nvPr/>
        </p:nvGrpSpPr>
        <p:grpSpPr>
          <a:xfrm>
            <a:off x="2741148" y="3340045"/>
            <a:ext cx="1426015" cy="1533559"/>
            <a:chOff x="1304608" y="3314999"/>
            <a:chExt cx="1426015" cy="1533559"/>
          </a:xfrm>
        </p:grpSpPr>
        <p:grpSp>
          <p:nvGrpSpPr>
            <p:cNvPr id="410" name="Gruppieren 409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428" name="Textfeld 427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9" name="Ellipse 42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1" name="Gruppieren 410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426" name="Textfeld 42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427" name="Ellipse 42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2" name="Gruppieren 411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424" name="Textfeld 42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425" name="Ellipse 42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3" name="Gruppieren 412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422" name="Textfeld 421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423" name="Ellipse 42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4" name="Gruppieren 413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420" name="Textfeld 419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421" name="Ellipse 42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415" name="Textfeld 414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6" name="Rechteck 415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Ellipse 416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18" name="Textfeld 417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Data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9" name="Ellipse 418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344680139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8825885"/>
              </p:ext>
            </p:extLst>
          </p:nvPr>
        </p:nvGraphicFramePr>
        <p:xfrm>
          <a:off x="5890574" y="1281316"/>
          <a:ext cx="4770711" cy="5086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PicAlpha.Gripper.DI_TakenIn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PicAlpha.PicAlpha_OnPickUp1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PicAlpha.PicAlpha_OnPutDown2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PicAlpha.PicAlpha_OnPutDown1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PicAlpha.PicAlpha_OnPickUp2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8.2.8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LightGrid.Panel.DI_EmergencyStop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LightGrid.Panel.DI_StartButton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LightGrid.ExtendedPanel.DI_StopButton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LightGrid.Panel.DI_ManuelButton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LightGrid.Panel.DI_ResetButton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4239119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PicAlpha.Motor.DO_Backwards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3452217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PicAlpha.LiftingCylinder.DO_Extend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PicAlpha.Gripper.DO_Intake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PicAlpha.DO_VacuumHit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LightGrid.Panel.DO_LampGreen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56196212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LightGrid.ExtendedPanel.DO_LampReset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37917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LightGrid.ExtendedPanel.DO_Q1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2286386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LightGrid.ExtendedPanel.DO_Q2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9990107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BC8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585007" y="1278159"/>
            <a:ext cx="3169862" cy="1653145"/>
            <a:chOff x="2585007" y="1278159"/>
            <a:chExt cx="3169862" cy="1653145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347923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102318" y="1278376"/>
              <a:ext cx="371759" cy="1652928"/>
              <a:chOff x="1692193" y="1141150"/>
              <a:chExt cx="371759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565" name="Gruppieren 5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67" name="Rechteck 5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68" name="Rechteck 5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Ellipse 5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0" name="Ellipse 5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1" name="Textfeld 5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72" name="Textfeld 5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73" name="Ellipse 5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Ellipse 5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Textfeld 5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76" name="Textfeld 5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77" name="Ellipse 5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Ellipse 5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9" name="Textfeld 5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80" name="Textfeld 5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85" name="Rechteck 5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Rechteck 5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Rechteck 5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8" name="Rechteck 5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9" name="Rechteck 5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Rechteck 5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Rechteck 5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2" name="Rechteck 5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82" name="Gruppieren 281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283" name="Gruppieren 28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87" name="Rechteck 28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6" name="Textfeld 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Textfeld 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4" name="Textfeld 313"/>
            <p:cNvSpPr txBox="1"/>
            <p:nvPr/>
          </p:nvSpPr>
          <p:spPr>
            <a:xfrm>
              <a:off x="258500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337" name="Gruppieren 336"/>
          <p:cNvGrpSpPr/>
          <p:nvPr/>
        </p:nvGrpSpPr>
        <p:grpSpPr>
          <a:xfrm>
            <a:off x="2684703" y="3418716"/>
            <a:ext cx="1426015" cy="1498824"/>
            <a:chOff x="2761121" y="3144844"/>
            <a:chExt cx="1426015" cy="1498824"/>
          </a:xfrm>
        </p:grpSpPr>
        <p:grpSp>
          <p:nvGrpSpPr>
            <p:cNvPr id="338" name="Gruppieren 337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340" name="Gruppieren 339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355" name="Textfeld 354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6" name="Ellipse 35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1" name="Gruppieren 340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353" name="Textfeld 352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354" name="Ellipse 35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2" name="Gruppieren 341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351" name="Textfeld 35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352" name="Ellipse 35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3" name="Gruppieren 342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349" name="Textfeld 348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350" name="Ellipse 34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4" name="Gruppieren 343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347" name="Textfeld 346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348" name="Ellipse 34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345" name="Textfeld 344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Rechteck 345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9" name="Ellipse 338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381990336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5490547"/>
              </p:ext>
            </p:extLst>
          </p:nvPr>
        </p:nvGraphicFramePr>
        <p:xfrm>
          <a:off x="5890574" y="1432446"/>
          <a:ext cx="4770711" cy="26009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ConveyorPicAlpha.DI_Beginning_PresenceSensor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ConveyorPicAlpha.DI_End_PresenceSensor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ConveyorPicAlpha.SwitchStopper.DI_Retracted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ConveyorPicAlpha.SwitchStopper.DI_Extended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9.3.A1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9.3.B1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B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ConveyorPicAlpha.Motor.DO_Forwards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ConveyorPicAlpha.Motor.DO_Backwards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ConveyorPicAlpha.SwitchStopper.DO_Extend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BC9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4415" y="1276473"/>
            <a:ext cx="2876963" cy="1654831"/>
            <a:chOff x="2584415" y="1276473"/>
            <a:chExt cx="2876963" cy="1654831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567" name="Rechteck 56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4" name="Gruppieren 313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315" name="Gruppieren 31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317" name="Gruppieren 31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19" name="Rechteck 3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" name="Rechteck 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" name="Ellipse 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" name="Ellipse 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" name="Ellipse 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" name="Ellipse 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" name="Textfeld 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" name="Textfeld 3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" name="Ellipse 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" name="Ellipse 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" name="Textfeld 330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2" name="Textfeld 331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3" name="Ellipse 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" name="Ellipse 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" name="Rechteck 3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" name="Rechteck 3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" name="Rechteck 3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" name="Rechteck 3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" name="Rechteck 3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" name="Rechteck 3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" name="Rechteck 3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" name="Textfeld 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6" name="Textfeld 3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280" name="Textfeld 27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376" name="Textfeld 375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377" name="Textfeld 376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378" name="Textfeld 377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379" name="Textfeld 378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380" name="Gruppieren 379"/>
          <p:cNvGrpSpPr/>
          <p:nvPr/>
        </p:nvGrpSpPr>
        <p:grpSpPr>
          <a:xfrm>
            <a:off x="2622256" y="3308434"/>
            <a:ext cx="1426015" cy="1533559"/>
            <a:chOff x="1304608" y="3314999"/>
            <a:chExt cx="1426015" cy="1533559"/>
          </a:xfrm>
        </p:grpSpPr>
        <p:grpSp>
          <p:nvGrpSpPr>
            <p:cNvPr id="381" name="Gruppieren 380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399" name="Textfeld 398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" name="Ellipse 399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2" name="Gruppieren 381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397" name="Textfeld 396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398" name="Ellipse 397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3" name="Gruppieren 382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395" name="Textfeld 394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396" name="Ellipse 395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4" name="Gruppieren 383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393" name="Textfeld 392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394" name="Ellipse 393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5" name="Gruppieren 384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391" name="Textfeld 390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392" name="Ellipse 391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386" name="Textfeld 385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</a:t>
              </a:r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7" name="Rechteck 386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Ellipse 387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9" name="Textfeld 388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Integer </a:t>
              </a:r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OUT</a:t>
              </a:r>
            </a:p>
          </p:txBody>
        </p:sp>
        <p:sp>
          <p:nvSpPr>
            <p:cNvPr id="390" name="Ellipse 389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24015184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0132282"/>
              </p:ext>
            </p:extLst>
          </p:nvPr>
        </p:nvGraphicFramePr>
        <p:xfrm>
          <a:off x="5890574" y="1432446"/>
          <a:ext cx="4770711" cy="26009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SmallSortingConveyor.DI_Beginning_PresenceSensor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SmallSortingConveyor.DI_End_PresenceSensor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SmallSortingConveyor.Switch.DI_Retracted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SmallSortingConveyor.Switch.DI_Extanded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10.3.A1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10.3.B1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B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SmallSortingConveyor.Motor.DO_Backwards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10.7.1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BC10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4415" y="1276473"/>
            <a:ext cx="2876963" cy="1654831"/>
            <a:chOff x="2584415" y="1276473"/>
            <a:chExt cx="2876963" cy="1654831"/>
          </a:xfrm>
        </p:grpSpPr>
        <p:grpSp>
          <p:nvGrpSpPr>
            <p:cNvPr id="355" name="Gruppieren 354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56" name="Gruppieren 3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8" name="Gruppieren 3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0" name="Rechteck 3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" name="Rechteck 3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" name="Ellipse 3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3" name="Ellipse 3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" name="Ellipse 3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" name="Ellipse 3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" name="Ellipse 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" name="Ellipse 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" name="Ellipse 3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" name="Ellipse 3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" name="Rechteck 3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" name="Rechteck 3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" name="Rechteck 3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" name="Rechteck 3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" name="Rechteck 3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" name="Rechteck 3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" name="Rechteck 3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7" name="Rechteck 3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9" name="Textfeld 3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57" name="Textfeld 3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78" name="Rechteck 377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79" name="Rechteck 378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0" name="Rechteck 379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1" name="Rechteck 38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2" name="Rechteck 38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83" name="Gruppieren 382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84" name="Gruppieren 3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86" name="Gruppieren 3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88" name="Rechteck 3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89" name="Rechteck 3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0" name="Ellipse 3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" name="Ellipse 3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" name="Textfeld 3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3" name="Textfeld 3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4" name="Ellipse 3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" name="Ellipse 3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" name="Textfeld 3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" name="Textfeld 3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8" name="Ellipse 3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" name="Ellipse 3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" name="Textfeld 3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1" name="Textfeld 4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2" name="Ellipse 4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3" name="Ellipse 4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" name="Textfeld 4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5" name="Textfeld 4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6" name="Rechteck 4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" name="Rechteck 4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" name="Rechteck 4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" name="Rechteck 4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Rechteck 4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Rechteck 4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" name="Rechteck 4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" name="Rechteck 4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87" name="Textfeld 3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85" name="Textfeld 3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414" name="Gruppieren 413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15" name="Gruppieren 4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7" name="Gruppieren 4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9" name="Rechteck 4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0" name="Rechteck 4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25" name="Ellipse 4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Ellipse 4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Textfeld 4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8" name="Textfeld 4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29" name="Ellipse 4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Ellipse 4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Textfeld 4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32" name="Textfeld 4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33" name="Ellipse 4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" name="Ellipse 4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Textfeld 4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36" name="Textfeld 4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37" name="Rechteck 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8" name="Rechteck 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" name="Rechteck 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Rechteck 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Rechteck 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" name="Rechteck 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3" name="Rechteck 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Rechteck 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8" name="Textfeld 4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16" name="Textfeld 4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445" name="Gruppieren 444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446" name="Gruppieren 4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48" name="Gruppieren 4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50" name="Rechteck 4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1" name="Rechteck 4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Ellipse 4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Ellipse 4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" name="Ellipse 45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" name="Ellipse 45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Ellipse 4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7" name="Ellipse 4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Ellipse 4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" name="Ellipse 4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" name="Rechteck 4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" name="Rechteck 4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" name="Rechteck 4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3" name="Rechteck 4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4" name="Rechteck 4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5" name="Rechteck 4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6" name="Rechteck 4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7" name="Rechteck 4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9" name="Textfeld 4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47" name="Textfeld 4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468" name="Gruppieren 467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69" name="Gruppieren 4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71" name="Gruppieren 4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73" name="Rechteck 4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74" name="Rechteck 4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Ellipse 4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6" name="Ellipse 4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7" name="Textfeld 4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78" name="Textfeld 4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79" name="Ellipse 4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0" name="Ellipse 4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1" name="Textfeld 4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2" name="Textfeld 481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3" name="Ellipse 4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4" name="Ellipse 4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5" name="Textfeld 484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6" name="Textfeld 485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7" name="Ellipse 4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Ellipse 4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9" name="Textfeld 4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0" name="Textfeld 4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1" name="Rechteck 4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Rechteck 4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3" name="Rechteck 4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4" name="Rechteck 4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Rechteck 4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Rechteck 4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7" name="Rechteck 4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8" name="Rechteck 4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72" name="Textfeld 4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70" name="Textfeld 4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499" name="Gruppieren 498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500" name="Gruppieren 49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502" name="Gruppieren 50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504" name="Rechteck 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5" name="Rechteck 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6" name="Ellipse 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Textfeld 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10" name="Ellipse 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Ellipse 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12" name="Ellipse 5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Ellipse 5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44" name="Textfeld 5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54" name="Ellipse 5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7" name="Ellipse 5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8" name="Textfeld 5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59" name="Textfeld 5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60" name="Rechteck 5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1" name="Rechteck 5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3" name="Rechteck 5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Rechteck 5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Rechteck 5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6" name="Rechteck 5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7" name="Rechteck 5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Rechteck 5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03" name="Textfeld 5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501" name="Textfeld 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99" name="Gruppieren 598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600" name="Gruppieren 599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602" name="Rechteck 60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03" name="Textfeld 60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601" name="Textfeld 6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04" name="Rechteck 603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605" name="Gruppieren 604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606" name="Gruppieren 605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608" name="Gruppieren 60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610" name="Rechteck 6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1" name="Rechteck 6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2" name="Ellipse 6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3" name="Ellipse 6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4" name="Ellipse 6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Textfeld 6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8" name="Ellipse 6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Textfeld 619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22" name="Ellipse 6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Rechteck 6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Rechteck 6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6" name="Rechteck 6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7" name="Rechteck 6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8" name="Rechteck 6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Rechteck 6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0" name="Rechteck 6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09" name="Textfeld 6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07" name="Textfeld 6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632" name="Textfeld 631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3" name="Textfeld 632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634" name="Textfeld 633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635" name="Textfeld 634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636" name="Textfeld 635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637" name="Gruppieren 636"/>
          <p:cNvGrpSpPr/>
          <p:nvPr/>
        </p:nvGrpSpPr>
        <p:grpSpPr>
          <a:xfrm>
            <a:off x="2622256" y="3308434"/>
            <a:ext cx="1426015" cy="1533559"/>
            <a:chOff x="1304608" y="3314999"/>
            <a:chExt cx="1426015" cy="1533559"/>
          </a:xfrm>
        </p:grpSpPr>
        <p:grpSp>
          <p:nvGrpSpPr>
            <p:cNvPr id="638" name="Gruppieren 63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656" name="Textfeld 65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7" name="Ellipse 65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39" name="Gruppieren 63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654" name="Textfeld 65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655" name="Ellipse 65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0" name="Gruppieren 63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652" name="Textfeld 651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653" name="Ellipse 65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1" name="Gruppieren 64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650" name="Textfeld 649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651" name="Ellipse 65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2" name="Gruppieren 64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648" name="Textfeld 647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649" name="Ellipse 64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643" name="Textfeld 64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4" name="Rechteck 64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5" name="Ellipse 644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6" name="Textfeld 645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Integer </a:t>
              </a:r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OUT</a:t>
              </a:r>
            </a:p>
          </p:txBody>
        </p:sp>
        <p:sp>
          <p:nvSpPr>
            <p:cNvPr id="647" name="Ellipse 646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24174971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1884756"/>
              </p:ext>
            </p:extLst>
          </p:nvPr>
        </p:nvGraphicFramePr>
        <p:xfrm>
          <a:off x="5805488" y="1432446"/>
          <a:ext cx="4855798" cy="2791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817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17623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FlowSensor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GearPoint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80l/min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FlowSensor GearPoint 120l/min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PressurSensor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4bar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FlowSensor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2-200l/min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transducer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0-10A AC … 0-10V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ext. Sensor 0-10V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PressureSensor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11.3.G(8)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</a:t>
                      </a:r>
                      <a:r>
                        <a:rPr lang="de-DE" sz="1100" b="0" i="0" u="none" strike="noStrike" baseline="0" dirty="0">
                          <a:effectLst/>
                          <a:latin typeface="Calibri" panose="020F0502020204030204" pitchFamily="34" charset="0"/>
                        </a:rPr>
                        <a:t> GND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small </a:t>
                      </a:r>
                      <a:r>
                        <a:rPr lang="en-US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contacter</a:t>
                      </a:r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max. 4kW </a:t>
                      </a:r>
                      <a:r>
                        <a:rPr lang="en-US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Schuko</a:t>
                      </a:r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plug (left)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small </a:t>
                      </a:r>
                      <a:r>
                        <a:rPr lang="en-US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contacter</a:t>
                      </a:r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max. 4kW </a:t>
                      </a:r>
                      <a:r>
                        <a:rPr lang="en-US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Schuko</a:t>
                      </a:r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plug (right)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changeover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realay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magnet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valve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03234386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BC11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5049" y="1277585"/>
            <a:ext cx="2520106" cy="1653719"/>
            <a:chOff x="2585049" y="1277585"/>
            <a:chExt cx="2520106" cy="1653719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81" name="Rechteck 8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4" name="Gruppieren 313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315" name="Gruppieren 314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317" name="Gruppieren 316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319" name="Rechteck 318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" name="Rechteck 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" name="Ellipse 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" name="Ellipse 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" name="Textfeld 3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" name="Textfeld 3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5" name="Ellipse 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" name="Ellipse 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" name="Textfeld 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" name="Textfeld 327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9" name="Ellipse 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" name="Ellipse 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" name="Textfeld 3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" name="Textfeld 3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3" name="Ellipse 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" name="Ellipse 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" name="Textfeld 3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36" name="Textfeld 335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37" name="Rechteck 3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" name="Rechteck 3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" name="Rechteck 3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" name="Rechteck 3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" name="Rechteck 3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" name="Rechteck 3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" name="Rechteck 3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" name="Textfeld 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6" name="Textfeld 315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249" name="Textfeld 248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251" name="Gruppieren 250"/>
          <p:cNvGrpSpPr/>
          <p:nvPr/>
        </p:nvGrpSpPr>
        <p:grpSpPr>
          <a:xfrm>
            <a:off x="2622733" y="3317438"/>
            <a:ext cx="1426015" cy="1498824"/>
            <a:chOff x="2761121" y="3144844"/>
            <a:chExt cx="1426015" cy="1498824"/>
          </a:xfrm>
        </p:grpSpPr>
        <p:grpSp>
          <p:nvGrpSpPr>
            <p:cNvPr id="252" name="Gruppieren 251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254" name="Gruppieren 253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269" name="Textfeld 26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0" name="Ellipse 26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5" name="Gruppieren 254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267" name="Textfeld 26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268" name="Ellipse 26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6" name="Gruppieren 255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265" name="Textfeld 264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266" name="Ellipse 26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7" name="Gruppieren 256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263" name="Textfeld 262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264" name="Ellipse 26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8" name="Gruppieren 257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261" name="Textfeld 260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262" name="Ellipse 26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259" name="Textfeld 258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</a:t>
                </a:r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Rechteck 259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3" name="Ellipse 252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38103618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309" name="Gruppieren 308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665" name="Gruppieren 66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67" name="Gruppieren 66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69" name="Rechteck 6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70" name="Rechteck 6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1" name="Ellipse 6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72" name="Ellipse 6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3" name="Ellipse 6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4" name="Ellipse 6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5" name="Ellipse 6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6" name="Ellipse 6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7" name="Ellipse 6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8" name="Ellipse 6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9" name="Rechteck 6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0" name="Rechteck 6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1" name="Rechteck 6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2" name="Rechteck 6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3" name="Rechteck 6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4" name="Rechteck 6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5" name="Rechteck 6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6" name="Rechteck 6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68" name="Textfeld 6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66" name="Textfeld 6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0" name="Rechteck 309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" name="Rechteck 310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" name="Rechteck 311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3" name="Rechteck 312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4" name="Rechteck 313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5" name="Gruppieren 314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635" name="Gruppieren 6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37" name="Gruppieren 6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39" name="Rechteck 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" name="Rechteck 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" name="Ellipse 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" name="Ellipse 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" name="Textfeld 6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" name="Textfeld 6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5" name="Ellipse 6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" name="Ellipse 6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" name="Textfeld 6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" name="Textfeld 6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9" name="Ellipse 6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" name="Ellipse 6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" name="Textfeld 6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2" name="Textfeld 6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3" name="Ellipse 6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4" name="Ellipse 6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5" name="Textfeld 6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6" name="Textfeld 6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7" name="Rechteck 6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8" name="Rechteck 6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9" name="Rechteck 6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0" name="Rechteck 6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1" name="Rechteck 6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2" name="Rechteck 6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3" name="Rechteck 6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4" name="Rechteck 6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38" name="Textfeld 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36" name="Textfeld 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6" name="Gruppieren 315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605" name="Gruppieren 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07" name="Gruppieren 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09" name="Rechteck 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0" name="Rechteck 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1" name="Ellipse 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2" name="Ellipse 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3" name="Textfeld 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14" name="Textfeld 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Ellipse 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8" name="Textfeld 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Ellipse 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2" name="Textfeld 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Ellipse 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Textfeld 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26" name="Textfeld 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27" name="Rechteck 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8" name="Rechteck 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Rechteck 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0" name="Rechteck 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2" name="Rechteck 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3" name="Rechteck 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4" name="Rechteck 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08" name="Textfeld 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06" name="Textfeld 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7" name="Gruppieren 316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575" name="Gruppieren 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77" name="Gruppieren 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79" name="Rechteck 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80" name="Rechteck 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85" name="Ellipse 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Ellipse 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Textfeld 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88" name="Textfeld 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89" name="Ellipse 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Ellipse 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Textfeld 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2" name="Textfeld 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3" name="Ellipse 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Ellipse 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Textfeld 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96" name="Textfeld 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97" name="Rechteck 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Rechteck 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9" name="Rechteck 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0" name="Rechteck 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1" name="Rechteck 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2" name="Rechteck 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3" name="Rechteck 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4" name="Rechteck 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78" name="Textfeld 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576" name="Textfeld 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9" name="Gruppieren 318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523" name="Gruppieren 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25" name="Gruppieren 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27" name="Rechteck 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8" name="Rechteck 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7" name="Ellipse 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8" name="Ellipse 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Textfeld 5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40" name="Textfeld 5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41" name="Ellipse 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42" name="Ellipse 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Textfeld 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44" name="Textfeld 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7" name="Rechteck 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8" name="Rechteck 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9" name="Rechteck 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0" name="Rechteck 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1" name="Rechteck 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2" name="Rechteck 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26" name="Textfeld 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524" name="Textfeld 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0" name="Gruppieren 319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493" name="Gruppieren 49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495" name="Gruppieren 4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97" name="Rechteck 4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8" name="Rechteck 4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Ellipse 4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02" name="Textfeld 5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Ellipse 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6" name="Textfeld 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Ellipse 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10" name="Textfeld 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11" name="Ellipse 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Ellipse 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Textfeld 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14" name="Textfeld 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15" name="Rechteck 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6" name="Rechteck 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7" name="Rechteck 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8" name="Rechteck 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9" name="Rechteck 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Rechteck 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Rechteck 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96" name="Textfeld 49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94" name="Textfeld 4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1" name="Gruppieren 320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463" name="Gruppieren 4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465" name="Gruppieren 4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67" name="Rechteck 4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8" name="Rechteck 4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9" name="Ellipse 4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0" name="Ellipse 4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1" name="Textfeld 4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72" name="Textfeld 4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73" name="Ellipse 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4" name="Ellipse 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Textfeld 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6" name="Textfeld 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7" name="Ellipse 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8" name="Ellipse 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9" name="Textfeld 4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0" name="Textfeld 4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1" name="Ellipse 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2" name="Ellipse 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3" name="Textfeld 4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84" name="Textfeld 4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85" name="Rechteck 4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6" name="Rechteck 4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7" name="Rechteck 4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Rechteck 4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Rechteck 4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1" name="Rechteck 4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Rechteck 4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6" name="Textfeld 4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64" name="Textfeld 4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2" name="Gruppieren 321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433" name="Gruppieren 4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35" name="Gruppieren 4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37" name="Rechteck 4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8" name="Rechteck 4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" name="Ellipse 4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Ellipse 4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Textfeld 4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2" name="Textfeld 4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3" name="Ellipse 4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Ellipse 4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" name="Textfeld 4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6" name="Textfeld 4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7" name="Ellipse 4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" name="Ellipse 4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" name="Textfeld 4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0" name="Textfeld 4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1" name="Ellipse 4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Ellipse 4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Textfeld 4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4" name="Textfeld 4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5" name="Rechteck 4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Rechteck 4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" name="Rechteck 4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Rechteck 4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" name="Rechteck 4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" name="Rechteck 4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" name="Rechteck 4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" name="Rechteck 4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6" name="Textfeld 4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34" name="Textfeld 4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26" name="Gruppieren 325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403" name="Gruppieren 40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5" name="Gruppieren 4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7" name="Rechteck 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" name="Rechteck 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" name="Ellipse 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Ellipse 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Textfeld 4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2" name="Textfeld 4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5" name="Rechteck 4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Rechteck 4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Rechteck 4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" name="Rechteck 4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" name="Rechteck 4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Rechteck 4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Rechteck 4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" name="Rechteck 4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6" name="Textfeld 40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04" name="Textfeld 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27" name="Gruppieren 326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399" name="Gruppieren 39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401" name="Rechteck 40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02" name="Textfeld 40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00" name="Textfeld 3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28" name="Textfeld 327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29" name="Gruppieren 328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368" name="Gruppieren 36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70" name="Gruppieren 36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72" name="Gruppieren 37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74" name="Rechteck 3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5" name="Rechteck 3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6" name="Ellipse 3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7" name="Ellipse 3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8" name="Textfeld 37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79" name="Ellipse 3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0" name="Ellipse 3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1" name="Textfeld 3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2" name="Textfeld 3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3" name="Ellipse 3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4" name="Ellipse 3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5" name="Textfeld 3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6" name="Textfeld 3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7" name="Ellipse 3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8" name="Ellipse 3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9" name="Textfeld 3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90" name="Textfeld 3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91" name="Rechteck 3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2" name="Rechteck 3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3" name="Rechteck 3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4" name="Rechteck 3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5" name="Rechteck 3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6" name="Rechteck 3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7" name="Rechteck 39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8" name="Rechteck 39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73" name="Textfeld 3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71" name="Textfeld 3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69" name="Textfeld 36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330" name="Gruppieren 329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331" name="Rechteck 33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2" name="Ellipse 33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3" name="Ellipse 33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4" name="Ellipse 33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5" name="Ellipse 33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6" name="Textfeld 33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Textfeld 33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Ellipse 33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9" name="Ellipse 33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0" name="Ellipse 33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1" name="Ellipse 34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2" name="Ellipse 34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43" name="Ellipse 34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4" name="Ellipse 34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5" name="Ellipse 34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6" name="Ellipse 34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47" name="Ellipse 34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8" name="Ellipse 34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9" name="Ellipse 34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50" name="Gruppieren 34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51" name="Rechteck 35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2" name="Rechteck 35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3" name="Rechteck 35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4" name="Rechteck 35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55" name="Rechteck 35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6" name="Rechteck 35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7" name="Rechteck 35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8" name="Rechteck 35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9" name="Rechteck 35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0" name="Rechteck 35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1" name="Rechteck 36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2" name="Rechteck 36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3" name="Rechteck 36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4" name="Rechteck 36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5" name="Rechteck 36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6" name="Rechteck 36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7" name="Rechteck 36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0-1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20424641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8" name="Gruppieren 307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309" name="Gruppieren 308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639" name="Gruppieren 63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41" name="Gruppieren 64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43" name="Rechteck 6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4" name="Rechteck 6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" name="Ellipse 6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" name="Ellipse 6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" name="Ellipse 6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" name="Ellipse 6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" name="Ellipse 6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" name="Ellipse 6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" name="Ellipse 6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" name="Ellipse 6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" name="Rechteck 6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" name="Rechteck 6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5" name="Rechteck 6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6" name="Rechteck 6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7" name="Rechteck 6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8" name="Rechteck 6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9" name="Rechteck 6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0" name="Rechteck 6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2" name="Textfeld 6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40" name="Textfeld 6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0" name="Rechteck 309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" name="Rechteck 310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" name="Rechteck 311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3" name="Rechteck 312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4" name="Rechteck 313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5" name="Gruppieren 314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609" name="Gruppieren 6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11" name="Gruppieren 6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13" name="Rechteck 6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4" name="Rechteck 6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Ellipse 6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18" name="Textfeld 6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Ellipse 6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2" name="Textfeld 6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Ellipse 6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Textfeld 6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6" name="Textfeld 6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7" name="Ellipse 6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28" name="Ellipse 6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Textfeld 6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0" name="Textfeld 6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2" name="Rechteck 6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3" name="Rechteck 6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4" name="Rechteck 6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5" name="Rechteck 6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" name="Rechteck 6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" name="Rechteck 6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" name="Rechteck 6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12" name="Textfeld 6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10" name="Textfeld 6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6" name="Gruppieren 315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579" name="Gruppieren 5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81" name="Gruppieren 5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83" name="Rechteck 5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84" name="Rechteck 5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5" name="Ellipse 5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Ellipse 5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Textfeld 5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88" name="Textfeld 5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89" name="Ellipse 5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Ellipse 5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Textfeld 5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2" name="Textfeld 5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3" name="Ellipse 5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Ellipse 5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Textfeld 5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6" name="Textfeld 5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7" name="Ellipse 5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Ellipse 5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9" name="Textfeld 5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00" name="Textfeld 5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01" name="Rechteck 6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2" name="Rechteck 6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3" name="Rechteck 6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4" name="Rechteck 6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5" name="Rechteck 6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6" name="Rechteck 6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7" name="Rechteck 6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8" name="Rechteck 6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82" name="Textfeld 5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80" name="Textfeld 5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7" name="Gruppieren 316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549" name="Gruppieren 5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1" name="Gruppieren 5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3" name="Rechteck 5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4" name="Rechteck 5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5" name="Ellipse 5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7" name="Textfeld 5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58" name="Textfeld 5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59" name="Ellipse 5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0" name="Ellipse 5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1" name="Textfeld 5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2" name="Textfeld 5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3" name="Ellipse 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4" name="Ellipse 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5" name="Textfeld 5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6" name="Textfeld 5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7" name="Ellipse 5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8" name="Ellipse 5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Textfeld 5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70" name="Textfeld 5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71" name="Rechteck 5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2" name="Rechteck 5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3" name="Rechteck 5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Rechteck 5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Rechteck 5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6" name="Rechteck 5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7" name="Rechteck 5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Rechteck 5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2" name="Textfeld 5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550" name="Textfeld 5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8" name="Gruppieren 317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519" name="Gruppieren 5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21" name="Gruppieren 5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23" name="Rechteck 5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4" name="Rechteck 5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7" name="Ellipse 5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8" name="Ellipse 5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Textfeld 5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40" name="Textfeld 5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4" name="Rechteck 5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7" name="Rechteck 5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8" name="Rechteck 5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22" name="Textfeld 5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520" name="Textfeld 5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9" name="Gruppieren 318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489" name="Gruppieren 488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491" name="Gruppieren 4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93" name="Rechteck 4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4" name="Rechteck 4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Ellipse 4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8" name="Textfeld 4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Ellipse 4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2" name="Textfeld 5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Ellipse 5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6" name="Textfeld 5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Ellipse 5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10" name="Textfeld 5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4" name="Rechteck 5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5" name="Rechteck 5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6" name="Rechteck 5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7" name="Rechteck 5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8" name="Rechteck 5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92" name="Textfeld 491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90" name="Textfeld 4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0" name="Gruppieren 319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459" name="Gruppieren 45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461" name="Gruppieren 4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63" name="Rechteck 4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4" name="Rechteck 4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5" name="Ellipse 4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6" name="Ellipse 4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7" name="Textfeld 4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68" name="Textfeld 4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69" name="Ellipse 4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0" name="Ellipse 4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1" name="Textfeld 4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2" name="Textfeld 4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3" name="Ellipse 4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4" name="Ellipse 4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Textfeld 4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6" name="Textfeld 4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7" name="Ellipse 4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8" name="Ellipse 4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9" name="Textfeld 4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80" name="Textfeld 4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81" name="Rechteck 4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2" name="Rechteck 4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3" name="Rechteck 4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4" name="Rechteck 4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5" name="Rechteck 4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6" name="Rechteck 4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7" name="Rechteck 4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Rechteck 4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2" name="Textfeld 46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60" name="Textfeld 4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1" name="Gruppieren 320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429" name="Gruppieren 42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31" name="Gruppieren 4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33" name="Rechteck 4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4" name="Rechteck 4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Ellipse 4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6" name="Ellipse 4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7" name="Textfeld 4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38" name="Textfeld 4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39" name="Ellipse 4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Ellipse 4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Textfeld 4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2" name="Textfeld 4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3" name="Ellipse 4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Ellipse 4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" name="Textfeld 4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6" name="Textfeld 4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7" name="Ellipse 4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" name="Ellipse 4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" name="Textfeld 4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0" name="Textfeld 4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1" name="Rechteck 4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Rechteck 4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Rechteck 4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" name="Rechteck 4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" name="Rechteck 4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Rechteck 4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" name="Rechteck 4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Rechteck 4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2" name="Textfeld 4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30" name="Textfeld 4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22" name="Gruppieren 321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399" name="Gruppieren 3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1" name="Gruppieren 4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3" name="Rechteck 4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4" name="Rechteck 4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" name="Ellipse 4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" name="Ellipse 4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" name="Textfeld 4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8" name="Textfeld 4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9" name="Ellipse 4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Ellipse 4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Textfeld 4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2" name="Textfeld 4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1" name="Rechteck 4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Rechteck 4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Rechteck 4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" name="Rechteck 4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" name="Rechteck 4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Rechteck 4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Rechteck 4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" name="Rechteck 4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2" name="Textfeld 4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00" name="Textfeld 3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23" name="Gruppieren 322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395" name="Gruppieren 394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97" name="Rechteck 396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8" name="Textfeld 397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96" name="Textfeld 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24" name="Textfeld 323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25" name="Gruppieren 324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364" name="Gruppieren 363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66" name="Gruppieren 36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68" name="Gruppieren 36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70" name="Rechteck 36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1" name="Rechteck 37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2" name="Ellipse 37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3" name="Ellipse 37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4" name="Textfeld 37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75" name="Ellipse 37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6" name="Ellipse 37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7" name="Textfeld 37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78" name="Textfeld 37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79" name="Ellipse 37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0" name="Ellipse 37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1" name="Textfeld 38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2" name="Textfeld 38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3" name="Ellipse 38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4" name="Ellipse 38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5" name="Textfeld 38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86" name="Textfeld 38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87" name="Rechteck 38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8" name="Rechteck 38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9" name="Rechteck 38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0" name="Rechteck 38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1" name="Rechteck 39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2" name="Rechteck 39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3" name="Rechteck 39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4" name="Rechteck 39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69" name="Textfeld 36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67" name="Textfeld 36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65" name="Textfeld 364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326" name="Gruppieren 325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327" name="Rechteck 326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28" name="Ellipse 327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29" name="Ellipse 328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0" name="Ellipse 329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1" name="Ellipse 330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2" name="Textfeld 331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Textfeld 332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Ellipse 333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5" name="Ellipse 334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6" name="Ellipse 335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7" name="Ellipse 336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8" name="Ellipse 337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9" name="Ellipse 338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0" name="Ellipse 339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1" name="Ellipse 340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2" name="Ellipse 341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43" name="Ellipse 342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4" name="Ellipse 343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45" name="Ellipse 344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46" name="Gruppieren 345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47" name="Rechteck 346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48" name="Rechteck 347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49" name="Rechteck 348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0" name="Rechteck 349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51" name="Rechteck 350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2" name="Rechteck 351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3" name="Rechteck 352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4" name="Rechteck 353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5" name="Rechteck 354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6" name="Rechteck 355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7" name="Rechteck 356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8" name="Rechteck 357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59" name="Rechteck 358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0" name="Rechteck 359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1" name="Rechteck 360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2" name="Rechteck 361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63" name="Rechteck 362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2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423875241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5" name="Gruppieren 644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646" name="Gruppieren 645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312" name="Gruppieren 131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314" name="Gruppieren 131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316" name="Rechteck 13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7" name="Rechteck 13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8" name="Ellipse 13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Ellipse 13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2" name="Ellipse 13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Ellipse 1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Ellipse 1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15" name="Textfeld 13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313" name="Textfeld 13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647" name="Rechteck 646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8" name="Rechteck 647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9" name="Rechteck 648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0" name="Rechteck 649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1" name="Rechteck 650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52" name="Gruppieren 651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282" name="Gruppieren 128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84" name="Gruppieren 12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86" name="Rechteck 12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87" name="Rechteck 12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8" name="Ellipse 12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Textfeld 12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92" name="Ellipse 12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Textfeld 12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6" name="Ellipse 12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Ellipse 12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Textfeld 12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9" name="Textfeld 12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00" name="Ellipse 12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1" name="Ellipse 13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Textfeld 13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03" name="Textfeld 13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04" name="Rechteck 13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5" name="Rechteck 13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6" name="Rechteck 13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Rechteck 13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8" name="Rechteck 13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Rechteck 13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Rechteck 13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85" name="Textfeld 128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283" name="Textfeld 12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3" name="Gruppieren 652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70" name="Gruppieren 11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72" name="Gruppieren 11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74" name="Rechteck 11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75" name="Rechteck 11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Ellipse 11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9" name="Textfeld 11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80" name="Ellipse 11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Ellipse 11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Textfeld 11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3" name="Textfeld 11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4" name="Ellipse 11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Ellipse 11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Textfeld 11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7" name="Textfeld 11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8" name="Ellipse 11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Ellipse 11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Textfeld 11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91" name="Textfeld 11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Rechteck 11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Rechteck 11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Rechteck 11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6" name="Rechteck 11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7" name="Rechteck 11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Rechteck 12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Rechteck 12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73" name="Textfeld 11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71" name="Textfeld 11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4" name="Gruppieren 653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40" name="Gruppieren 11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42" name="Gruppieren 11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Ellipse 11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9" name="Textfeld 11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50" name="Ellipse 11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Ellipse 11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2" name="Textfeld 11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3" name="Textfeld 11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Ellipse 11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Textfeld 11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7" name="Textfeld 11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8" name="Ellipse 11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Ellipse 11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Textfeld 11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61" name="Textfeld 11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Rechteck 11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Rechteck 11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5" name="Rechteck 11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6" name="Rechteck 11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7" name="Rechteck 11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8" name="Rechteck 11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Rechteck 11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43" name="Textfeld 11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41" name="Textfeld 11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5" name="Gruppieren 654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10" name="Gruppieren 11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12" name="Gruppieren 11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14" name="Rechteck 11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15" name="Rechteck 11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Ellipse 11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9" name="Textfeld 11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0" name="Ellipse 11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Ellipse 11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Textfeld 11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3" name="Textfeld 11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Ellipse 11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7" name="Textfeld 11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9" name="Ellipse 11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1" name="Textfeld 11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Rechteck 11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Rechteck 11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5" name="Rechteck 11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Rechteck 11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Rechteck 11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8" name="Rechteck 11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13" name="Textfeld 11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111" name="Textfeld 11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6" name="Gruppieren 655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990" name="Gruppieren 98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92" name="Gruppieren 9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4" name="Rechteck 9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Ellipse 10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9" name="Textfeld 10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0" name="Ellipse 10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Ellipse 10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Textfeld 10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3" name="Textfeld 10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4" name="Ellipse 10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Ellipse 10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Textfeld 10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7" name="Textfeld 10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8" name="Ellipse 10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9" name="Ellipse 10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0" name="Textfeld 10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1" name="Textfeld 10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Rechteck 10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8" name="Rechteck 11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Rechteck 11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3" name="Textfeld 99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91" name="Textfeld 9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7" name="Gruppieren 656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806" name="Gruppieren 80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09" name="Gruppieren 80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4" name="Rechteck 9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Ellipse 9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Ellipse 9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Textfeld 9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69" name="Textfeld 9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0" name="Ellipse 9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1" name="Ellipse 9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2" name="Textfeld 9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3" name="Textfeld 9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4" name="Ellipse 9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5" name="Ellipse 9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Textfeld 9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7" name="Textfeld 9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8" name="Ellipse 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Ellipse 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Textfeld 9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1" name="Textfeld 9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Rechteck 9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3" name="Textfeld 96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08" name="Textfeld 80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8" name="Gruppieren 657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766" name="Gruppieren 76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68" name="Gruppieren 7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0" name="Rechteck 7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1" name="Rechteck 7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Ellipse 7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5" name="Textfeld 7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6" name="Ellipse 7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Ellipse 7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Textfeld 7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9" name="Textfeld 7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0" name="Ellipse 7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Ellipse 7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3" name="Textfeld 7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4" name="Ellipse 7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5" name="Ellipse 7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" name="Textfeld 7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" name="Textfeld 7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8" name="Rechteck 7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Rechteck 7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Rechteck 7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Rechteck 7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" name="Rechteck 8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Rechteck 8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Rechteck 8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69" name="Textfeld 76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767" name="Textfeld 7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9" name="Gruppieren 658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736" name="Gruppieren 73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38" name="Gruppieren 7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" name="Rechteck 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Ellipse 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Ellipse 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Textfeld 7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5" name="Textfeld 7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6" name="Ellipse 7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" name="Ellipse 7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8" name="Textfeld 7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9" name="Textfeld 7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50" name="Ellipse 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1" name="Ellipse 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2" name="Textfeld 7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53" name="Textfeld 7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54" name="Ellipse 7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5" name="Ellipse 7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6" name="Textfeld 7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57" name="Textfeld 7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58" name="Rechteck 7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9" name="Rechteck 7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0" name="Rechteck 7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1" name="Rechteck 7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2" name="Rechteck 7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Rechteck 7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4" name="Rechteck 7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Rechteck 7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" name="Textfeld 73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737" name="Textfeld 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660" name="Gruppieren 659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732" name="Gruppieren 731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734" name="Rechteck 733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" name="Textfeld 734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733" name="Textfeld 7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61" name="Textfeld 660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662" name="Gruppieren 661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701" name="Gruppieren 700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03" name="Gruppieren 70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05" name="Gruppieren 70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07" name="Rechteck 70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08" name="Rechteck 70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09" name="Ellipse 70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0" name="Ellipse 70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" name="Textfeld 71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2" name="Ellipse 71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" name="Ellipse 71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" name="Textfeld 71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5" name="Textfeld 71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6" name="Ellipse 71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" name="Ellipse 71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" name="Textfeld 71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9" name="Textfeld 71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0" name="Ellipse 71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" name="Ellipse 72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" name="Textfeld 72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3" name="Textfeld 72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4" name="Rechteck 72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" name="Rechteck 72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" name="Rechteck 72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" name="Rechteck 72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" name="Rechteck 72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" name="Rechteck 72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" name="Rechteck 72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" name="Rechteck 73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06" name="Textfeld 70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04" name="Textfeld 70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02" name="Textfeld 701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663" name="Gruppieren 662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664" name="Rechteck 663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5" name="Ellipse 664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6" name="Ellipse 665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67" name="Ellipse 666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68" name="Ellipse 667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69" name="Textfeld 668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0" name="Textfeld 669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1" name="Ellipse 670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2" name="Ellipse 671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3" name="Ellipse 672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4" name="Ellipse 673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5" name="Ellipse 674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6" name="Ellipse 675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7" name="Ellipse 676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8" name="Ellipse 677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9" name="Ellipse 678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80" name="Ellipse 679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1" name="Ellipse 680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2" name="Ellipse 681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83" name="Gruppieren 682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684" name="Rechteck 683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5" name="Rechteck 684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6" name="Rechteck 685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7" name="Rechteck 686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88" name="Rechteck 687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9" name="Rechteck 688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0" name="Rechteck 689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1" name="Rechteck 690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2" name="Rechteck 691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3" name="Rechteck 692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4" name="Rechteck 693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5" name="Rechteck 694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6" name="Rechteck 695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7" name="Rechteck 696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8" name="Rechteck 697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9" name="Rechteck 698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0" name="Rechteck 699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3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5396147" y="917816"/>
            <a:ext cx="4172409" cy="1654781"/>
            <a:chOff x="5190114" y="934009"/>
            <a:chExt cx="4172409" cy="1654781"/>
          </a:xfrm>
        </p:grpSpPr>
        <p:grpSp>
          <p:nvGrpSpPr>
            <p:cNvPr id="793" name="Gruppieren 792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258" name="Gruppieren 125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260" name="Gruppieren 125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262" name="Rechteck 12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Ellipse 12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65" name="Ellipse 12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6" name="Ellipse 12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7" name="Ellipse 12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Ellipse 12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Ellipse 12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Ellipse 12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Ellipse 12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Rechteck 12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Rechteck 12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4" name="Rechteck 12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5" name="Rechteck 12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6" name="Rechteck 12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Rechteck 12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8" name="Rechteck 12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61" name="Textfeld 12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259" name="Textfeld 12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94" name="Rechteck 793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5" name="Rechteck 794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6" name="Rechteck 795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7" name="Rechteck 796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8" name="Rechteck 797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99" name="Gruppieren 798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228" name="Gruppieren 12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30" name="Gruppieren 12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Ellipse 12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35" name="Ellipse 12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6" name="Textfeld 12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37" name="Textfeld 12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38" name="Ellipse 12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Ellipse 12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0" name="Textfeld 12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1" name="Textfeld 12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2" name="Ellipse 12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Ellipse 12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5" name="Textfeld 12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6" name="Ellipse 12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Ellipse 12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8" name="Textfeld 12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49" name="Textfeld 12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50" name="Rechteck 12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Rechteck 12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Rechteck 12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Rechteck 12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4" name="Rechteck 12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5" name="Rechteck 12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Rechteck 12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Rechteck 12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31" name="Textfeld 12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229" name="Textfeld 12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0" name="Gruppieren 799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98" name="Gruppieren 11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00" name="Gruppieren 11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Ellipse 12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Ellipse 12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Textfeld 12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7" name="Textfeld 12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8" name="Ellipse 12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9" name="Ellipse 12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0" name="Textfeld 12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1" name="Textfeld 121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2" name="Ellipse 12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3" name="Ellipse 12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4" name="Textfeld 12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5" name="Textfeld 12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Textfeld 12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20" name="Rechteck 12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Rechteck 12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Rechteck 12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Rechteck 12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4" name="Rechteck 12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5" name="Rechteck 12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Rechteck 12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Rechteck 12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01" name="Textfeld 12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99" name="Textfeld 11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4" name="Gruppieren 80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078" name="Gruppieren 10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80" name="Gruppieren 10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82" name="Rechteck 10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83" name="Rechteck 10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Ellipse 10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Textfeld 10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88" name="Ellipse 10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9" name="Ellipse 10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Textfeld 10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1" name="Textfeld 10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2" name="Ellipse 10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Ellipse 10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Textfeld 10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5" name="Textfeld 10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6" name="Ellipse 10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97" name="Ellipse 10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Textfeld 10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99" name="Textfeld 10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5" name="Rechteck 11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6" name="Rechteck 11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7" name="Rechteck 11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81" name="Textfeld 10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079" name="Textfeld 10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5" name="Gruppieren 80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048" name="Gruppieren 104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050" name="Gruppieren 10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52" name="Rechteck 10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3" name="Rechteck 10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Ellipse 10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Textfeld 10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Textfeld 10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1" name="Textfeld 10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Textfeld 10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5" name="Textfeld 10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6" name="Ellipse 10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Ellipse 10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Textfeld 10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69" name="Textfeld 10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Rechteck 10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Rechteck 10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Rechteck 10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7" name="Rechteck 10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1" name="Textfeld 105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049" name="Textfeld 10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07" name="Gruppieren 806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996" name="Gruppieren 99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98" name="Gruppieren 9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00" name="Rechteck 9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01" name="Rechteck 10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4" name="Ellipse 10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Ellipse 10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Textfeld 10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7" name="Textfeld 10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Rechteck 10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Rechteck 10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4" name="Rechteck 10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5" name="Rechteck 10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9" name="Textfeld 99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97" name="Textfeld 9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10" name="Gruppieren 809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933" name="Gruppieren 9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5" name="Gruppieren 9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7" name="Rechteck 9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8" name="Rechteck 9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Ellipse 9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Textfeld 9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Ellipse 9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4" name="Textfeld 9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6" name="Textfeld 9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34" name="Textfeld 9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11" name="Gruppieren 810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903" name="Gruppieren 90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5" name="Gruppieren 9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" name="Rechteck 9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8" name="Rechteck 9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Ellipse 9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" name="Textfeld 9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6" name="Textfeld 90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904" name="Textfeld 9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12" name="Gruppieren 811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Ellipse 8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Textfeld 8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9" name="Ellipse 8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Textfeld 890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3" name="Ellipse 8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" name="Ellipse 8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13" name="Gruppieren 812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849" name="Gruppieren 84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51" name="Gruppieren 85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53" name="Rechteck 8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4" name="Rechteck 8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" name="Ellipse 8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Textfeld 8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9" name="Ellipse 8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Ellipse 86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4" name="Textfeld 86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Ellipse 8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68" name="Textfeld 8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" name="Rechteck 8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" name="Textfeld 85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50" name="Textfeld 8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14" name="Gruppieren 813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821" name="Gruppieren 820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23" name="Gruppieren 822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5" name="Rechteck 8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6" name="Rechteck 8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Ellipse 8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0" name="Textfeld 8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Ellipse 8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" name="Ellipse 8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" name="Ellipse 8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Textfeld 8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36" name="Textfeld 8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37" name="Ellipse 8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Ellipse 8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Textfeld 8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40" name="Textfeld 8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" name="Rechteck 8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" name="Rechteck 8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" name="Rechteck 8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5" name="Rechteck 8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6" name="Rechteck 8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Rechteck 8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4" name="Textfeld 82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22" name="Textfeld 8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15" name="Gruppieren 814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817" name="Gruppieren 816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19" name="Rechteck 81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0" name="Textfeld 8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18" name="Textfeld 8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16" name="Textfeld 815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8116349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" name="Gruppieren 716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052" name="Gruppieren 10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054" name="Gruppieren 10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056" name="Rechteck 1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7" name="Rechteck 1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Ellipse 10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Ellipse 10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Ellipse 10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Ellipse 10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9" name="Rechteck 10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5" name="Textfeld 10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053" name="Textfeld 1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022" name="Gruppieren 10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24" name="Gruppieren 1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26" name="Rechteck 1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7" name="Rechteck 1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6" name="Ellipse 1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7" name="Ellipse 1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8" name="Textfeld 1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9" name="Textfeld 1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40" name="Ellipse 1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1" name="Ellipse 1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2" name="Textfeld 1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3" name="Textfeld 1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Rechteck 1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Rechteck 1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Rechteck 1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1" name="Rechteck 1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25" name="Textfeld 1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023" name="Textfeld 1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992" name="Gruppieren 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94" name="Gruppieren 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6" name="Rechteck 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Rechteck 1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Rechteck 1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5" name="Textfeld 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93" name="Textfeld 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962" name="Gruppieren 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64" name="Gruppieren 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6" name="Rechteck 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Ellipse 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9" name="Ellipse 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0" name="Textfeld 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1" name="Textfeld 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2" name="Ellipse 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3" name="Ellipse 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4" name="Textfeld 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5" name="Textfeld 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Rechteck 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5" name="Textfeld 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63" name="Textfeld 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7" name="Gruppieren 726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932" name="Gruppieren 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4" name="Gruppieren 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6" name="Rechteck 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8" name="Ellipse 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Textfeld 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5" name="Textfeld 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33" name="Textfeld 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8" name="Gruppieren 727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902" name="Gruppieren 901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04" name="Gruppieren 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6" name="Rechteck 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" name="Rechteck 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Ellipse 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Textfeld 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" name="Ellipse 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Textfeld 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6" name="Ellipse 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Textfeld 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0" name="Ellipse 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Textfeld 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4" name="Rechteck 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5" name="Textfeld 904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03" name="Textfeld 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872" name="Gruppieren 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74" name="Gruppieren 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" name="Rechteck 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7" name="Rechteck 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Ellipse 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" name="Ellipse 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" name="Textfeld 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1" name="Textfeld 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2" name="Ellipse 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Textfeld 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4" name="Rechteck 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5" name="Textfeld 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73" name="Textfeld 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842" name="Gruppieren 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44" name="Gruppieren 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46" name="Rechteck 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Ellipse 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" name="Ellipse 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" name="Textfeld 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1" name="Textfeld 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4" name="Rechteck 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Rechteck 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Rechteck 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5" name="Textfeld 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43" name="Textfeld 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31" name="Gruppieren 730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812" name="Gruppieren 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14" name="Gruppieren 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6" name="Rechteck 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" name="Rechteck 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Textfeld 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5" name="Textfeld 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" name="Ellipse 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Textfeld 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0" name="Ellipse 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Textfeld 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3" name="Textfeld 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4" name="Rechteck 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Rechteck 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" name="Rechteck 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Rechteck 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Rechteck 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Rechteck 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" name="Textfeld 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13" name="Textfeld 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808" name="Gruppieren 80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810" name="Rechteck 809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11" name="Textfeld 81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09" name="Textfeld 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37" name="Textfeld 736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738" name="Gruppieren 737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777" name="Gruppieren 776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9" name="Gruppieren 7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1" name="Gruppieren 7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3" name="Rechteck 7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4" name="Rechteck 7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5" name="Ellipse 7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6" name="Ellipse 7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" name="Textfeld 7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8" name="Ellipse 7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" name="Ellipse 7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" name="Textfeld 7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1" name="Textfeld 7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2" name="Ellipse 7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" name="Ellipse 7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" name="Textfeld 7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" name="Textfeld 7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6" name="Ellipse 7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" name="Ellipse 7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" name="Textfeld 7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9" name="Textfeld 7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00" name="Rechteck 7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1" name="Rechteck 8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2" name="Rechteck 8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3" name="Rechteck 8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4" name="Rechteck 8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5" name="Rechteck 8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6" name="Rechteck 8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7" name="Rechteck 8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80" name="Textfeld 7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78" name="Textfeld 777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739" name="Gruppieren 738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740" name="Rechteck 739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41" name="Ellipse 740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42" name="Ellipse 741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3" name="Ellipse 742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4" name="Ellipse 743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5" name="Textfeld 744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6" name="Textfeld 745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7" name="Ellipse 746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48" name="Ellipse 747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9" name="Ellipse 748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0" name="Ellipse 749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1" name="Ellipse 750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52" name="Ellipse 751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3" name="Ellipse 752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4" name="Ellipse 753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5" name="Ellipse 754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56" name="Ellipse 755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7" name="Ellipse 756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8" name="Ellipse 757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59" name="Gruppieren 758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60" name="Rechteck 759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1" name="Rechteck 760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2" name="Rechteck 761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3" name="Rechteck 762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64" name="Rechteck 763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5" name="Rechteck 764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6" name="Rechteck 765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7" name="Rechteck 766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8" name="Rechteck 767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9" name="Rechteck 768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" name="Rechteck 769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" name="Rechteck 770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" name="Rechteck 771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" name="Rechteck 772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4" name="Rechteck 773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5" name="Rechteck 774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6" name="Rechteck 775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21936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4a-6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1425" name="Gruppieren 1424"/>
          <p:cNvGrpSpPr/>
          <p:nvPr/>
        </p:nvGrpSpPr>
        <p:grpSpPr>
          <a:xfrm>
            <a:off x="5394517" y="919541"/>
            <a:ext cx="4172409" cy="1654781"/>
            <a:chOff x="5190114" y="934009"/>
            <a:chExt cx="4172409" cy="1654781"/>
          </a:xfrm>
        </p:grpSpPr>
        <p:grpSp>
          <p:nvGrpSpPr>
            <p:cNvPr id="1426" name="Gruppieren 1425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740" name="Gruppieren 17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742" name="Gruppieren 17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744" name="Rechteck 1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5" name="Rechteck 1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6" name="Ellipse 1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7" name="Ellipse 1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8" name="Ellipse 1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9" name="Ellipse 1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Rechteck 17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5" name="Rechteck 17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Rechteck 17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Rechteck 17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Rechteck 17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9" name="Rechteck 17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Rechteck 17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Rechteck 17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3" name="Textfeld 1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741" name="Textfeld 1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427" name="Rechteck 1426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8" name="Rechteck 1427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9" name="Rechteck 1428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0" name="Rechteck 1429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1" name="Rechteck 1430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432" name="Gruppieren 1431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710" name="Gruppieren 17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12" name="Gruppieren 17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Ellipse 17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7" name="Ellipse 17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Textfeld 17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19" name="Textfeld 17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0" name="Ellipse 17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Ellipse 17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Textfeld 17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3" name="Textfeld 17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4" name="Ellipse 1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5" name="Ellipse 1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6" name="Textfeld 1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7" name="Textfeld 1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32" name="Rechteck 1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Rechteck 1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Rechteck 1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5" name="Rechteck 1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3" name="Textfeld 17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1" name="Textfeld 17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3" name="Gruppieren 1432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680" name="Gruppieren 16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2" name="Gruppieren 16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4" name="Rechteck 16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Textfeld 16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3" name="Textfeld 16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681" name="Textfeld 16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4" name="Gruppieren 143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650" name="Gruppieren 16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52" name="Gruppieren 16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Ellipse 16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Ellipse 16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Textfeld 16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59" name="Textfeld 16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Textfeld 16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3" name="Textfeld 16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Textfeld 16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7" name="Textfeld 16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Textfeld 16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7" name="Rechteck 16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Rechteck 16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Rechteck 16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3" name="Textfeld 16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651" name="Textfeld 16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5" name="Gruppieren 143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620" name="Gruppieren 161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622" name="Gruppieren 16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24" name="Rechteck 16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Ellipse 16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Textfeld 16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0" name="Ellipse 16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Ellipse 16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Textfeld 16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3" name="Textfeld 16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2" name="Rechteck 16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23" name="Textfeld 162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21" name="Textfeld 16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6" name="Gruppieren 1435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1590" name="Gruppieren 158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92" name="Gruppieren 15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94" name="Rechteck 1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4" name="Ellipse 16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Ellipse 16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Textfeld 16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7" name="Textfeld 16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8" name="Ellipse 16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Textfeld 16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12" name="Rechteck 16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3" name="Rechteck 16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Rechteck 16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Rechteck 16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93" name="Textfeld 159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591" name="Textfeld 1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7" name="Gruppieren 1436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60" name="Gruppieren 15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62" name="Gruppieren 1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4" name="Ellipse 1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Ellipse 1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Textfeld 1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7" name="Textfeld 1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8" name="Ellipse 1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Textfeld 1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82" name="Rechteck 1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3" name="Rechteck 1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Rechteck 1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Rechteck 1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63" name="Textfeld 15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61" name="Textfeld 1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8" name="Gruppieren 1437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30" name="Gruppieren 15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32" name="Gruppieren 1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Ellipse 1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7" name="Textfeld 1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52" name="Rechteck 1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Rechteck 1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Rechteck 1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33" name="Textfeld 15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531" name="Textfeld 1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9" name="Gruppieren 1438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Ellipse 15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Ellipse 15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Textfeld 15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5" name="Textfeld 15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6" name="Ellipse 15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Ellipse 15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Textfeld 151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9" name="Textfeld 15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440" name="Gruppieren 1439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76" name="Gruppieren 147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78" name="Gruppieren 147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Ellipse 14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Textfeld 14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85" name="Textfeld 14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Textfeld 14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1" name="Textfeld 14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Textfeld 14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5" name="Textfeld 14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Rechteck 15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79" name="Textfeld 147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477" name="Textfeld 14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1" name="Gruppieren 1440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48" name="Gruppieren 144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50" name="Gruppieren 144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Ellipse 14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7" name="Textfeld 14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Ellipse 14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8" name="Rechteck 14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1" name="Textfeld 14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449" name="Textfeld 14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2" name="Gruppieren 1441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1444" name="Gruppieren 144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446" name="Rechteck 144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47" name="Textfeld 14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445" name="Textfeld 14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443" name="Textfeld 1442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6869110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" name="Gruppieren 716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052" name="Gruppieren 10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054" name="Gruppieren 10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056" name="Rechteck 1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7" name="Rechteck 1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Ellipse 10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Ellipse 10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Ellipse 10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Ellipse 10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9" name="Rechteck 10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5" name="Textfeld 10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053" name="Textfeld 1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022" name="Gruppieren 10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24" name="Gruppieren 1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26" name="Rechteck 1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7" name="Rechteck 1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6" name="Ellipse 1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7" name="Ellipse 1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8" name="Textfeld 1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9" name="Textfeld 1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40" name="Ellipse 1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1" name="Ellipse 1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2" name="Textfeld 1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3" name="Textfeld 1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Rechteck 1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Rechteck 1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Rechteck 1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1" name="Rechteck 1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25" name="Textfeld 1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023" name="Textfeld 1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992" name="Gruppieren 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94" name="Gruppieren 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6" name="Rechteck 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Rechteck 1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Rechteck 1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5" name="Textfeld 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93" name="Textfeld 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962" name="Gruppieren 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64" name="Gruppieren 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6" name="Rechteck 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Ellipse 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9" name="Ellipse 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0" name="Textfeld 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1" name="Textfeld 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2" name="Ellipse 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3" name="Ellipse 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4" name="Textfeld 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5" name="Textfeld 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Rechteck 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5" name="Textfeld 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63" name="Textfeld 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7" name="Gruppieren 726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932" name="Gruppieren 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4" name="Gruppieren 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6" name="Rechteck 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8" name="Ellipse 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Textfeld 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5" name="Textfeld 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33" name="Textfeld 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8" name="Gruppieren 727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902" name="Gruppieren 901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04" name="Gruppieren 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6" name="Rechteck 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" name="Rechteck 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Ellipse 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Textfeld 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" name="Ellipse 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Textfeld 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6" name="Ellipse 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Textfeld 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0" name="Ellipse 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Textfeld 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4" name="Rechteck 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5" name="Textfeld 904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03" name="Textfeld 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872" name="Gruppieren 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74" name="Gruppieren 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" name="Rechteck 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7" name="Rechteck 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Ellipse 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" name="Ellipse 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" name="Textfeld 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1" name="Textfeld 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2" name="Ellipse 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Textfeld 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4" name="Rechteck 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5" name="Textfeld 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73" name="Textfeld 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842" name="Gruppieren 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44" name="Gruppieren 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46" name="Rechteck 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Ellipse 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" name="Ellipse 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" name="Textfeld 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1" name="Textfeld 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4" name="Rechteck 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Rechteck 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Rechteck 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5" name="Textfeld 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43" name="Textfeld 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31" name="Gruppieren 730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812" name="Gruppieren 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14" name="Gruppieren 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6" name="Rechteck 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" name="Rechteck 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Textfeld 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5" name="Textfeld 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" name="Ellipse 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Textfeld 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0" name="Ellipse 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Textfeld 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3" name="Textfeld 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4" name="Rechteck 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Rechteck 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" name="Rechteck 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Rechteck 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Rechteck 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Rechteck 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" name="Textfeld 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13" name="Textfeld 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808" name="Gruppieren 80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810" name="Rechteck 809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11" name="Textfeld 81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09" name="Textfeld 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37" name="Textfeld 736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738" name="Gruppieren 737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777" name="Gruppieren 776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9" name="Gruppieren 7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1" name="Gruppieren 7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3" name="Rechteck 7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4" name="Rechteck 7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5" name="Ellipse 7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6" name="Ellipse 7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" name="Textfeld 7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8" name="Ellipse 7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" name="Ellipse 7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" name="Textfeld 7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1" name="Textfeld 7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2" name="Ellipse 7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" name="Ellipse 7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" name="Textfeld 7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" name="Textfeld 7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6" name="Ellipse 7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" name="Ellipse 7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" name="Textfeld 7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9" name="Textfeld 7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00" name="Rechteck 7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1" name="Rechteck 8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2" name="Rechteck 8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3" name="Rechteck 8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4" name="Rechteck 8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5" name="Rechteck 8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6" name="Rechteck 8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7" name="Rechteck 8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80" name="Textfeld 7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78" name="Textfeld 777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739" name="Gruppieren 738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740" name="Rechteck 739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41" name="Ellipse 740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42" name="Ellipse 741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3" name="Ellipse 742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4" name="Ellipse 743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5" name="Textfeld 744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6" name="Textfeld 745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7" name="Ellipse 746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48" name="Ellipse 747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9" name="Ellipse 748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0" name="Ellipse 749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1" name="Ellipse 750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52" name="Ellipse 751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3" name="Ellipse 752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4" name="Ellipse 753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5" name="Ellipse 754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56" name="Ellipse 755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7" name="Ellipse 756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8" name="Ellipse 757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59" name="Gruppieren 758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60" name="Rechteck 759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1" name="Rechteck 760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2" name="Rechteck 761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3" name="Rechteck 762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64" name="Rechteck 763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5" name="Rechteck 764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6" name="Rechteck 765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7" name="Rechteck 766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8" name="Rechteck 767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69" name="Rechteck 768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" name="Rechteck 769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" name="Rechteck 770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" name="Rechteck 771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" name="Rechteck 772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4" name="Rechteck 773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5" name="Rechteck 774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6" name="Rechteck 775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7-8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1425" name="Gruppieren 1424"/>
          <p:cNvGrpSpPr/>
          <p:nvPr/>
        </p:nvGrpSpPr>
        <p:grpSpPr>
          <a:xfrm>
            <a:off x="5395992" y="919542"/>
            <a:ext cx="4172409" cy="1654781"/>
            <a:chOff x="5190114" y="934009"/>
            <a:chExt cx="4172409" cy="1654781"/>
          </a:xfrm>
        </p:grpSpPr>
        <p:grpSp>
          <p:nvGrpSpPr>
            <p:cNvPr id="1426" name="Gruppieren 1425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740" name="Gruppieren 17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742" name="Gruppieren 17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744" name="Rechteck 1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5" name="Rechteck 1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6" name="Ellipse 1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7" name="Ellipse 1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8" name="Ellipse 1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9" name="Ellipse 1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Rechteck 17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5" name="Rechteck 17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Rechteck 17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Rechteck 17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Rechteck 17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9" name="Rechteck 17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Rechteck 17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Rechteck 17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3" name="Textfeld 1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741" name="Textfeld 1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427" name="Rechteck 1426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8" name="Rechteck 1427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9" name="Rechteck 1428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0" name="Rechteck 1429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1" name="Rechteck 1430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432" name="Gruppieren 1431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710" name="Gruppieren 17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12" name="Gruppieren 17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Ellipse 17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7" name="Ellipse 17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Textfeld 17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19" name="Textfeld 17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0" name="Ellipse 17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Ellipse 17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Textfeld 17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3" name="Textfeld 17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4" name="Ellipse 1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5" name="Ellipse 1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6" name="Textfeld 1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7" name="Textfeld 1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32" name="Rechteck 1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Rechteck 1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Rechteck 1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5" name="Rechteck 1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3" name="Textfeld 17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1" name="Textfeld 17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3" name="Gruppieren 1432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680" name="Gruppieren 16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2" name="Gruppieren 16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4" name="Rechteck 16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Textfeld 16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3" name="Textfeld 16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681" name="Textfeld 16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4" name="Gruppieren 143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650" name="Gruppieren 16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52" name="Gruppieren 16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Ellipse 16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Ellipse 16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Textfeld 16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59" name="Textfeld 16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Textfeld 16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3" name="Textfeld 16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Textfeld 16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7" name="Textfeld 16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Textfeld 16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7" name="Rechteck 16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Rechteck 16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Rechteck 16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3" name="Textfeld 16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651" name="Textfeld 16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5" name="Gruppieren 143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620" name="Gruppieren 161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622" name="Gruppieren 16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24" name="Rechteck 16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Ellipse 16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Textfeld 16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0" name="Ellipse 16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Ellipse 16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Textfeld 16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3" name="Textfeld 16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2" name="Rechteck 16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23" name="Textfeld 162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21" name="Textfeld 16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6" name="Gruppieren 1435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1590" name="Gruppieren 158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92" name="Gruppieren 15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94" name="Rechteck 1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4" name="Ellipse 16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Ellipse 16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Textfeld 16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7" name="Textfeld 16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8" name="Ellipse 16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Textfeld 16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12" name="Rechteck 16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3" name="Rechteck 16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Rechteck 16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Rechteck 16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93" name="Textfeld 159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591" name="Textfeld 1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7" name="Gruppieren 1436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60" name="Gruppieren 15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62" name="Gruppieren 1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4" name="Ellipse 1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Ellipse 1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Textfeld 1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7" name="Textfeld 1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8" name="Ellipse 1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Textfeld 1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82" name="Rechteck 1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3" name="Rechteck 1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Rechteck 1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Rechteck 1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63" name="Textfeld 15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61" name="Textfeld 1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8" name="Gruppieren 1437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30" name="Gruppieren 15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32" name="Gruppieren 1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Ellipse 1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7" name="Textfeld 1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52" name="Rechteck 1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Rechteck 1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Rechteck 1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33" name="Textfeld 15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531" name="Textfeld 1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9" name="Gruppieren 1438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Ellipse 15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Ellipse 15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Textfeld 15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5" name="Textfeld 15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6" name="Ellipse 15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Ellipse 15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Textfeld 151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9" name="Textfeld 15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440" name="Gruppieren 1439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76" name="Gruppieren 147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78" name="Gruppieren 147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Ellipse 14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Textfeld 14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85" name="Textfeld 14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Textfeld 14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1" name="Textfeld 14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Textfeld 14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5" name="Textfeld 14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Rechteck 15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79" name="Textfeld 147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477" name="Textfeld 14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1" name="Gruppieren 1440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48" name="Gruppieren 144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50" name="Gruppieren 144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Ellipse 14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7" name="Textfeld 14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Ellipse 14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8" name="Rechteck 14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1" name="Textfeld 14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449" name="Textfeld 14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2" name="Gruppieren 1441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1444" name="Gruppieren 144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446" name="Rechteck 144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47" name="Textfeld 14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445" name="Textfeld 14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443" name="Textfeld 1442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2303963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9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2" name="Gruppieren 1"/>
          <p:cNvGrpSpPr/>
          <p:nvPr/>
        </p:nvGrpSpPr>
        <p:grpSpPr>
          <a:xfrm>
            <a:off x="5394914" y="920253"/>
            <a:ext cx="4813733" cy="1654228"/>
            <a:chOff x="5190114" y="934542"/>
            <a:chExt cx="4813733" cy="1654228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187" name="Gruppieren 118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189" name="Gruppieren 118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Ellipse 11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4" name="Ellipse 11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Ellipse 11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6" name="Ellipse 11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7" name="Ellipse 11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8" name="Ellipse 11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Ellipse 11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0" name="Ellipse 11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Rechteck 1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Rechteck 1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Rechteck 1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Rechteck 1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Rechteck 1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Rechteck 1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0" name="Textfeld 118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188" name="Textfeld 11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57" name="Gruppieren 11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59" name="Gruppieren 115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Ellipse 11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4" name="Ellipse 11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5" name="Textfeld 11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66" name="Textfeld 11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67" name="Ellipse 11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8" name="Ellipse 11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Textfeld 116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0" name="Textfeld 116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1" name="Ellipse 11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Ellipse 11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Textfeld 117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4" name="Textfeld 117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5" name="Ellipse 117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Textfeld 117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79" name="Rechteck 11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0" name="Rechteck 11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Rechteck 11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Rechteck 11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3" name="Rechteck 11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4" name="Rechteck 11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Rechteck 11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Rechteck 11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0" name="Textfeld 115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158" name="Textfeld 11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27" name="Gruppieren 112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29" name="Gruppieren 112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Ellipse 113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Ellipse 113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5" name="Textfeld 113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36" name="Textfeld 113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37" name="Ellipse 11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8" name="Ellipse 11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Textfeld 113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0" name="Textfeld 113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1" name="Ellipse 11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Ellipse 11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Textfeld 11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4" name="Textfeld 11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5" name="Ellipse 11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Textfeld 11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49" name="Rechteck 11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0" name="Rechteck 11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Rechteck 11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2" name="Rechteck 11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3" name="Rechteck 11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4" name="Rechteck 11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Rechteck 11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Rechteck 11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0" name="Textfeld 11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28" name="Textfeld 11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6409141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097" name="Gruppieren 109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99" name="Gruppieren 109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Ellipse 1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Ellipse 1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5" name="Textfeld 110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06" name="Textfeld 110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07" name="Ellipse 110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8" name="Ellipse 110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Textfeld 110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0" name="Textfeld 110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1" name="Ellipse 111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2" name="Ellipse 111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3" name="Textfeld 111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4" name="Textfeld 111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5" name="Ellipse 11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Textfeld 111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19" name="Rechteck 111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0" name="Rechteck 111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Rechteck 112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Rechteck 112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Rechteck 112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Rechteck 112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0" name="Textfeld 109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098" name="Textfeld 1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6736635" y="934542"/>
              <a:ext cx="327049" cy="1652928"/>
              <a:chOff x="1692193" y="1141150"/>
              <a:chExt cx="327049" cy="1652928"/>
            </a:xfrm>
          </p:grpSpPr>
          <p:grpSp>
            <p:nvGrpSpPr>
              <p:cNvPr id="1007" name="Gruppieren 100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09" name="Gruppieren 100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3" name="Ellipse 101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4" name="Ellipse 101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Textfeld 101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16" name="Textfeld 101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17" name="Ellipse 10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Ellipse 10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Textfeld 10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0" name="Textfeld 10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1" name="Ellipse 10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Ellipse 10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Textfeld 102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4" name="Textfeld 10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5" name="Ellipse 10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Textfeld 102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29" name="Rechteck 102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Rechteck 102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Rechteck 103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Rechteck 103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Rechteck 103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Rechteck 103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Rechteck 103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Rechteck 103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0" name="Textfeld 100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008" name="Textfeld 100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7057683" y="935842"/>
              <a:ext cx="420326" cy="1652928"/>
              <a:chOff x="1688847" y="1141150"/>
              <a:chExt cx="420326" cy="1652928"/>
            </a:xfrm>
          </p:grpSpPr>
          <p:grpSp>
            <p:nvGrpSpPr>
              <p:cNvPr id="977" name="Gruppieren 976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79" name="Gruppieren 9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1" name="Rechteck 9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Ellipse 9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Textfeld 9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7" name="Ellipse 9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Textfeld 9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1" name="Ellipse 9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2" name="Ellipse 9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Textfeld 9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4" name="Textfeld 9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5" name="Ellipse 9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Ellipse 9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Textfeld 9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8" name="Textfeld 9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Rechteck 9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1" name="Rechteck 10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Rechteck 10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Rechteck 10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Rechteck 10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5" name="Rechteck 10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6" name="Rechteck 10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0" name="Textfeld 979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78" name="Textfeld 9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7387263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925" name="Gruppieren 92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27" name="Gruppieren 9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9" name="Rechteck 9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Ellipse 9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2" name="Ellipse 9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Textfeld 9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4" name="Textfeld 9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5" name="Ellipse 9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Ellipse 9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Textfeld 9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38" name="Textfeld 9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47" name="Rechteck 9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Rechteck 9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Rechteck 9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Rechteck 9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Rechteck 9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Rechteck 9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Rechteck 9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8" name="Textfeld 92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26" name="Textfeld 9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8" name="Gruppieren 737"/>
            <p:cNvGrpSpPr/>
            <p:nvPr/>
          </p:nvGrpSpPr>
          <p:grpSpPr>
            <a:xfrm>
              <a:off x="7709934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92" name="Gruppieren 8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4" name="Gruppieren 8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6" name="Rechteck 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Ellipse 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Ellipse 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Textfeld 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" name="Textfeld 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2" name="Ellipse 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Ellipse 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Textfeld 9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" name="Textfeld 9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6" name="Ellipse 9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" name="Ellipse 9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Textfeld 9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9" name="Textfeld 9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0" name="Ellipse 9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" name="Ellipse 9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" name="Textfeld 9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3" name="Textfeld 9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" name="Rechteck 9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Rechteck 9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Rechteck 9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Rechteck 9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Rechteck 9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Rechteck 9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Rechteck 9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Rechteck 9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" name="Textfeld 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893" name="Textfeld 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9" name="Gruppieren 738"/>
            <p:cNvGrpSpPr/>
            <p:nvPr/>
          </p:nvGrpSpPr>
          <p:grpSpPr>
            <a:xfrm>
              <a:off x="8032440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62" name="Gruppieren 86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64" name="Gruppieren 8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6" name="Rechteck 8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Ellipse 8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Ellipse 8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Textfeld 8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" name="Textfeld 8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2" name="Ellipse 8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Ellipse 8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Textfeld 8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5" name="Textfeld 8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6" name="Ellipse 8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" name="Ellipse 8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Textfeld 8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9" name="Textfeld 8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0" name="Ellipse 8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" name="Ellipse 8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" name="Textfeld 8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3" name="Textfeld 8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4" name="Rechteck 8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Rechteck 8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6" name="Rechteck 8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Rechteck 8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Rechteck 8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Rechteck 8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" name="Rechteck 8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Rechteck 8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5" name="Textfeld 86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863" name="Textfeld 8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40" name="Gruppieren 739"/>
            <p:cNvGrpSpPr/>
            <p:nvPr/>
          </p:nvGrpSpPr>
          <p:grpSpPr>
            <a:xfrm>
              <a:off x="8354946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32" name="Gruppieren 83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34" name="Gruppieren 8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" name="Rechteck 8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Ellipse 8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Ellipse 8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Textfeld 8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1" name="Textfeld 8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2" name="Ellipse 8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" name="Ellipse 8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" name="Textfeld 8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5" name="Textfeld 8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6" name="Ellipse 8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" name="Ellipse 8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Textfeld 8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9" name="Textfeld 8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0" name="Ellipse 8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" name="Ellipse 8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Textfeld 8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3" name="Textfeld 8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" name="Rechteck 8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" name="Rechteck 8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Rechteck 8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Rechteck 8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Rechteck 8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" name="Rechteck 8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" name="Rechteck 8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Rechteck 8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5" name="Textfeld 83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33" name="Textfeld 8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41" name="Gruppieren 740"/>
            <p:cNvGrpSpPr/>
            <p:nvPr/>
          </p:nvGrpSpPr>
          <p:grpSpPr>
            <a:xfrm>
              <a:off x="8672452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06" name="Gruppieren 805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08" name="Gruppieren 80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10" name="Rechteck 8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Ellipse 8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Ellipse 8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" name="Ellipse 8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" name="Ellipse 8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" name="Textfeld 8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7" name="Textfeld 8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Rechteck 8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" name="Rechteck 8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" name="Rechteck 8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Rechteck 8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Rechteck 8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" name="Rechteck 8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" name="Rechteck 8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Rechteck 8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9" name="Textfeld 80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07" name="Textfeld 8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742" name="Gruppieren 741"/>
            <p:cNvGrpSpPr/>
            <p:nvPr/>
          </p:nvGrpSpPr>
          <p:grpSpPr>
            <a:xfrm>
              <a:off x="8997588" y="941765"/>
              <a:ext cx="357561" cy="1646254"/>
              <a:chOff x="1692724" y="1147824"/>
              <a:chExt cx="357561" cy="1646254"/>
            </a:xfrm>
          </p:grpSpPr>
          <p:grpSp>
            <p:nvGrpSpPr>
              <p:cNvPr id="778" name="Gruppieren 77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80" name="Gruppieren 77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82" name="Rechteck 7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3" name="Rechteck 7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" name="Ellipse 7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5" name="Ellipse 7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" name="Textfeld 7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7" name="Textfeld 7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8" name="Ellipse 7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" name="Ellipse 7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98" name="Rechteck 7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Rechteck 7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Rechteck 7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" name="Rechteck 8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Rechteck 8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Rechteck 8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Rechteck 8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" name="Rechteck 8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1" name="Textfeld 78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779" name="Textfeld 7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743" name="Gruppieren 742"/>
            <p:cNvGrpSpPr/>
            <p:nvPr/>
          </p:nvGrpSpPr>
          <p:grpSpPr>
            <a:xfrm>
              <a:off x="9322028" y="941765"/>
              <a:ext cx="357561" cy="1646254"/>
              <a:chOff x="1692724" y="1147824"/>
              <a:chExt cx="357561" cy="1646254"/>
            </a:xfrm>
          </p:grpSpPr>
          <p:grpSp>
            <p:nvGrpSpPr>
              <p:cNvPr id="750" name="Gruppieren 74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52" name="Gruppieren 75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54" name="Rechteck 7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55" name="Rechteck 7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6" name="Ellipse 7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7" name="Ellipse 7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8" name="Textfeld 7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59" name="Textfeld 7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0" name="Ellipse 7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1" name="Ellipse 7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2" name="Ellipse 7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4" name="Textfeld 7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66" name="Ellipse 7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Textfeld 7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0" name="Rechteck 7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1" name="Rechteck 7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Rechteck 7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Rechteck 7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" name="Rechteck 7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53" name="Textfeld 7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751" name="Textfeld 7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744" name="Gruppieren 743"/>
            <p:cNvGrpSpPr/>
            <p:nvPr/>
          </p:nvGrpSpPr>
          <p:grpSpPr>
            <a:xfrm>
              <a:off x="9647854" y="941765"/>
              <a:ext cx="355993" cy="1646254"/>
              <a:chOff x="1694292" y="1147824"/>
              <a:chExt cx="355993" cy="1646254"/>
            </a:xfrm>
          </p:grpSpPr>
          <p:grpSp>
            <p:nvGrpSpPr>
              <p:cNvPr id="746" name="Gruppieren 745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48" name="Rechteck 74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9" name="Textfeld 74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747" name="Textfeld 7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45" name="Textfeld 744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922" name="Gruppieren 921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923" name="Gruppieren 922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477" name="Gruppieren 147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79" name="Gruppieren 147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2" name="Rechteck 14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4" name="Ellipse 14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5" name="Ellipse 14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Rechteck 14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Rechteck 14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Rechteck 14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Rechteck 14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Rechteck 14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0" name="Textfeld 14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78" name="Textfeld 14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924" name="Rechteck 923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5" name="Rechteck 954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6" name="Rechteck 955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7" name="Rechteck 956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8" name="Rechteck 957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959" name="Gruppieren 958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447" name="Gruppieren 144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49" name="Gruppieren 144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1" name="Rechteck 145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3" name="Ellipse 145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Textfeld 145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7" name="Ellipse 145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Textfeld 145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0" name="Textfeld 145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Ellipse 146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4" name="Textfeld 146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66" name="Ellipse 14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68" name="Textfeld 14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0" name="Textfeld 144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48" name="Textfeld 144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0" name="Gruppieren 959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95" name="Gruppieren 13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7" name="Gruppieren 13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9" name="Rechteck 13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00" name="Rechteck 13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Ellipse 14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5" name="Textfeld 14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26" name="Textfeld 14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27" name="Ellipse 14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Ellipse 14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Textfeld 14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0" name="Textfeld 14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Ellipse 14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4" name="Textfeld 14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Ellipse 1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38" name="Textfeld 14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39" name="Rechteck 14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Rechteck 14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1" name="Rechteck 14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2" name="Rechteck 14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Rechteck 14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Rechteck 14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5" name="Rechteck 14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8" name="Textfeld 13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396" name="Textfeld 1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1" name="Gruppieren 960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65" name="Gruppieren 136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67" name="Gruppieren 13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0" name="Rechteck 13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Ellipse 13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4" name="Textfeld 13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0" name="Ellipse 13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82" name="Textfeld 13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83" name="Ellipse 13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Ellipse 13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5" name="Textfeld 13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6" name="Textfeld 13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Rechteck 13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Rechteck 13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3" name="Rechteck 13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4" name="Rechteck 13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8" name="Textfeld 13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366" name="Textfeld 13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2" name="Gruppieren 961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35" name="Gruppieren 13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37" name="Gruppieren 13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40" name="Rechteck 13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54" name="Ellipse 1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6" name="Textfeld 13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8" name="Textfeld 13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36" name="Textfeld 13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3" name="Gruppieren 962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1305" name="Gruppieren 130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07" name="Gruppieren 13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0" name="Rechteck 13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Ellipse 13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4" name="Textfeld 13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Ellipse 13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8" name="Textfeld 13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22" name="Textfeld 13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Ellipse 13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6" name="Textfeld 13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4" name="Rechteck 13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8" name="Textfeld 130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06" name="Textfeld 13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4" name="Gruppieren 963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1275" name="Gruppieren 127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277" name="Gruppieren 12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80" name="Rechteck 12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Ellipse 12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4" name="Textfeld 12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Ellipse 12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8" name="Textfeld 12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Ellipse 1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2" name="Textfeld 12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Ellipse 12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96" name="Textfeld 12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Rechteck 13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Rechteck 13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Rechteck 13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4" name="Rechteck 13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8" name="Textfeld 127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76" name="Textfeld 12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5" name="Gruppieren 964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1245" name="Gruppieren 124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47" name="Gruppieren 124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49" name="Rechteck 124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50" name="Rechteck 124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Ellipse 125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Ellipse 125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Textfeld 125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54" name="Textfeld 125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55" name="Ellipse 125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Ellipse 125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Textfeld 125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8" name="Textfeld 125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9" name="Ellipse 125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Ellipse 125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Textfeld 126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62" name="Textfeld 126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63" name="Ellipse 126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Ellipse 126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5" name="Textfeld 126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66" name="Textfeld 126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67" name="Rechteck 12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Rechteck 12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Rechteck 12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Rechteck 12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Rechteck 12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4" name="Rechteck 12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48" name="Textfeld 124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46" name="Textfeld 124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6" name="Gruppieren 965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1215" name="Gruppieren 121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17" name="Gruppieren 12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19" name="Rechteck 12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20" name="Rechteck 12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Ellipse 12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Textfeld 12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24" name="Textfeld 12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Ellipse 12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Textfeld 12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8" name="Textfeld 12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9" name="Ellipse 12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Ellipse 12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1" name="Textfeld 12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32" name="Textfeld 12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33" name="Ellipse 12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Ellipse 12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5" name="Textfeld 12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6" name="Textfeld 12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7" name="Rechteck 12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8" name="Rechteck 12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0" name="Rechteck 12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1" name="Rechteck 12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2" name="Rechteck 12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Rechteck 12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4" name="Rechteck 12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8" name="Textfeld 121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16" name="Textfeld 12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967" name="Gruppieren 966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1211" name="Gruppieren 1210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13" name="Rechteck 1212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14" name="Textfeld 1213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12" name="Textfeld 12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968" name="Textfeld 967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969" name="Gruppieren 968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072" name="Gruppieren 107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074" name="Rechteck 10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075" name="Rechteck 10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76" name="Ellipse 10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077" name="Ellipse 10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78" name="Textfeld 107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079" name="Ellipse 10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0" name="Ellipse 10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1" name="Textfeld 10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2" name="Textfeld 10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3" name="Ellipse 10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4" name="Ellipse 10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5" name="Textfeld 10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6" name="Textfeld 10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7" name="Ellipse 10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8" name="Ellipse 10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9" name="Textfeld 10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090" name="Textfeld 10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091" name="Rechteck 10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2" name="Rechteck 10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3" name="Rechteck 10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4" name="Rechteck 10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5" name="Rechteck 10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6" name="Rechteck 10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09" name="Rechteck 120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0" name="Rechteck 120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073" name="Textfeld 10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970" name="Gruppieren 969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971" name="Rechteck 97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72" name="Ellipse 97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73" name="Ellipse 97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974" name="Ellipse 97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975" name="Ellipse 97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976" name="Textfeld 97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7" name="Textfeld 103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8" name="Ellipse 103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39" name="Ellipse 103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0" name="Ellipse 103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1" name="Ellipse 104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2" name="Ellipse 104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43" name="Ellipse 104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4" name="Ellipse 104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5" name="Ellipse 104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6" name="Ellipse 104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47" name="Ellipse 104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8" name="Ellipse 104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049" name="Ellipse 104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1050" name="Gruppieren 104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1051" name="Rechteck 105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2" name="Rechteck 105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3" name="Rechteck 105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4" name="Rechteck 105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55" name="Rechteck 105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6" name="Rechteck 105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7" name="Rechteck 105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8" name="Rechteck 105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9" name="Rechteck 105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0" name="Rechteck 105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1" name="Rechteck 106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2" name="Rechteck 106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3" name="Rechteck 106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4" name="Rechteck 106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5" name="Rechteck 106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6" name="Rechteck 106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7" name="Rechteck 106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48890229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10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4" name="Gruppieren 3"/>
          <p:cNvGrpSpPr/>
          <p:nvPr/>
        </p:nvGrpSpPr>
        <p:grpSpPr>
          <a:xfrm>
            <a:off x="395599" y="2872756"/>
            <a:ext cx="1249214" cy="1652928"/>
            <a:chOff x="395599" y="2872756"/>
            <a:chExt cx="1249214" cy="1652928"/>
          </a:xfrm>
        </p:grpSpPr>
        <p:grpSp>
          <p:nvGrpSpPr>
            <p:cNvPr id="645" name="Gruppieren 644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1403" name="Gruppieren 140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05" name="Gruppieren 140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07" name="Rechteck 1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08" name="Rechteck 1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10" name="Ellipse 1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1" name="Ellipse 14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2" name="Ellipse 14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3" name="Ellipse 14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Ellipse 14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5" name="Ellipse 14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6" name="Ellipse 14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1" name="Rechteck 14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2" name="Rechteck 14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3" name="Rechteck 14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4" name="Rechteck 14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06" name="Textfeld 140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04" name="Textfeld 1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646" name="Rechteck 645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7" name="Rechteck 646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8" name="Rechteck 647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9" name="Rechteck 648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0" name="Rechteck 649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62" name="Gruppieren 661"/>
            <p:cNvGrpSpPr/>
            <p:nvPr/>
          </p:nvGrpSpPr>
          <p:grpSpPr>
            <a:xfrm>
              <a:off x="1288820" y="2877343"/>
              <a:ext cx="355993" cy="1646254"/>
              <a:chOff x="1694292" y="1147824"/>
              <a:chExt cx="355993" cy="1646254"/>
            </a:xfrm>
          </p:grpSpPr>
          <p:grpSp>
            <p:nvGrpSpPr>
              <p:cNvPr id="733" name="Gruppieren 732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35" name="Rechteck 73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6" name="Textfeld 7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34" name="Textfeld 7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64" name="Textfeld 663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665" name="Gruppieren 664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666" name="Rechteck 665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7" name="Ellipse 666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8" name="Ellipse 667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69" name="Ellipse 668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0" name="Ellipse 669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1" name="Textfeld 670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672" name="Textfeld 671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3" name="Ellipse 672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4" name="Ellipse 67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5" name="Ellipse 67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6" name="Ellipse 675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7" name="Ellipse 676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8" name="Ellipse 677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9" name="Ellipse 678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0" name="Ellipse 679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1" name="Ellipse 680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82" name="Ellipse 681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3" name="Ellipse 682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4" name="Ellipse 683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85" name="Gruppieren 684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686" name="Rechteck 685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7" name="Rechteck 686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8" name="Rechteck 687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9" name="Rechteck 68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90" name="Rechteck 68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1" name="Rechteck 69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2" name="Rechteck 69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3" name="Rechteck 69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4" name="Rechteck 69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5" name="Rechteck 69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6" name="Rechteck 69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7" name="Rechteck 69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8" name="Rechteck 69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9" name="Rechteck 69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0" name="Rechteck 69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1" name="Rechteck 70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2" name="Rechteck 70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" name="Gruppieren 1"/>
          <p:cNvGrpSpPr/>
          <p:nvPr/>
        </p:nvGrpSpPr>
        <p:grpSpPr>
          <a:xfrm>
            <a:off x="5396266" y="920650"/>
            <a:ext cx="5462740" cy="1653922"/>
            <a:chOff x="5396266" y="920650"/>
            <a:chExt cx="5462740" cy="1653922"/>
          </a:xfrm>
        </p:grpSpPr>
        <p:grpSp>
          <p:nvGrpSpPr>
            <p:cNvPr id="923" name="Gruppieren 922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1612" name="Gruppieren 161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14" name="Gruppieren 161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Ellipse 16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9" name="Ellipse 16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0" name="Ellipse 16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1" name="Ellipse 16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2" name="Ellipse 1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3" name="Ellipse 1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4" name="Ellipse 16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5" name="Ellipse 16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Rechteck 16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Rechteck 16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Rechteck 16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9" name="Rechteck 16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0" name="Rechteck 16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Rechteck 16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Rechteck 16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3" name="Rechteck 16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15" name="Textfeld 16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13" name="Textfeld 16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924" name="Rechteck 923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5" name="Rechteck 954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6" name="Rechteck 955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7" name="Rechteck 956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8" name="Rechteck 957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959" name="Gruppieren 958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82" name="Gruppieren 158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84" name="Gruppieren 15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Ellipse 15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9" name="Ellipse 15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0" name="Textfeld 15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1" name="Textfeld 15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92" name="Ellipse 15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3" name="Ellipse 15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4" name="Textfeld 15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5" name="Textfeld 15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04" name="Rechteck 16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Rechteck 16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Rechteck 16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7" name="Rechteck 16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8" name="Rechteck 16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Rechteck 16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Rechteck 16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1" name="Rechteck 16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85" name="Textfeld 158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583" name="Textfeld 15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0" name="Gruppieren 959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52" name="Gruppieren 155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54" name="Gruppieren 15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Ellipse 15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Ellipse 15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0" name="Textfeld 15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1" name="Textfeld 15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62" name="Ellipse 15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3" name="Ellipse 15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4" name="Textfeld 15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5" name="Textfeld 15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74" name="Rechteck 15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Rechteck 15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Rechteck 15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7" name="Rechteck 15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8" name="Rechteck 15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Rechteck 15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Rechteck 15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1" name="Rechteck 15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55" name="Textfeld 15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553" name="Textfeld 15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1" name="Gruppieren 960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22" name="Gruppieren 15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24" name="Gruppieren 15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Ellipse 15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Ellipse 15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Textfeld 15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1" name="Textfeld 15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32" name="Ellipse 15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Ellipse 15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4" name="Textfeld 15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5" name="Textfeld 15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44" name="Rechteck 15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Rechteck 15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Rechteck 15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7" name="Rechteck 15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8" name="Rechteck 15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Rechteck 15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Rechteck 15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1" name="Rechteck 15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25" name="Textfeld 15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523" name="Textfeld 15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2" name="Gruppieren 961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92" name="Gruppieren 14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94" name="Gruppieren 14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Ellipse 14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Ellipse 14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Textfeld 14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01" name="Textfeld 15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02" name="Ellipse 15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Ellipse 15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4" name="Textfeld 15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5" name="Textfeld 15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6" name="Ellipse 15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Ellipse 15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Textfeld 15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9" name="Textfeld 15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Textfeld 15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13" name="Textfeld 15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14" name="Rechteck 15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Rechteck 15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Rechteck 15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Rechteck 15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Rechteck 15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Rechteck 15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Rechteck 15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Rechteck 15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95" name="Textfeld 14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493" name="Textfeld 14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3" name="Gruppieren 962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62" name="Gruppieren 14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64" name="Gruppieren 14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66" name="Rechteck 14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67" name="Rechteck 14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8" name="Ellipse 14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Textfeld 14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72" name="Ellipse 14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3" name="Ellipse 14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4" name="Textfeld 14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5" name="Textfeld 14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6" name="Ellipse 14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Ellipse 14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8" name="Textfeld 1477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9" name="Textfeld 14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80" name="Ellipse 14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1" name="Ellipse 14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Textfeld 14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83" name="Textfeld 14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84" name="Rechteck 14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5" name="Rechteck 14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6" name="Rechteck 14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Rechteck 14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Rechteck 14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Rechteck 14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Rechteck 14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Rechteck 14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65" name="Textfeld 14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463" name="Textfeld 14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4" name="Gruppieren 963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32" name="Gruppieren 14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34" name="Gruppieren 14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36" name="Rechteck 14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37" name="Rechteck 14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8" name="Ellipse 14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Textfeld 14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42" name="Ellipse 14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Ellipse 14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Textfeld 14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5" name="Textfeld 14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6" name="Ellipse 14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Ellipse 14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Textfeld 14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9" name="Textfeld 14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50" name="Ellipse 14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1" name="Ellipse 14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2" name="Textfeld 14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53" name="Textfeld 14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54" name="Rechteck 14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Rechteck 14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Rechteck 14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7" name="Rechteck 14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Rechteck 14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Rechteck 14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Rechteck 14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Rechteck 14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35" name="Textfeld 14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433" name="Textfeld 14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5" name="Gruppieren 964"/>
            <p:cNvGrpSpPr/>
            <p:nvPr/>
          </p:nvGrpSpPr>
          <p:grpSpPr>
            <a:xfrm>
              <a:off x="7910369" y="921644"/>
              <a:ext cx="420326" cy="1652928"/>
              <a:chOff x="1688847" y="1141150"/>
              <a:chExt cx="420326" cy="1652928"/>
            </a:xfrm>
          </p:grpSpPr>
          <p:grpSp>
            <p:nvGrpSpPr>
              <p:cNvPr id="1380" name="Gruppieren 137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382" name="Gruppieren 13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84" name="Rechteck 13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85" name="Rechteck 13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6" name="Ellipse 13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Ellipse 13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Textfeld 13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89" name="Textfeld 13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90" name="Ellipse 13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Ellipse 13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Textfeld 13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3" name="Textfeld 13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4" name="Ellipse 13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5" name="Ellipse 13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6" name="Textfeld 13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7" name="Textfeld 13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8" name="Ellipse 13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9" name="Ellipse 13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0" name="Textfeld 13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01" name="Textfeld 14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02" name="Rechteck 14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5" name="Rechteck 14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6" name="Rechteck 14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7" name="Rechteck 14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Rechteck 14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Rechteck 14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0" name="Rechteck 14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1" name="Rechteck 14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83" name="Textfeld 138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81" name="Textfeld 13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7" name="Gruppieren 966"/>
            <p:cNvGrpSpPr/>
            <p:nvPr/>
          </p:nvGrpSpPr>
          <p:grpSpPr>
            <a:xfrm>
              <a:off x="8242422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328" name="Gruppieren 132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330" name="Gruppieren 13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4" name="Ellipse 13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5" name="Ellipse 13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6" name="Textfeld 13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37" name="Textfeld 13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38" name="Ellipse 1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9" name="Ellipse 1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0" name="Textfeld 13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1" name="Textfeld 13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Ellipse 13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5" name="Textfeld 13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Ellipse 13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49" name="Textfeld 13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0" name="Rechteck 13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Rechteck 13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2" name="Rechteck 13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Rechteck 13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1" name="Textfeld 133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329" name="Textfeld 13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8565093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95" name="Gruppieren 129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97" name="Gruppieren 12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Ellipse 13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Ellipse 13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Textfeld 13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04" name="Textfeld 13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05" name="Ellipse 13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6" name="Ellipse 13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Textfeld 13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08" name="Textfeld 13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09" name="Ellipse 130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Ellipse 130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Textfeld 131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2" name="Textfeld 131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3" name="Ellipse 131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4" name="Ellipse 131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5" name="Textfeld 131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16" name="Textfeld 131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17" name="Rechteck 13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8" name="Rechteck 13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9" name="Rechteck 13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Rechteck 13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Rechteck 13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2" name="Rechteck 13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Rechteck 13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Rechteck 13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98" name="Textfeld 129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296" name="Textfeld 12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70" name="Gruppieren 969"/>
            <p:cNvGrpSpPr/>
            <p:nvPr/>
          </p:nvGrpSpPr>
          <p:grpSpPr>
            <a:xfrm>
              <a:off x="8887599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65" name="Gruppieren 126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67" name="Gruppieren 12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Ellipse 12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Ellipse 12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Textfeld 12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74" name="Textfeld 12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75" name="Ellipse 12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6" name="Ellipse 12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Textfeld 12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78" name="Textfeld 12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79" name="Ellipse 12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Ellipse 12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Textfeld 12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2" name="Textfeld 12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3" name="Ellipse 12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4" name="Ellipse 12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5" name="Textfeld 12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86" name="Textfeld 12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87" name="Rechteck 12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8" name="Rechteck 12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Rechteck 12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Rechteck 12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Rechteck 12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2" name="Rechteck 12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Rechteck 12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Rechteck 12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68" name="Textfeld 126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66" name="Textfeld 12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71" name="Gruppieren 970"/>
            <p:cNvGrpSpPr/>
            <p:nvPr/>
          </p:nvGrpSpPr>
          <p:grpSpPr>
            <a:xfrm>
              <a:off x="9210105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35" name="Gruppieren 123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37" name="Gruppieren 12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40" name="Rechteck 12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1" name="Ellipse 12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2" name="Ellipse 12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Textfeld 12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45" name="Ellipse 12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6" name="Ellipse 12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Textfeld 12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8" name="Textfeld 12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9" name="Ellipse 12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0" name="Ellipse 12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Textfeld 12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2" name="Textfeld 12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3" name="Ellipse 12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4" name="Ellipse 12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5" name="Textfeld 12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56" name="Textfeld 12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57" name="Rechteck 12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8" name="Rechteck 12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9" name="Rechteck 12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Rechteck 12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Rechteck 12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2" name="Rechteck 12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Rechteck 12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38" name="Textfeld 123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36" name="Textfeld 12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72" name="Gruppieren 971"/>
            <p:cNvGrpSpPr/>
            <p:nvPr/>
          </p:nvGrpSpPr>
          <p:grpSpPr>
            <a:xfrm>
              <a:off x="9527611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09" name="Gruppieren 1208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211" name="Gruppieren 1210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213" name="Rechteck 1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4" name="Rechteck 1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5" name="Ellipse 1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Ellipse 12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0" name="Textfeld 12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Ellipse 12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Textfeld 1222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24" name="Textfeld 12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Ellipse 12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Rechteck 12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8" name="Rechteck 12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9" name="Rechteck 12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Rechteck 12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1" name="Rechteck 12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Rechteck 12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2" name="Textfeld 121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210" name="Textfeld 1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973" name="Gruppieren 972"/>
            <p:cNvGrpSpPr/>
            <p:nvPr/>
          </p:nvGrpSpPr>
          <p:grpSpPr>
            <a:xfrm>
              <a:off x="9852747" y="928318"/>
              <a:ext cx="357561" cy="1646254"/>
              <a:chOff x="1692724" y="1147824"/>
              <a:chExt cx="357561" cy="1646254"/>
            </a:xfrm>
          </p:grpSpPr>
          <p:grpSp>
            <p:nvGrpSpPr>
              <p:cNvPr id="1069" name="Gruppieren 106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71" name="Gruppieren 107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4" name="Rechteck 10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Ellipse 10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8" name="Textfeld 10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Ellipse 10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1" name="Ellipse 1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Textfeld 1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89" name="Rechteck 1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2" name="Textfeld 10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070" name="Textfeld 10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974" name="Gruppieren 973"/>
            <p:cNvGrpSpPr/>
            <p:nvPr/>
          </p:nvGrpSpPr>
          <p:grpSpPr>
            <a:xfrm>
              <a:off x="10177187" y="928318"/>
              <a:ext cx="357561" cy="1646254"/>
              <a:chOff x="1692724" y="1147824"/>
              <a:chExt cx="357561" cy="1646254"/>
            </a:xfrm>
          </p:grpSpPr>
          <p:grpSp>
            <p:nvGrpSpPr>
              <p:cNvPr id="1041" name="Gruppieren 1040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43" name="Gruppieren 1042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Ellipse 10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Ellipse 10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5" name="Textfeld 10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56" name="Textfeld 10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57" name="Ellipse 10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9" name="Textfeld 10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60" name="Textfeld 10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4" name="Textfeld 10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042" name="Textfeld 10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975" name="Gruppieren 974"/>
            <p:cNvGrpSpPr/>
            <p:nvPr/>
          </p:nvGrpSpPr>
          <p:grpSpPr>
            <a:xfrm>
              <a:off x="10503013" y="928318"/>
              <a:ext cx="355993" cy="1646254"/>
              <a:chOff x="1694292" y="1147824"/>
              <a:chExt cx="355993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039" name="Rechteck 10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976" name="Textfeld 975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842" name="Gruppieren 841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843" name="Gruppieren 842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655" name="Gruppieren 165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57" name="Gruppieren 165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59" name="Rechteck 16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0" name="Rechteck 16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2" name="Ellipse 16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3" name="Ellipse 16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Ellipse 16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7" name="Ellipse 16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9" name="Rechteck 16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Rechteck 16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1" name="Rechteck 16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8" name="Textfeld 165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56" name="Textfeld 16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844" name="Rechteck 843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" name="Rechteck 844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6" name="Rechteck 845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7" name="Rechteck 846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8" name="Rechteck 847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9" name="Gruppieren 848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71" name="Gruppieren 137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73" name="Gruppieren 13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75" name="Rechteck 13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6" name="Rechteck 13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Ellipse 13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8" name="Ellipse 13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9" name="Textfeld 13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34" name="Textfeld 16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Ellipse 16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8" name="Textfeld 16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Ellipse 16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2" name="Textfeld 16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3" name="Ellipse 16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44" name="Ellipse 16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Textfeld 16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6" name="Textfeld 16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0" name="Rechteck 16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1" name="Rechteck 16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2" name="Rechteck 16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3" name="Rechteck 16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74" name="Textfeld 137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372" name="Textfeld 13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0" name="Gruppieren 849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95" name="Gruppieren 11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97" name="Gruppieren 11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99" name="Rechteck 11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00" name="Rechteck 11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Ellipse 12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Ellipse 12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Textfeld 12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4" name="Textfeld 12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5" name="Ellipse 12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Ellipse 12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Textfeld 12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8" name="Textfeld 12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5" name="Ellipse 1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Ellipse 1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Textfeld 13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58" name="Textfeld 13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59" name="Ellipse 13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Ellipse 13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Textfeld 13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62" name="Textfeld 13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Rechteck 13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0" name="Rechteck 13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8" name="Textfeld 11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96" name="Textfeld 11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1" name="Gruppieren 850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65" name="Gruppieren 116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67" name="Gruppieren 11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9" name="Rechteck 11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70" name="Rechteck 11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Ellipse 11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Ellipse 11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Textfeld 11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4" name="Textfeld 11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75" name="Ellipse 11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Textfeld 11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9" name="Ellipse 11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0" name="Ellipse 11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Textfeld 11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2" name="Textfeld 11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3" name="Ellipse 11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4" name="Ellipse 11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Textfeld 11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86" name="Textfeld 11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87" name="Rechteck 11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8" name="Rechteck 11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Rechteck 11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Rechteck 11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Rechteck 11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Rechteck 11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8" name="Textfeld 11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66" name="Textfeld 11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2" name="Gruppieren 851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35" name="Gruppieren 11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37" name="Gruppieren 11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Ellipse 11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Ellipse 11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Textfeld 11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4" name="Textfeld 11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45" name="Ellipse 11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Textfeld 11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9" name="Ellipse 11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0" name="Ellipse 11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Textfeld 11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2" name="Textfeld 11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3" name="Ellipse 11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Textfeld 11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56" name="Textfeld 11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57" name="Rechteck 11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Rechteck 11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Rechteck 11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Rechteck 11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Rechteck 11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Rechteck 11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8" name="Textfeld 11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136" name="Textfeld 11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3" name="Gruppieren 852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1105" name="Gruppieren 110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107" name="Gruppieren 11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9" name="Rechteck 11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10" name="Rechteck 11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1" name="Ellipse 11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2" name="Ellipse 11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3" name="Textfeld 11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4" name="Textfeld 11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15" name="Ellipse 11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Textfeld 11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9" name="Ellipse 11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0" name="Ellipse 11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Textfeld 11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2" name="Textfeld 11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27" name="Rechteck 11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Rechteck 11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Rechteck 11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Rechteck 11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Rechteck 11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Rechteck 11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8" name="Textfeld 110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106" name="Textfeld 11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4" name="Gruppieren 853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1015" name="Gruppieren 101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017" name="Gruppieren 10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Ellipse 10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Ellipse 10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Textfeld 10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4" name="Textfeld 10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25" name="Ellipse 10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Textfeld 10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Ellipse 10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2" name="Textfeld 10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Ellipse 10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36" name="Textfeld 10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8" name="Textfeld 101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16" name="Textfeld 10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5" name="Gruppieren 854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985" name="Gruppieren 98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87" name="Gruppieren 9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9" name="Rechteck 9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Ellipse 9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2" name="Ellipse 9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Textfeld 9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94" name="Textfeld 9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95" name="Ellipse 9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Ellipse 9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Textfeld 9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8" name="Textfeld 9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Ellipse 9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2" name="Textfeld 10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Ellipse 10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06" name="Textfeld 10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07" name="Rechteck 10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Rechteck 10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9" name="Rechteck 10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0" name="Rechteck 10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3" name="Rechteck 10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8" name="Textfeld 98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86" name="Textfeld 9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6" name="Gruppieren 855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935" name="Gruppieren 93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7" name="Gruppieren 9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9" name="Rechteck 9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0" name="Rechteck 9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Ellipse 9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Textfeld 9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Textfeld 9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68" name="Textfeld 9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77" name="Rechteck 9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Rechteck 9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Rechteck 9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Rechteck 9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Rechteck 9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Rechteck 9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8" name="Textfeld 93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36" name="Textfeld 9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857" name="Gruppieren 856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931" name="Gruppieren 930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933" name="Rechteck 932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4" name="Textfeld 933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32" name="Textfeld 9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58" name="Textfeld 857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859" name="Gruppieren 858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898" name="Gruppieren 89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00" name="Gruppieren 89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02" name="Gruppieren 90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4" name="Rechteck 90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5" name="Rechteck 90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" name="Ellipse 90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7" name="Ellipse 90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" name="Textfeld 90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9" name="Ellipse 90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" name="Ellipse 90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" name="Textfeld 91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2" name="Textfeld 91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3" name="Ellipse 91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" name="Ellipse 91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" name="Textfeld 91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" name="Textfeld 91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7" name="Ellipse 91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" name="Ellipse 91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" name="Textfeld 91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0" name="Textfeld 91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1" name="Rechteck 92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" name="Rechteck 92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" name="Rechteck 92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" name="Rechteck 92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" name="Rechteck 92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" name="Rechteck 92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" name="Rechteck 92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0" name="Rechteck 92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3" name="Textfeld 90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901" name="Textfeld 90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899" name="Textfeld 89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860" name="Gruppieren 859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861" name="Rechteck 86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62" name="Ellipse 86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63" name="Ellipse 86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4" name="Ellipse 86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5" name="Ellipse 86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" name="Textfeld 86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7" name="Textfeld 86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8" name="Ellipse 86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69" name="Ellipse 86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0" name="Ellipse 86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1" name="Ellipse 87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2" name="Ellipse 87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73" name="Ellipse 87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4" name="Ellipse 87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5" name="Ellipse 87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6" name="Ellipse 87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77" name="Ellipse 87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8" name="Ellipse 87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9" name="Ellipse 87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80" name="Gruppieren 87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881" name="Rechteck 88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2" name="Rechteck 88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3" name="Rechteck 88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4" name="Rechteck 88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5" name="Rechteck 88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6" name="Rechteck 88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7" name="Rechteck 88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8" name="Rechteck 88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" name="Rechteck 88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" name="Rechteck 88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" name="Rechteck 89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" name="Rechteck 89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" name="Rechteck 89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" name="Rechteck 89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" name="Rechteck 89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" name="Rechteck 89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" name="Rechteck 89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77783659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Clamps</a:t>
            </a:r>
            <a:r>
              <a:rPr lang="de-DE" dirty="0" smtClean="0"/>
              <a:t> Scenario 11-12</a:t>
            </a:r>
            <a:endParaRPr lang="de-DE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rgbClr val="5B9BD5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923" name="Gruppieren 922"/>
          <p:cNvGrpSpPr/>
          <p:nvPr/>
        </p:nvGrpSpPr>
        <p:grpSpPr>
          <a:xfrm>
            <a:off x="5640899" y="920650"/>
            <a:ext cx="324950" cy="1652928"/>
            <a:chOff x="1694292" y="1141150"/>
            <a:chExt cx="324950" cy="1652928"/>
          </a:xfrm>
        </p:grpSpPr>
        <p:grpSp>
          <p:nvGrpSpPr>
            <p:cNvPr id="1612" name="Gruppieren 1611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614" name="Gruppieren 1613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616" name="Rechteck 161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17" name="Rechteck 161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8" name="Ellipse 161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19" name="Ellipse 161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0" name="Ellipse 161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1" name="Ellipse 162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2" name="Ellipse 162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3" name="Ellipse 162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4" name="Ellipse 162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5" name="Ellipse 162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6" name="Rechteck 162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7" name="Rechteck 162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8" name="Rechteck 162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9" name="Rechteck 162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0" name="Rechteck 162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1" name="Rechteck 163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2" name="Rechteck 163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3" name="Rechteck 163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615" name="Textfeld 161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613" name="Textfeld 161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924" name="Rechteck 923"/>
          <p:cNvSpPr/>
          <p:nvPr/>
        </p:nvSpPr>
        <p:spPr>
          <a:xfrm>
            <a:off x="5401515" y="1083351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5" name="Rechteck 954"/>
          <p:cNvSpPr/>
          <p:nvPr/>
        </p:nvSpPr>
        <p:spPr>
          <a:xfrm>
            <a:off x="5478291" y="1264751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6" name="Rechteck 955"/>
          <p:cNvSpPr/>
          <p:nvPr/>
        </p:nvSpPr>
        <p:spPr>
          <a:xfrm>
            <a:off x="5434817" y="1307427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7" name="Rechteck 956"/>
          <p:cNvSpPr/>
          <p:nvPr/>
        </p:nvSpPr>
        <p:spPr>
          <a:xfrm>
            <a:off x="5478961" y="1873242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8" name="Rechteck 957"/>
          <p:cNvSpPr/>
          <p:nvPr/>
        </p:nvSpPr>
        <p:spPr>
          <a:xfrm>
            <a:off x="5435487" y="1915918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959" name="Gruppieren 958"/>
          <p:cNvGrpSpPr/>
          <p:nvPr/>
        </p:nvGrpSpPr>
        <p:grpSpPr>
          <a:xfrm>
            <a:off x="5964389" y="920650"/>
            <a:ext cx="327049" cy="1652928"/>
            <a:chOff x="1692193" y="1141150"/>
            <a:chExt cx="327049" cy="1652928"/>
          </a:xfrm>
        </p:grpSpPr>
        <p:grpSp>
          <p:nvGrpSpPr>
            <p:cNvPr id="1582" name="Gruppieren 158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84" name="Gruppieren 158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86" name="Rechteck 158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87" name="Rechteck 158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8" name="Ellipse 158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89" name="Ellipse 158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0" name="Textfeld 158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91" name="Textfeld 159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592" name="Ellipse 159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3" name="Ellipse 159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4" name="Textfeld 159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95" name="Textfeld 159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96" name="Ellipse 159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7" name="Ellipse 159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8" name="Textfeld 159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99" name="Textfeld 159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600" name="Ellipse 159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1" name="Ellipse 160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2" name="Textfeld 160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603" name="Textfeld 160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604" name="Rechteck 160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5" name="Rechteck 160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6" name="Rechteck 160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7" name="Rechteck 160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8" name="Rechteck 160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9" name="Rechteck 160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0" name="Rechteck 160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1" name="Rechteck 161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85" name="Textfeld 158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1583" name="Textfeld 158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0" name="Gruppieren 959"/>
          <p:cNvGrpSpPr/>
          <p:nvPr/>
        </p:nvGrpSpPr>
        <p:grpSpPr>
          <a:xfrm>
            <a:off x="6291314" y="920650"/>
            <a:ext cx="327049" cy="1652928"/>
            <a:chOff x="1692193" y="1141150"/>
            <a:chExt cx="327049" cy="1652928"/>
          </a:xfrm>
        </p:grpSpPr>
        <p:grpSp>
          <p:nvGrpSpPr>
            <p:cNvPr id="1552" name="Gruppieren 155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54" name="Gruppieren 155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56" name="Rechteck 155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57" name="Rechteck 155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8" name="Ellipse 155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9" name="Ellipse 155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0" name="Textfeld 155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61" name="Textfeld 156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562" name="Ellipse 156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3" name="Ellipse 156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4" name="Textfeld 156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65" name="Textfeld 156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66" name="Ellipse 156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7" name="Ellipse 156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8" name="Textfeld 156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69" name="Textfeld 156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70" name="Ellipse 156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71" name="Ellipse 157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2" name="Textfeld 157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573" name="Textfeld 157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574" name="Rechteck 157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5" name="Rechteck 157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6" name="Rechteck 157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7" name="Rechteck 157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8" name="Rechteck 157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9" name="Rechteck 157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0" name="Rechteck 157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1" name="Rechteck 158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55" name="Textfeld 155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1553" name="Textfeld 155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1" name="Gruppieren 960"/>
          <p:cNvGrpSpPr/>
          <p:nvPr/>
        </p:nvGrpSpPr>
        <p:grpSpPr>
          <a:xfrm>
            <a:off x="6615293" y="920650"/>
            <a:ext cx="327049" cy="1652928"/>
            <a:chOff x="1692193" y="1141150"/>
            <a:chExt cx="327049" cy="1652928"/>
          </a:xfrm>
        </p:grpSpPr>
        <p:grpSp>
          <p:nvGrpSpPr>
            <p:cNvPr id="1522" name="Gruppieren 152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24" name="Gruppieren 152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26" name="Rechteck 152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27" name="Rechteck 152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8" name="Ellipse 152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9" name="Ellipse 152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0" name="Textfeld 152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31" name="Textfeld 153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532" name="Ellipse 153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3" name="Ellipse 153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4" name="Textfeld 153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35" name="Textfeld 153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36" name="Ellipse 153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7" name="Ellipse 153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8" name="Textfeld 153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39" name="Textfeld 153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40" name="Ellipse 153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1" name="Ellipse 154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2" name="Textfeld 154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543" name="Textfeld 154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544" name="Rechteck 154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5" name="Rechteck 154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6" name="Rechteck 154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7" name="Rechteck 154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8" name="Rechteck 154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9" name="Rechteck 154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0" name="Rechteck 154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1" name="Rechteck 155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25" name="Textfeld 152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23" name="Textfeld 152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2" name="Gruppieren 961"/>
          <p:cNvGrpSpPr/>
          <p:nvPr/>
        </p:nvGrpSpPr>
        <p:grpSpPr>
          <a:xfrm>
            <a:off x="6939272" y="920650"/>
            <a:ext cx="327049" cy="1652928"/>
            <a:chOff x="1692193" y="1141150"/>
            <a:chExt cx="327049" cy="1652928"/>
          </a:xfrm>
        </p:grpSpPr>
        <p:grpSp>
          <p:nvGrpSpPr>
            <p:cNvPr id="1492" name="Gruppieren 149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94" name="Gruppieren 149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96" name="Rechteck 1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97" name="Rechteck 14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8" name="Ellipse 14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9" name="Ellipse 14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0" name="Textfeld 14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01" name="Textfeld 15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502" name="Ellipse 15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3" name="Ellipse 15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4" name="Textfeld 150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05" name="Textfeld 150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06" name="Ellipse 150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7" name="Ellipse 150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8" name="Textfeld 150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09" name="Textfeld 150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10" name="Ellipse 150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1" name="Ellipse 151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2" name="Textfeld 151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513" name="Textfeld 151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514" name="Rechteck 151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5" name="Rechteck 151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6" name="Rechteck 151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7" name="Rechteck 151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8" name="Rechteck 151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9" name="Rechteck 151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0" name="Rechteck 151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1" name="Rechteck 152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95" name="Textfeld 149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5</a:t>
                </a:r>
              </a:p>
            </p:txBody>
          </p:sp>
        </p:grpSp>
        <p:sp>
          <p:nvSpPr>
            <p:cNvPr id="1493" name="Textfeld 14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3" name="Gruppieren 962"/>
          <p:cNvGrpSpPr/>
          <p:nvPr/>
        </p:nvGrpSpPr>
        <p:grpSpPr>
          <a:xfrm>
            <a:off x="7263265" y="920650"/>
            <a:ext cx="327049" cy="1652928"/>
            <a:chOff x="1692193" y="1141150"/>
            <a:chExt cx="327049" cy="1652928"/>
          </a:xfrm>
        </p:grpSpPr>
        <p:grpSp>
          <p:nvGrpSpPr>
            <p:cNvPr id="1462" name="Gruppieren 146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64" name="Gruppieren 146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66" name="Rechteck 146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67" name="Rechteck 146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8" name="Ellipse 146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9" name="Ellipse 146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70" name="Textfeld 146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471" name="Textfeld 147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472" name="Ellipse 147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3" name="Ellipse 147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4" name="Textfeld 147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75" name="Textfeld 147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76" name="Ellipse 147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77" name="Ellipse 147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8" name="Textfeld 1477"/>
                <p:cNvSpPr txBox="1"/>
                <p:nvPr/>
              </p:nvSpPr>
              <p:spPr>
                <a:xfrm>
                  <a:off x="1692643" y="2196885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79" name="Textfeld 147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80" name="Ellipse 147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1" name="Ellipse 148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2" name="Textfeld 148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483" name="Textfeld 148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484" name="Rechteck 148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5" name="Rechteck 148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6" name="Rechteck 148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7" name="Rechteck 148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8" name="Rechteck 148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9" name="Rechteck 148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0" name="Rechteck 148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1" name="Rechteck 149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65" name="Textfeld 146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1463" name="Textfeld 146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4" name="Gruppieren 963"/>
          <p:cNvGrpSpPr/>
          <p:nvPr/>
        </p:nvGrpSpPr>
        <p:grpSpPr>
          <a:xfrm>
            <a:off x="7590190" y="920650"/>
            <a:ext cx="327049" cy="1652928"/>
            <a:chOff x="1692193" y="1141150"/>
            <a:chExt cx="327049" cy="1652928"/>
          </a:xfrm>
        </p:grpSpPr>
        <p:grpSp>
          <p:nvGrpSpPr>
            <p:cNvPr id="1432" name="Gruppieren 143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34" name="Gruppieren 143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36" name="Rechteck 143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37" name="Rechteck 143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8" name="Ellipse 143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9" name="Ellipse 143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0" name="Textfeld 143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441" name="Textfeld 144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442" name="Ellipse 144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3" name="Ellipse 144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4" name="Textfeld 144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45" name="Textfeld 144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46" name="Ellipse 144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7" name="Ellipse 144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8" name="Textfeld 144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49" name="Textfeld 144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50" name="Ellipse 144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51" name="Ellipse 145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2" name="Textfeld 145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453" name="Textfeld 145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454" name="Rechteck 145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5" name="Rechteck 145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6" name="Rechteck 145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7" name="Rechteck 145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8" name="Rechteck 145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9" name="Rechteck 145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0" name="Rechteck 145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1" name="Rechteck 146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35" name="Textfeld 143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1433" name="Textfeld 143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5" name="Gruppieren 964"/>
          <p:cNvGrpSpPr/>
          <p:nvPr/>
        </p:nvGrpSpPr>
        <p:grpSpPr>
          <a:xfrm>
            <a:off x="7910369" y="921644"/>
            <a:ext cx="420326" cy="1652928"/>
            <a:chOff x="1688847" y="1141150"/>
            <a:chExt cx="420326" cy="1652928"/>
          </a:xfrm>
        </p:grpSpPr>
        <p:grpSp>
          <p:nvGrpSpPr>
            <p:cNvPr id="1380" name="Gruppieren 1379"/>
            <p:cNvGrpSpPr/>
            <p:nvPr/>
          </p:nvGrpSpPr>
          <p:grpSpPr>
            <a:xfrm>
              <a:off x="1688847" y="1141150"/>
              <a:ext cx="420326" cy="1536639"/>
              <a:chOff x="1688847" y="1141150"/>
              <a:chExt cx="420326" cy="1536639"/>
            </a:xfrm>
          </p:grpSpPr>
          <p:grpSp>
            <p:nvGrpSpPr>
              <p:cNvPr id="1382" name="Gruppieren 1381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384" name="Rechteck 138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85" name="Rechteck 1384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6" name="Ellipse 1385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7" name="Ellipse 1386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8" name="Textfeld 1387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89" name="Textfeld 1388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390" name="Ellipse 138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1" name="Ellipse 139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2" name="Textfeld 1391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93" name="Textfeld 1392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94" name="Ellipse 1393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5" name="Ellipse 1394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6" name="Textfeld 1395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97" name="Textfeld 1396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98" name="Ellipse 139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9" name="Ellipse 139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0" name="Textfeld 1399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401" name="Textfeld 1400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402" name="Rechteck 1401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5" name="Rechteck 142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6" name="Rechteck 142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7" name="Rechteck 142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8" name="Rechteck 142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9" name="Rechteck 142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0" name="Rechteck 142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1" name="Rechteck 143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383" name="Textfeld 1382"/>
              <p:cNvSpPr txBox="1"/>
              <p:nvPr/>
            </p:nvSpPr>
            <p:spPr>
              <a:xfrm>
                <a:off x="1688847" y="1141150"/>
                <a:ext cx="42032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10</a:t>
                </a:r>
              </a:p>
            </p:txBody>
          </p:sp>
        </p:grpSp>
        <p:sp>
          <p:nvSpPr>
            <p:cNvPr id="1381" name="Textfeld 1380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67" name="Gruppieren 966"/>
          <p:cNvGrpSpPr/>
          <p:nvPr/>
        </p:nvGrpSpPr>
        <p:grpSpPr>
          <a:xfrm>
            <a:off x="8242422" y="928318"/>
            <a:ext cx="358092" cy="1646254"/>
            <a:chOff x="1692193" y="1147824"/>
            <a:chExt cx="358092" cy="1646254"/>
          </a:xfrm>
        </p:grpSpPr>
        <p:grpSp>
          <p:nvGrpSpPr>
            <p:cNvPr id="1328" name="Gruppieren 1327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330" name="Gruppieren 1329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332" name="Rechteck 133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3" name="Rechteck 1332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4" name="Ellipse 1333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5" name="Ellipse 1334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6" name="Textfeld 1335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37" name="Textfeld 1336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338" name="Ellipse 1337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9" name="Ellipse 1338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0" name="Textfeld 1339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41" name="Textfeld 1340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42" name="Ellipse 134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3" name="Ellipse 134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4" name="Textfeld 1343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45" name="Textfeld 1344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46" name="Ellipse 1345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7" name="Ellipse 1346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8" name="Textfeld 1347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349" name="Textfeld 1348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350" name="Rechteck 134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1" name="Rechteck 135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2" name="Rechteck 135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3" name="Rechteck 135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4" name="Rechteck 135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5" name="Rechteck 135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6" name="Rechteck 135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7" name="Rechteck 135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331" name="Textfeld 133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1329" name="Textfeld 132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69" name="Gruppieren 968"/>
          <p:cNvGrpSpPr/>
          <p:nvPr/>
        </p:nvGrpSpPr>
        <p:grpSpPr>
          <a:xfrm>
            <a:off x="8565093" y="928318"/>
            <a:ext cx="358092" cy="1646254"/>
            <a:chOff x="1692193" y="1147824"/>
            <a:chExt cx="358092" cy="1646254"/>
          </a:xfrm>
        </p:grpSpPr>
        <p:grpSp>
          <p:nvGrpSpPr>
            <p:cNvPr id="1295" name="Gruppieren 129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97" name="Gruppieren 129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99" name="Rechteck 129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00" name="Rechteck 129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1" name="Ellipse 130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2" name="Ellipse 130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3" name="Textfeld 130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04" name="Textfeld 130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305" name="Ellipse 130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6" name="Ellipse 130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7" name="Textfeld 130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08" name="Textfeld 130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09" name="Ellipse 130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0" name="Ellipse 130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1" name="Textfeld 131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12" name="Textfeld 131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13" name="Ellipse 131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4" name="Ellipse 131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5" name="Textfeld 131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316" name="Textfeld 131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317" name="Rechteck 13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8" name="Rechteck 13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9" name="Rechteck 13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0" name="Rechteck 13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1" name="Rechteck 13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2" name="Rechteck 13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3" name="Rechteck 13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4" name="Rechteck 13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98" name="Textfeld 129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1296" name="Textfeld 129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70" name="Gruppieren 969"/>
          <p:cNvGrpSpPr/>
          <p:nvPr/>
        </p:nvGrpSpPr>
        <p:grpSpPr>
          <a:xfrm>
            <a:off x="8887599" y="928318"/>
            <a:ext cx="358092" cy="1646254"/>
            <a:chOff x="1692193" y="1147824"/>
            <a:chExt cx="358092" cy="1646254"/>
          </a:xfrm>
        </p:grpSpPr>
        <p:grpSp>
          <p:nvGrpSpPr>
            <p:cNvPr id="1265" name="Gruppieren 126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67" name="Gruppieren 126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69" name="Rechteck 126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70" name="Rechteck 126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1" name="Ellipse 127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2" name="Ellipse 127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3" name="Textfeld 127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274" name="Textfeld 127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275" name="Ellipse 127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6" name="Ellipse 127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7" name="Textfeld 127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78" name="Textfeld 127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79" name="Ellipse 127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0" name="Ellipse 127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1" name="Textfeld 128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82" name="Textfeld 128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83" name="Ellipse 128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4" name="Ellipse 128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5" name="Textfeld 128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286" name="Textfeld 128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287" name="Rechteck 128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8" name="Rechteck 128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9" name="Rechteck 128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0" name="Rechteck 128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1" name="Rechteck 129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2" name="Rechteck 129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3" name="Rechteck 129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4" name="Rechteck 129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68" name="Textfeld 126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1266" name="Textfeld 126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71" name="Gruppieren 970"/>
          <p:cNvGrpSpPr/>
          <p:nvPr/>
        </p:nvGrpSpPr>
        <p:grpSpPr>
          <a:xfrm>
            <a:off x="9210105" y="928318"/>
            <a:ext cx="358092" cy="1646254"/>
            <a:chOff x="1692193" y="1147824"/>
            <a:chExt cx="358092" cy="1646254"/>
          </a:xfrm>
        </p:grpSpPr>
        <p:grpSp>
          <p:nvGrpSpPr>
            <p:cNvPr id="1235" name="Gruppieren 123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37" name="Gruppieren 123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39" name="Rechteck 12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0" name="Rechteck 123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1" name="Ellipse 124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2" name="Ellipse 124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3" name="Textfeld 124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244" name="Textfeld 124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245" name="Ellipse 124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6" name="Ellipse 124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7" name="Textfeld 124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48" name="Textfeld 124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49" name="Ellipse 124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0" name="Ellipse 124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1" name="Textfeld 125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52" name="Textfeld 125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53" name="Ellipse 125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4" name="Ellipse 125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5" name="Textfeld 125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256" name="Textfeld 125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257" name="Rechteck 125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8" name="Rechteck 125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9" name="Rechteck 125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0" name="Rechteck 125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1" name="Rechteck 126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2" name="Rechteck 126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3" name="Rechteck 126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4" name="Rechteck 126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38" name="Textfeld 123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1236" name="Textfeld 123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72" name="Gruppieren 971"/>
          <p:cNvGrpSpPr/>
          <p:nvPr/>
        </p:nvGrpSpPr>
        <p:grpSpPr>
          <a:xfrm>
            <a:off x="9527611" y="928318"/>
            <a:ext cx="358092" cy="1646254"/>
            <a:chOff x="1692193" y="1147824"/>
            <a:chExt cx="358092" cy="1646254"/>
          </a:xfrm>
        </p:grpSpPr>
        <p:grpSp>
          <p:nvGrpSpPr>
            <p:cNvPr id="1209" name="Gruppieren 1208"/>
            <p:cNvGrpSpPr/>
            <p:nvPr/>
          </p:nvGrpSpPr>
          <p:grpSpPr>
            <a:xfrm>
              <a:off x="1692193" y="1147824"/>
              <a:ext cx="358092" cy="1481389"/>
              <a:chOff x="1692193" y="1147824"/>
              <a:chExt cx="358092" cy="1481389"/>
            </a:xfrm>
          </p:grpSpPr>
          <p:grpSp>
            <p:nvGrpSpPr>
              <p:cNvPr id="1211" name="Gruppieren 1210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1213" name="Rechteck 121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14" name="Rechteck 121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5" name="Ellipse 121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6" name="Ellipse 121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7" name="Ellipse 121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8" name="Ellipse 121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9" name="Textfeld 1218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20" name="Textfeld 1219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21" name="Ellipse 122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2" name="Ellipse 122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3" name="Textfeld 1222"/>
                <p:cNvSpPr txBox="1"/>
                <p:nvPr/>
              </p:nvSpPr>
              <p:spPr>
                <a:xfrm>
                  <a:off x="1708599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24" name="Textfeld 122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25" name="Ellipse 122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6" name="Ellipse 122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7" name="Rechteck 122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8" name="Rechteck 122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9" name="Rechteck 122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0" name="Rechteck 122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1" name="Rechteck 123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2" name="Rechteck 123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3" name="Rechteck 123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4" name="Rechteck 123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12" name="Textfeld 1211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1210" name="Textfeld 120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EL9100</a:t>
              </a:r>
            </a:p>
          </p:txBody>
        </p:sp>
      </p:grpSp>
      <p:grpSp>
        <p:nvGrpSpPr>
          <p:cNvPr id="973" name="Gruppieren 972"/>
          <p:cNvGrpSpPr/>
          <p:nvPr/>
        </p:nvGrpSpPr>
        <p:grpSpPr>
          <a:xfrm>
            <a:off x="9852747" y="928318"/>
            <a:ext cx="357561" cy="1646254"/>
            <a:chOff x="1692724" y="1147824"/>
            <a:chExt cx="357561" cy="1646254"/>
          </a:xfrm>
        </p:grpSpPr>
        <p:grpSp>
          <p:nvGrpSpPr>
            <p:cNvPr id="1069" name="Gruppieren 1068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1071" name="Gruppieren 1070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1073" name="Rechteck 107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74" name="Rechteck 107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5" name="Ellipse 107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6" name="Ellipse 107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7" name="Textfeld 107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078" name="Textfeld 107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079" name="Ellipse 107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0" name="Ellipse 107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1" name="Ellipse 108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2" name="Ellipse 108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3" name="Textfeld 1082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1084" name="Textfeld 108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1085" name="Ellipse 108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6" name="Ellipse 108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7" name="Textfeld 1086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1088" name="Textfeld 1087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1089" name="Rechteck 108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0" name="Rechteck 108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1" name="Rechteck 109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2" name="Rechteck 109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3" name="Rechteck 109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4" name="Rechteck 109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5" name="Rechteck 109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6" name="Rechteck 109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072" name="Textfeld 1071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16</a:t>
                </a:r>
              </a:p>
            </p:txBody>
          </p:sp>
        </p:grpSp>
        <p:sp>
          <p:nvSpPr>
            <p:cNvPr id="1070" name="Textfeld 106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974" name="Gruppieren 973"/>
          <p:cNvGrpSpPr/>
          <p:nvPr/>
        </p:nvGrpSpPr>
        <p:grpSpPr>
          <a:xfrm>
            <a:off x="10177187" y="928318"/>
            <a:ext cx="357561" cy="1646254"/>
            <a:chOff x="1692724" y="1147824"/>
            <a:chExt cx="357561" cy="1646254"/>
          </a:xfrm>
        </p:grpSpPr>
        <p:grpSp>
          <p:nvGrpSpPr>
            <p:cNvPr id="1041" name="Gruppieren 1040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1043" name="Gruppieren 1042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1045" name="Rechteck 10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46" name="Rechteck 1045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7" name="Ellipse 1046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8" name="Ellipse 1047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9" name="Textfeld 1048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050" name="Textfeld 1049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051" name="Ellipse 105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2" name="Ellipse 105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3" name="Ellipse 105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4" name="Ellipse 105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5" name="Textfeld 105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1056" name="Textfeld 105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1057" name="Ellipse 105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8" name="Ellipse 105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9" name="Textfeld 105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1060" name="Textfeld 105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1061" name="Rechteck 106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2" name="Rechteck 106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3" name="Rechteck 106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4" name="Rechteck 106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5" name="Rechteck 106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6" name="Rechteck 106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7" name="Rechteck 106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8" name="Rechteck 106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044" name="Textfeld 1043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17</a:t>
                </a:r>
              </a:p>
            </p:txBody>
          </p:sp>
        </p:grpSp>
        <p:sp>
          <p:nvSpPr>
            <p:cNvPr id="1042" name="Textfeld 1041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975" name="Gruppieren 974"/>
          <p:cNvGrpSpPr/>
          <p:nvPr/>
        </p:nvGrpSpPr>
        <p:grpSpPr>
          <a:xfrm>
            <a:off x="10503013" y="928318"/>
            <a:ext cx="355993" cy="1646254"/>
            <a:chOff x="1694292" y="1147824"/>
            <a:chExt cx="355993" cy="1646254"/>
          </a:xfrm>
        </p:grpSpPr>
        <p:grpSp>
          <p:nvGrpSpPr>
            <p:cNvPr id="1037" name="Gruppieren 1036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1039" name="Rechteck 1038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40" name="Textfeld 1039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18</a:t>
                </a:r>
              </a:p>
            </p:txBody>
          </p:sp>
        </p:grpSp>
        <p:sp>
          <p:nvSpPr>
            <p:cNvPr id="1038" name="Textfeld 1037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976" name="Textfeld 975"/>
          <p:cNvSpPr txBox="1"/>
          <p:nvPr/>
        </p:nvSpPr>
        <p:spPr>
          <a:xfrm>
            <a:off x="5396266" y="2403787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600" dirty="0">
                <a:latin typeface="Arial" panose="020B0604020202020204" pitchFamily="34" charset="0"/>
                <a:cs typeface="Arial" panose="020B0604020202020204" pitchFamily="34" charset="0"/>
              </a:rPr>
              <a:t>BC2&amp;3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840" name="Gruppieren 839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841" name="Gruppieren 840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653" name="Gruppieren 16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55" name="Gruppieren 16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57" name="Rechteck 16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8" name="Rechteck 16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9" name="Ellipse 16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Ellipse 16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3" name="Ellipse 16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Ellipse 16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7" name="Rechteck 16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8" name="Rechteck 16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9" name="Rechteck 16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Rechteck 16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1" name="Rechteck 16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6" name="Textfeld 16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54" name="Textfeld 16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842" name="Rechteck 841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3" name="Rechteck 842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" name="Rechteck 843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" name="Rechteck 844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6" name="Rechteck 845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7" name="Gruppieren 846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69" name="Gruppieren 13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71" name="Gruppieren 13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73" name="Rechteck 13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4" name="Rechteck 13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Textfeld 16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7" name="Ellipse 16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Textfeld 16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1" name="Ellipse 16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42" name="Ellipse 16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Textfeld 16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4" name="Textfeld 16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0" name="Rechteck 16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1" name="Rechteck 16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2" name="Rechteck 16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72" name="Textfeld 13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370" name="Textfeld 13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8" name="Gruppieren 847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93" name="Gruppieren 11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95" name="Gruppieren 11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97" name="Rechteck 11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8" name="Rechteck 11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Ellipse 11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0" name="Ellipse 11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Textfeld 12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2" name="Textfeld 12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3" name="Ellipse 12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Ellipse 12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Textfeld 12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6" name="Textfeld 12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7" name="Ellipse 12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Ellipse 12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6" name="Textfeld 13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7" name="Ellipse 13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Ellipse 13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Textfeld 13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60" name="Textfeld 13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Rechteck 13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6" name="Textfeld 11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94" name="Textfeld 11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9" name="Gruppieren 848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63" name="Gruppieren 11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65" name="Gruppieren 11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7" name="Rechteck 11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8" name="Rechteck 11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Ellipse 11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0" name="Ellipse 11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Textfeld 11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2" name="Textfeld 11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73" name="Ellipse 11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4" name="Ellipse 11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5" name="Textfeld 11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6" name="Textfeld 11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7" name="Ellipse 11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8" name="Ellipse 11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9" name="Textfeld 11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0" name="Textfeld 11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1" name="Ellipse 11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Ellipse 11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3" name="Textfeld 11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84" name="Textfeld 11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85" name="Rechteck 11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Rechteck 11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7" name="Rechteck 11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8" name="Rechteck 11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Rechteck 11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Rechteck 11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6" name="Textfeld 11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64" name="Textfeld 11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0" name="Gruppieren 849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133" name="Gruppieren 113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35" name="Gruppieren 11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7" name="Rechteck 11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38" name="Rechteck 11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Ellipse 11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Ellipse 11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Textfeld 11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2" name="Textfeld 11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43" name="Ellipse 11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Ellipse 11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Textfeld 11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6" name="Textfeld 11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7" name="Ellipse 11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8" name="Ellipse 11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9" name="Textfeld 11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0" name="Textfeld 11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1" name="Ellipse 11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2" name="Ellipse 11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3" name="Textfeld 11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54" name="Textfeld 11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55" name="Rechteck 11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Rechteck 11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7" name="Rechteck 11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Rechteck 11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Rechteck 11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Rechteck 11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6" name="Textfeld 11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134" name="Textfeld 11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1" name="Gruppieren 850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1103" name="Gruppieren 110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105" name="Gruppieren 11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7" name="Rechteck 11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08" name="Rechteck 11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Ellipse 11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0" name="Ellipse 11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1" name="Textfeld 11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2" name="Textfeld 11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13" name="Ellipse 11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4" name="Ellipse 11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5" name="Textfeld 11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6" name="Textfeld 11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7" name="Ellipse 11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8" name="Ellipse 11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9" name="Textfeld 11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0" name="Textfeld 11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1" name="Ellipse 11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Ellipse 11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Textfeld 11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24" name="Textfeld 11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25" name="Rechteck 11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Rechteck 11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7" name="Rechteck 11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Rechteck 11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Rechteck 11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Rechteck 11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6" name="Textfeld 110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104" name="Textfeld 11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2" name="Gruppieren 851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1013" name="Gruppieren 101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015" name="Gruppieren 10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Ellipse 10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Ellipse 10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Textfeld 10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2" name="Textfeld 10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23" name="Ellipse 10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4" name="Ellipse 10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5" name="Textfeld 10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6" name="Textfeld 10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7" name="Ellipse 10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Textfeld 10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1" name="Ellipse 10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Textfeld 10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35" name="Rechteck 10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Rechteck 10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6" name="Textfeld 101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14" name="Textfeld 10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3" name="Gruppieren 852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983" name="Gruppieren 98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85" name="Gruppieren 9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7" name="Rechteck 9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Ellipse 9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92" name="Textfeld 9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93" name="Ellipse 9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Ellipse 9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Textfeld 9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6" name="Textfeld 9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7" name="Ellipse 9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Textfeld 9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1" name="Ellipse 10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Textfeld 10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05" name="Rechteck 10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6" name="Rechteck 10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Rechteck 10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Rechteck 10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9" name="Rechteck 10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0" name="Rechteck 10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6" name="Textfeld 9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84" name="Textfeld 9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4" name="Gruppieren 853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933" name="Gruppieren 9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5" name="Gruppieren 9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7" name="Rechteck 9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8" name="Rechteck 9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Ellipse 9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Textfeld 9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Ellipse 9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54" name="Textfeld 9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Rechteck 9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Rechteck 9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Rechteck 9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Rechteck 9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Rechteck 9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6" name="Textfeld 9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34" name="Textfeld 9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855" name="Gruppieren 854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929" name="Gruppieren 92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931" name="Rechteck 93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2" name="Textfeld 93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30" name="Textfeld 9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56" name="Textfeld 855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857" name="Gruppieren 856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896" name="Gruppieren 89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98" name="Gruppieren 89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00" name="Gruppieren 89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2" name="Rechteck 90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3" name="Rechteck 90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" name="Ellipse 90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5" name="Ellipse 90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" name="Textfeld 90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7" name="Ellipse 90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" name="Ellipse 90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" name="Textfeld 90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0" name="Textfeld 90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1" name="Ellipse 91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" name="Ellipse 91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" name="Textfeld 91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4" name="Textfeld 91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5" name="Ellipse 91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" name="Ellipse 91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" name="Textfeld 91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18" name="Textfeld 91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19" name="Rechteck 91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" name="Rechteck 91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" name="Rechteck 92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" name="Rechteck 92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" name="Rechteck 92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" name="Rechteck 92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" name="Rechteck 92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" name="Rechteck 92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1" name="Textfeld 90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99" name="Textfeld 89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897" name="Textfeld 89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858" name="Gruppieren 857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859" name="Rechteck 85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60" name="Ellipse 85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61" name="Ellipse 86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2" name="Ellipse 86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3" name="Ellipse 86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4" name="Textfeld 86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5" name="Textfeld 86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6" name="Ellipse 86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67" name="Ellipse 86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8" name="Ellipse 86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9" name="Ellipse 86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0" name="Ellipse 86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71" name="Ellipse 87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2" name="Ellipse 87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3" name="Ellipse 87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4" name="Ellipse 87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75" name="Ellipse 87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6" name="Ellipse 87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77" name="Ellipse 87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78" name="Gruppieren 87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879" name="Rechteck 87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0" name="Rechteck 87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1" name="Rechteck 88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2" name="Rechteck 88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3" name="Rechteck 88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4" name="Rechteck 88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5" name="Rechteck 88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6" name="Rechteck 88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7" name="Rechteck 88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8" name="Rechteck 88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" name="Rechteck 88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" name="Rechteck 88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" name="Rechteck 89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" name="Rechteck 89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" name="Rechteck 89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" name="Rechteck 89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" name="Rechteck 89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11773413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15360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12f</a:t>
            </a:r>
            <a:endParaRPr lang="de-DE" dirty="0"/>
          </a:p>
        </p:txBody>
      </p:sp>
      <p:grpSp>
        <p:nvGrpSpPr>
          <p:cNvPr id="7034" name="Gruppieren 7033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7456" name="Gruppieren 7455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7458" name="Gruppieren 7457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7460" name="Rechteck 745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61" name="Rechteck 746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2" name="Ellipse 746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63" name="Ellipse 746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4" name="Ellipse 746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5" name="Ellipse 746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6" name="Ellipse 746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7" name="Ellipse 746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8" name="Ellipse 746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9" name="Ellipse 746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0" name="Rechteck 746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1" name="Rechteck 747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2" name="Rechteck 747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3" name="Rechteck 747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4" name="Rechteck 747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5" name="Rechteck 747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6" name="Rechteck 747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7" name="Rechteck 747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459" name="Textfeld 745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7457" name="Textfeld 745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7035" name="Rechteck 7034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6" name="Rechteck 7035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7" name="Rechteck 7036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8" name="Rechteck 7037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9" name="Rechteck 7038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7040" name="Gruppieren 7039"/>
          <p:cNvGrpSpPr/>
          <p:nvPr/>
        </p:nvGrpSpPr>
        <p:grpSpPr>
          <a:xfrm>
            <a:off x="1289910" y="2872756"/>
            <a:ext cx="327049" cy="1652928"/>
            <a:chOff x="1692193" y="1141150"/>
            <a:chExt cx="327049" cy="1652928"/>
          </a:xfrm>
        </p:grpSpPr>
        <p:grpSp>
          <p:nvGrpSpPr>
            <p:cNvPr id="7426" name="Gruppieren 742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428" name="Gruppieren 742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430" name="Rechteck 742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31" name="Rechteck 743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2" name="Ellipse 743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3" name="Ellipse 743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4" name="Textfeld 743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435" name="Textfeld 743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436" name="Ellipse 743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7" name="Ellipse 743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8" name="Textfeld 743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39" name="Textfeld 743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40" name="Ellipse 743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1" name="Ellipse 744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2" name="Textfeld 744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43" name="Textfeld 744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44" name="Ellipse 744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45" name="Ellipse 744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6" name="Textfeld 744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447" name="Textfeld 744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448" name="Rechteck 744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9" name="Rechteck 744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0" name="Rechteck 744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1" name="Rechteck 745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2" name="Rechteck 745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3" name="Rechteck 745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4" name="Rechteck 745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5" name="Rechteck 745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429" name="Textfeld 742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7427" name="Textfeld 742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1" name="Gruppieren 7040"/>
          <p:cNvGrpSpPr/>
          <p:nvPr/>
        </p:nvGrpSpPr>
        <p:grpSpPr>
          <a:xfrm>
            <a:off x="1613889" y="2872756"/>
            <a:ext cx="327049" cy="1652928"/>
            <a:chOff x="1692193" y="1141150"/>
            <a:chExt cx="327049" cy="1652928"/>
          </a:xfrm>
        </p:grpSpPr>
        <p:grpSp>
          <p:nvGrpSpPr>
            <p:cNvPr id="7396" name="Gruppieren 739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98" name="Gruppieren 739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400" name="Rechteck 739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01" name="Rechteck 740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2" name="Ellipse 740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3" name="Ellipse 740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4" name="Textfeld 740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405" name="Textfeld 740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406" name="Ellipse 740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7" name="Ellipse 740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8" name="Textfeld 740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09" name="Textfeld 740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10" name="Ellipse 740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1" name="Ellipse 741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2" name="Textfeld 741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13" name="Textfeld 741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14" name="Ellipse 741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5" name="Ellipse 741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6" name="Textfeld 741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417" name="Textfeld 741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418" name="Rechteck 741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9" name="Rechteck 741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0" name="Rechteck 741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1" name="Rechteck 742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2" name="Rechteck 742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3" name="Rechteck 742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4" name="Rechteck 742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5" name="Rechteck 742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99" name="Textfeld 739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7397" name="Textfeld 739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3" name="Gruppieren 7042"/>
          <p:cNvGrpSpPr/>
          <p:nvPr/>
        </p:nvGrpSpPr>
        <p:grpSpPr>
          <a:xfrm>
            <a:off x="1939382" y="2872756"/>
            <a:ext cx="327049" cy="1652928"/>
            <a:chOff x="1692193" y="1141150"/>
            <a:chExt cx="327049" cy="1652928"/>
          </a:xfrm>
        </p:grpSpPr>
        <p:grpSp>
          <p:nvGrpSpPr>
            <p:cNvPr id="7336" name="Gruppieren 733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38" name="Gruppieren 733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340" name="Rechteck 733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1" name="Rechteck 734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2" name="Ellipse 734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3" name="Ellipse 734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4" name="Textfeld 734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345" name="Textfeld 734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346" name="Ellipse 734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7" name="Ellipse 734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8" name="Textfeld 734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49" name="Textfeld 734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50" name="Ellipse 734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1" name="Ellipse 735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2" name="Textfeld 7351"/>
                <p:cNvSpPr txBox="1"/>
                <p:nvPr/>
              </p:nvSpPr>
              <p:spPr>
                <a:xfrm>
                  <a:off x="1692643" y="219371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53" name="Textfeld 735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54" name="Ellipse 735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5" name="Ellipse 735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6" name="Textfeld 735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357" name="Textfeld 735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358" name="Rechteck 735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9" name="Rechteck 735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0" name="Rechteck 735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1" name="Rechteck 736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2" name="Rechteck 736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3" name="Rechteck 736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4" name="Rechteck 736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5" name="Rechteck 736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39" name="Textfeld 733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7337" name="Textfeld 733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4" name="Gruppieren 7043"/>
          <p:cNvGrpSpPr/>
          <p:nvPr/>
        </p:nvGrpSpPr>
        <p:grpSpPr>
          <a:xfrm>
            <a:off x="2266307" y="2872756"/>
            <a:ext cx="327049" cy="1652928"/>
            <a:chOff x="1692193" y="1141150"/>
            <a:chExt cx="327049" cy="1652928"/>
          </a:xfrm>
        </p:grpSpPr>
        <p:grpSp>
          <p:nvGrpSpPr>
            <p:cNvPr id="7306" name="Gruppieren 730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08" name="Gruppieren 730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310" name="Rechteck 73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11" name="Rechteck 731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2" name="Ellipse 731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3" name="Ellipse 731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4" name="Textfeld 731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315" name="Textfeld 731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316" name="Ellipse 731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7" name="Ellipse 731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8" name="Textfeld 731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19" name="Textfeld 731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20" name="Ellipse 731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1" name="Ellipse 732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2" name="Textfeld 732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23" name="Textfeld 732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24" name="Ellipse 732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25" name="Ellipse 732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6" name="Textfeld 732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327" name="Textfeld 732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328" name="Rechteck 732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9" name="Rechteck 732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0" name="Rechteck 732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1" name="Rechteck 733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2" name="Rechteck 733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3" name="Rechteck 733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4" name="Rechteck 733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5" name="Rechteck 733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09" name="Textfeld 730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7307" name="Textfeld 730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6" name="Gruppieren 7045"/>
          <p:cNvGrpSpPr/>
          <p:nvPr/>
        </p:nvGrpSpPr>
        <p:grpSpPr>
          <a:xfrm>
            <a:off x="2913173" y="2872756"/>
            <a:ext cx="371759" cy="1652928"/>
            <a:chOff x="1692193" y="1141150"/>
            <a:chExt cx="371759" cy="1652928"/>
          </a:xfrm>
        </p:grpSpPr>
        <p:grpSp>
          <p:nvGrpSpPr>
            <p:cNvPr id="7246" name="Gruppieren 7245"/>
            <p:cNvGrpSpPr/>
            <p:nvPr/>
          </p:nvGrpSpPr>
          <p:grpSpPr>
            <a:xfrm>
              <a:off x="1692193" y="1141150"/>
              <a:ext cx="371759" cy="1536639"/>
              <a:chOff x="1692193" y="1141150"/>
              <a:chExt cx="371759" cy="1536639"/>
            </a:xfrm>
          </p:grpSpPr>
          <p:grpSp>
            <p:nvGrpSpPr>
              <p:cNvPr id="7248" name="Gruppieren 724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250" name="Rechteck 724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51" name="Rechteck 725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2" name="Ellipse 725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3" name="Ellipse 725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4" name="Textfeld 725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255" name="Textfeld 725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256" name="Ellipse 725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7" name="Ellipse 725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8" name="Textfeld 725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259" name="Textfeld 7258"/>
                <p:cNvSpPr txBox="1"/>
                <p:nvPr/>
              </p:nvSpPr>
              <p:spPr>
                <a:xfrm>
                  <a:off x="1812371" y="196951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260" name="Ellipse 725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1" name="Ellipse 726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2" name="Textfeld 726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263" name="Textfeld 726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264" name="Ellipse 726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5" name="Ellipse 726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6" name="Textfeld 726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267" name="Textfeld 726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268" name="Rechteck 726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9" name="Rechteck 726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0" name="Rechteck 726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1" name="Rechteck 727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2" name="Rechteck 727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3" name="Rechteck 727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4" name="Rechteck 727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5" name="Rechteck 727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249" name="Textfeld 7248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9</a:t>
                </a:r>
              </a:p>
            </p:txBody>
          </p:sp>
        </p:grpSp>
        <p:sp>
          <p:nvSpPr>
            <p:cNvPr id="7247" name="Textfeld 724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EL3064</a:t>
              </a:r>
            </a:p>
          </p:txBody>
        </p:sp>
      </p:grpSp>
      <p:grpSp>
        <p:nvGrpSpPr>
          <p:cNvPr id="7047" name="Gruppieren 7046"/>
          <p:cNvGrpSpPr/>
          <p:nvPr/>
        </p:nvGrpSpPr>
        <p:grpSpPr>
          <a:xfrm>
            <a:off x="3237611" y="2881052"/>
            <a:ext cx="358092" cy="1646254"/>
            <a:chOff x="1692193" y="1147824"/>
            <a:chExt cx="358092" cy="1646254"/>
          </a:xfrm>
        </p:grpSpPr>
        <p:grpSp>
          <p:nvGrpSpPr>
            <p:cNvPr id="7216" name="Gruppieren 721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218" name="Gruppieren 721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220" name="Rechteck 721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21" name="Rechteck 722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2" name="Ellipse 722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23" name="Ellipse 722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4" name="Textfeld 722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225" name="Textfeld 722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226" name="Ellipse 722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7" name="Ellipse 722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8" name="Textfeld 722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229" name="Textfeld 722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230" name="Ellipse 722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1" name="Ellipse 723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2" name="Textfeld 723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233" name="Textfeld 723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234" name="Ellipse 723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5" name="Ellipse 723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6" name="Textfeld 723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237" name="Textfeld 723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238" name="Rechteck 723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9" name="Rechteck 723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0" name="Rechteck 723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1" name="Rechteck 724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2" name="Rechteck 724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3" name="Rechteck 724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4" name="Rechteck 724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5" name="Rechteck 724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219" name="Textfeld 721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7217" name="Textfeld 721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EL3054</a:t>
              </a:r>
            </a:p>
          </p:txBody>
        </p:sp>
      </p:grpSp>
      <p:grpSp>
        <p:nvGrpSpPr>
          <p:cNvPr id="7048" name="Gruppieren 7047"/>
          <p:cNvGrpSpPr/>
          <p:nvPr/>
        </p:nvGrpSpPr>
        <p:grpSpPr>
          <a:xfrm>
            <a:off x="3560282" y="2881052"/>
            <a:ext cx="358092" cy="1646254"/>
            <a:chOff x="1692193" y="1147824"/>
            <a:chExt cx="358092" cy="1646254"/>
          </a:xfrm>
        </p:grpSpPr>
        <p:grpSp>
          <p:nvGrpSpPr>
            <p:cNvPr id="7186" name="Gruppieren 718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188" name="Gruppieren 718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190" name="Rechteck 71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91" name="Rechteck 719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2" name="Ellipse 719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93" name="Ellipse 719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4" name="Textfeld 719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95" name="Textfeld 719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196" name="Ellipse 719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7" name="Ellipse 719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8" name="Textfeld 719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199" name="Textfeld 719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200" name="Ellipse 719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1" name="Ellipse 720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2" name="Textfeld 720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5</a:t>
                  </a:r>
                  <a:endParaRPr lang="de-DE" dirty="0"/>
                </a:p>
              </p:txBody>
            </p:sp>
            <p:sp>
              <p:nvSpPr>
                <p:cNvPr id="7203" name="Textfeld 720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6</a:t>
                  </a:r>
                  <a:endParaRPr lang="de-DE" dirty="0"/>
                </a:p>
              </p:txBody>
            </p:sp>
            <p:sp>
              <p:nvSpPr>
                <p:cNvPr id="7204" name="Ellipse 720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5" name="Ellipse 720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6" name="Textfeld 720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7</a:t>
                  </a:r>
                  <a:endParaRPr lang="de-DE" dirty="0"/>
                </a:p>
              </p:txBody>
            </p:sp>
            <p:sp>
              <p:nvSpPr>
                <p:cNvPr id="7207" name="Textfeld 720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8</a:t>
                  </a:r>
                  <a:endParaRPr lang="de-DE" dirty="0"/>
                </a:p>
              </p:txBody>
            </p:sp>
            <p:sp>
              <p:nvSpPr>
                <p:cNvPr id="7208" name="Rechteck 720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9" name="Rechteck 720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0" name="Rechteck 720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1" name="Rechteck 721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2" name="Rechteck 721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3" name="Rechteck 721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4" name="Rechteck 721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5" name="Rechteck 721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89" name="Textfeld 718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7187" name="Textfeld 718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EL3058</a:t>
              </a:r>
            </a:p>
          </p:txBody>
        </p:sp>
      </p:grpSp>
      <p:grpSp>
        <p:nvGrpSpPr>
          <p:cNvPr id="7049" name="Gruppieren 7048"/>
          <p:cNvGrpSpPr/>
          <p:nvPr/>
        </p:nvGrpSpPr>
        <p:grpSpPr>
          <a:xfrm>
            <a:off x="3883319" y="2881052"/>
            <a:ext cx="357561" cy="1646254"/>
            <a:chOff x="1692724" y="1147824"/>
            <a:chExt cx="357561" cy="1646254"/>
          </a:xfrm>
        </p:grpSpPr>
        <p:grpSp>
          <p:nvGrpSpPr>
            <p:cNvPr id="7156" name="Gruppieren 7155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7158" name="Gruppieren 7157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7160" name="Rechteck 715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61" name="Rechteck 716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2" name="Ellipse 716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3" name="Ellipse 716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4" name="Textfeld 716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65" name="Textfeld 716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166" name="Ellipse 716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7" name="Ellipse 716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8" name="Textfeld 7167"/>
                <p:cNvSpPr txBox="1"/>
                <p:nvPr/>
              </p:nvSpPr>
              <p:spPr>
                <a:xfrm>
                  <a:off x="1704893" y="196092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69" name="Textfeld 7168"/>
                <p:cNvSpPr txBox="1"/>
                <p:nvPr/>
              </p:nvSpPr>
              <p:spPr>
                <a:xfrm>
                  <a:off x="1828246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70" name="Ellipse 716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1" name="Ellipse 717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2" name="Textfeld 717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73" name="Textfeld 717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74" name="Ellipse 717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5" name="Ellipse 717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6" name="Textfeld 717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177" name="Textfeld 717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178" name="Rechteck 717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9" name="Rechteck 717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0" name="Rechteck 717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1" name="Rechteck 718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2" name="Rechteck 718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3" name="Rechteck 718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4" name="Rechteck 718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5" name="Rechteck 718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59" name="Textfeld 715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7157" name="Textfeld 715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7050" name="Gruppieren 7049"/>
          <p:cNvGrpSpPr/>
          <p:nvPr/>
        </p:nvGrpSpPr>
        <p:grpSpPr>
          <a:xfrm>
            <a:off x="4205294" y="2881052"/>
            <a:ext cx="358092" cy="1646254"/>
            <a:chOff x="1692193" y="1147824"/>
            <a:chExt cx="358092" cy="1646254"/>
          </a:xfrm>
        </p:grpSpPr>
        <p:grpSp>
          <p:nvGrpSpPr>
            <p:cNvPr id="7126" name="Gruppieren 712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128" name="Gruppieren 712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130" name="Rechteck 712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31" name="Rechteck 713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2" name="Ellipse 713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3" name="Ellipse 713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4" name="Textfeld 713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35" name="Textfeld 713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136" name="Ellipse 713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7" name="Ellipse 713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8" name="Textfeld 713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39" name="Textfeld 713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40" name="Ellipse 713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1" name="Ellipse 714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2" name="Textfeld 714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43" name="Textfeld 714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44" name="Ellipse 714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5" name="Ellipse 714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6" name="Textfeld 714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147" name="Textfeld 714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148" name="Rechteck 714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9" name="Rechteck 714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0" name="Rechteck 714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1" name="Rechteck 715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2" name="Rechteck 715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3" name="Rechteck 715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4" name="Rechteck 715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5" name="Rechteck 715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29" name="Textfeld 712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7127" name="Textfeld 712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7051" name="Gruppieren 7050"/>
          <p:cNvGrpSpPr/>
          <p:nvPr/>
        </p:nvGrpSpPr>
        <p:grpSpPr>
          <a:xfrm>
            <a:off x="4532568" y="2881052"/>
            <a:ext cx="355993" cy="1646254"/>
            <a:chOff x="1694292" y="1147824"/>
            <a:chExt cx="355993" cy="1646254"/>
          </a:xfrm>
        </p:grpSpPr>
        <p:grpSp>
          <p:nvGrpSpPr>
            <p:cNvPr id="7122" name="Gruppieren 7121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124" name="Rechteck 7123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125" name="Textfeld 7124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123" name="Textfeld 712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grpSp>
        <p:nvGrpSpPr>
          <p:cNvPr id="7052" name="Gruppieren 7051"/>
          <p:cNvGrpSpPr/>
          <p:nvPr/>
        </p:nvGrpSpPr>
        <p:grpSpPr>
          <a:xfrm>
            <a:off x="2590519" y="2872756"/>
            <a:ext cx="371759" cy="1652928"/>
            <a:chOff x="1692193" y="1141150"/>
            <a:chExt cx="371759" cy="1652928"/>
          </a:xfrm>
        </p:grpSpPr>
        <p:grpSp>
          <p:nvGrpSpPr>
            <p:cNvPr id="7092" name="Gruppieren 7091"/>
            <p:cNvGrpSpPr/>
            <p:nvPr/>
          </p:nvGrpSpPr>
          <p:grpSpPr>
            <a:xfrm>
              <a:off x="1692193" y="1141150"/>
              <a:ext cx="371759" cy="1536639"/>
              <a:chOff x="1692193" y="1141150"/>
              <a:chExt cx="371759" cy="1536639"/>
            </a:xfrm>
          </p:grpSpPr>
          <p:grpSp>
            <p:nvGrpSpPr>
              <p:cNvPr id="7094" name="Gruppieren 709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096" name="Rechteck 70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97" name="Rechteck 70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8" name="Ellipse 70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9" name="Ellipse 70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0" name="Textfeld 70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01" name="Textfeld 71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102" name="Ellipse 71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3" name="Ellipse 71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4" name="Textfeld 710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105" name="Textfeld 7104"/>
                <p:cNvSpPr txBox="1"/>
                <p:nvPr/>
              </p:nvSpPr>
              <p:spPr>
                <a:xfrm>
                  <a:off x="1812371" y="196951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106" name="Ellipse 710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7" name="Ellipse 710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8" name="Textfeld 710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09" name="Textfeld 7108"/>
                <p:cNvSpPr txBox="1"/>
                <p:nvPr/>
              </p:nvSpPr>
              <p:spPr>
                <a:xfrm>
                  <a:off x="1819252" y="219520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110" name="Ellipse 710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1" name="Ellipse 711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2" name="Textfeld 711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113" name="Textfeld 711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114" name="Rechteck 711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5" name="Rechteck 711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6" name="Rechteck 711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7" name="Rechteck 711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8" name="Rechteck 711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9" name="Rechteck 711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20" name="Rechteck 711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21" name="Rechteck 712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095" name="Textfeld 7094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8</a:t>
                </a:r>
              </a:p>
            </p:txBody>
          </p:sp>
        </p:grpSp>
        <p:sp>
          <p:nvSpPr>
            <p:cNvPr id="7093" name="Textfeld 70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EL3064</a:t>
              </a:r>
            </a:p>
          </p:txBody>
        </p:sp>
      </p:grpSp>
      <p:sp>
        <p:nvSpPr>
          <p:cNvPr id="7053" name="Textfeld 7052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7054" name="Gruppieren 7053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7055" name="Rechteck 7054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56" name="Ellipse 7055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57" name="Ellipse 7056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58" name="Ellipse 7057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59" name="Ellipse 7058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0" name="Textfeld 7059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7061" name="Textfeld 7060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62" name="Ellipse 7061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63" name="Ellipse 7062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4" name="Ellipse 7063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5" name="Ellipse 7064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6" name="Ellipse 7065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67" name="Ellipse 7066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8" name="Ellipse 7067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9" name="Ellipse 7068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0" name="Ellipse 7069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71" name="Ellipse 7070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2" name="Ellipse 7071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3" name="Ellipse 7072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74" name="Gruppieren 7073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7075" name="Rechteck 7074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6" name="Rechteck 7075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7" name="Rechteck 7076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8" name="Rechteck 7077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9" name="Rechteck 7078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0" name="Rechteck 7079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1" name="Rechteck 7080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2" name="Rechteck 7081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3" name="Rechteck 7082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4" name="Rechteck 7083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5" name="Rechteck 7084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6" name="Rechteck 7085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7" name="Rechteck 7086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8" name="Rechteck 7087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9" name="Rechteck 7088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90" name="Rechteck 7089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91" name="Rechteck 7090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4" name="Gruppieren 8863"/>
          <p:cNvGrpSpPr/>
          <p:nvPr/>
        </p:nvGrpSpPr>
        <p:grpSpPr>
          <a:xfrm>
            <a:off x="5640899" y="920650"/>
            <a:ext cx="324950" cy="1652928"/>
            <a:chOff x="1694292" y="1141150"/>
            <a:chExt cx="324950" cy="1652928"/>
          </a:xfrm>
        </p:grpSpPr>
        <p:grpSp>
          <p:nvGrpSpPr>
            <p:cNvPr id="9329" name="Gruppieren 9328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9331" name="Gruppieren 9330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9333" name="Rechteck 933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34" name="Rechteck 933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5" name="Ellipse 933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36" name="Ellipse 933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7" name="Ellipse 933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8" name="Ellipse 933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9" name="Ellipse 933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0" name="Ellipse 933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1" name="Ellipse 934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2" name="Ellipse 934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3" name="Rechteck 9342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4" name="Rechteck 9343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5" name="Rechteck 9344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6" name="Rechteck 9345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7" name="Rechteck 9346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8" name="Rechteck 9347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9" name="Rechteck 9348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50" name="Rechteck 9349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332" name="Textfeld 933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9330" name="Textfeld 932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8865" name="Rechteck 8864"/>
          <p:cNvSpPr/>
          <p:nvPr/>
        </p:nvSpPr>
        <p:spPr>
          <a:xfrm>
            <a:off x="5401515" y="1083351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6" name="Rechteck 8865"/>
          <p:cNvSpPr/>
          <p:nvPr/>
        </p:nvSpPr>
        <p:spPr>
          <a:xfrm>
            <a:off x="5478291" y="1264751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7" name="Rechteck 8866"/>
          <p:cNvSpPr/>
          <p:nvPr/>
        </p:nvSpPr>
        <p:spPr>
          <a:xfrm>
            <a:off x="5434817" y="1307427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8" name="Rechteck 8867"/>
          <p:cNvSpPr/>
          <p:nvPr/>
        </p:nvSpPr>
        <p:spPr>
          <a:xfrm>
            <a:off x="5478961" y="1873242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9" name="Rechteck 8868"/>
          <p:cNvSpPr/>
          <p:nvPr/>
        </p:nvSpPr>
        <p:spPr>
          <a:xfrm>
            <a:off x="5435487" y="1915918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8870" name="Gruppieren 8869"/>
          <p:cNvGrpSpPr/>
          <p:nvPr/>
        </p:nvGrpSpPr>
        <p:grpSpPr>
          <a:xfrm>
            <a:off x="5964389" y="920650"/>
            <a:ext cx="327049" cy="1652928"/>
            <a:chOff x="1692193" y="1141150"/>
            <a:chExt cx="327049" cy="1652928"/>
          </a:xfrm>
        </p:grpSpPr>
        <p:grpSp>
          <p:nvGrpSpPr>
            <p:cNvPr id="9299" name="Gruppieren 929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301" name="Gruppieren 930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303" name="Rechteck 930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04" name="Rechteck 930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05" name="Ellipse 930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06" name="Ellipse 930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07" name="Textfeld 930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308" name="Textfeld 930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309" name="Ellipse 930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0" name="Ellipse 930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1" name="Textfeld 931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312" name="Textfeld 931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313" name="Ellipse 93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4" name="Ellipse 93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5" name="Textfeld 931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316" name="Textfeld 931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317" name="Ellipse 931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8" name="Ellipse 931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9" name="Textfeld 931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320" name="Textfeld 931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321" name="Rechteck 932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2" name="Rechteck 932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3" name="Rechteck 932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4" name="Rechteck 932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5" name="Rechteck 932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6" name="Rechteck 932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7" name="Rechteck 932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8" name="Rechteck 932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302" name="Textfeld 930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9300" name="Textfeld 929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1" name="Gruppieren 8870"/>
          <p:cNvGrpSpPr/>
          <p:nvPr/>
        </p:nvGrpSpPr>
        <p:grpSpPr>
          <a:xfrm>
            <a:off x="6291314" y="920650"/>
            <a:ext cx="327049" cy="1652928"/>
            <a:chOff x="1692193" y="1141150"/>
            <a:chExt cx="327049" cy="1652928"/>
          </a:xfrm>
        </p:grpSpPr>
        <p:grpSp>
          <p:nvGrpSpPr>
            <p:cNvPr id="9269" name="Gruppieren 926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71" name="Gruppieren 927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73" name="Rechteck 927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74" name="Rechteck 927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5" name="Ellipse 927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6" name="Ellipse 927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7" name="Textfeld 927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78" name="Textfeld 927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279" name="Ellipse 927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0" name="Ellipse 927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1" name="Textfeld 928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82" name="Textfeld 928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83" name="Ellipse 928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4" name="Ellipse 928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5" name="Textfeld 928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86" name="Textfeld 928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87" name="Ellipse 928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88" name="Ellipse 928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9" name="Textfeld 928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290" name="Textfeld 928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291" name="Rechteck 929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2" name="Rechteck 929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3" name="Rechteck 929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4" name="Rechteck 929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5" name="Rechteck 929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6" name="Rechteck 929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7" name="Rechteck 929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8" name="Rechteck 929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72" name="Textfeld 927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9270" name="Textfeld 926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2" name="Gruppieren 8871"/>
          <p:cNvGrpSpPr/>
          <p:nvPr/>
        </p:nvGrpSpPr>
        <p:grpSpPr>
          <a:xfrm>
            <a:off x="6615293" y="920650"/>
            <a:ext cx="327049" cy="1652928"/>
            <a:chOff x="1692193" y="1141150"/>
            <a:chExt cx="327049" cy="1652928"/>
          </a:xfrm>
        </p:grpSpPr>
        <p:grpSp>
          <p:nvGrpSpPr>
            <p:cNvPr id="9239" name="Gruppieren 923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41" name="Gruppieren 924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43" name="Rechteck 924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44" name="Rechteck 924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5" name="Ellipse 924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6" name="Ellipse 924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7" name="Textfeld 924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48" name="Textfeld 924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249" name="Ellipse 924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0" name="Ellipse 924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1" name="Textfeld 925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52" name="Textfeld 925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53" name="Ellipse 925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4" name="Ellipse 925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5" name="Textfeld 925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56" name="Textfeld 925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57" name="Ellipse 925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8" name="Ellipse 925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9" name="Textfeld 925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260" name="Textfeld 925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261" name="Rechteck 926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2" name="Rechteck 926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3" name="Rechteck 926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4" name="Rechteck 926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5" name="Rechteck 926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6" name="Rechteck 926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7" name="Rechteck 926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8" name="Rechteck 926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42" name="Textfeld 924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9240" name="Textfeld 923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3" name="Gruppieren 8872"/>
          <p:cNvGrpSpPr/>
          <p:nvPr/>
        </p:nvGrpSpPr>
        <p:grpSpPr>
          <a:xfrm>
            <a:off x="6939272" y="920650"/>
            <a:ext cx="327049" cy="1652928"/>
            <a:chOff x="1692193" y="1141150"/>
            <a:chExt cx="327049" cy="1652928"/>
          </a:xfrm>
        </p:grpSpPr>
        <p:grpSp>
          <p:nvGrpSpPr>
            <p:cNvPr id="9209" name="Gruppieren 920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11" name="Gruppieren 921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13" name="Rechteck 921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14" name="Rechteck 921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5" name="Ellipse 921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6" name="Ellipse 921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7" name="Textfeld 921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18" name="Textfeld 921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219" name="Ellipse 921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0" name="Ellipse 921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1" name="Textfeld 922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22" name="Textfeld 922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23" name="Ellipse 922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4" name="Ellipse 922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5" name="Textfeld 922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26" name="Textfeld 922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27" name="Ellipse 922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8" name="Ellipse 922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9" name="Textfeld 922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230" name="Textfeld 922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231" name="Rechteck 923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2" name="Rechteck 923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3" name="Rechteck 923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4" name="Rechteck 923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5" name="Rechteck 923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6" name="Rechteck 923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7" name="Rechteck 923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8" name="Rechteck 923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12" name="Textfeld 921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5</a:t>
                </a:r>
              </a:p>
            </p:txBody>
          </p:sp>
        </p:grpSp>
        <p:sp>
          <p:nvSpPr>
            <p:cNvPr id="9210" name="Textfeld 920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4" name="Gruppieren 8873"/>
          <p:cNvGrpSpPr/>
          <p:nvPr/>
        </p:nvGrpSpPr>
        <p:grpSpPr>
          <a:xfrm>
            <a:off x="7263265" y="920650"/>
            <a:ext cx="327049" cy="1652928"/>
            <a:chOff x="1692193" y="1141150"/>
            <a:chExt cx="327049" cy="1652928"/>
          </a:xfrm>
        </p:grpSpPr>
        <p:grpSp>
          <p:nvGrpSpPr>
            <p:cNvPr id="9179" name="Gruppieren 917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181" name="Gruppieren 918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83" name="Rechteck 918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84" name="Rechteck 918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5" name="Ellipse 918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6" name="Ellipse 918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7" name="Textfeld 918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88" name="Textfeld 918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189" name="Ellipse 918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0" name="Ellipse 918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1" name="Textfeld 919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92" name="Textfeld 919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93" name="Ellipse 919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4" name="Ellipse 919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5" name="Textfeld 9194"/>
                <p:cNvSpPr txBox="1"/>
                <p:nvPr/>
              </p:nvSpPr>
              <p:spPr>
                <a:xfrm>
                  <a:off x="1692643" y="2196885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96" name="Textfeld 919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97" name="Ellipse 919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8" name="Ellipse 919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9" name="Textfeld 919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200" name="Textfeld 919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201" name="Rechteck 920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2" name="Rechteck 920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3" name="Rechteck 920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4" name="Rechteck 920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5" name="Rechteck 920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6" name="Rechteck 920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7" name="Rechteck 920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8" name="Rechteck 920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82" name="Textfeld 918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9180" name="Textfeld 917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5" name="Gruppieren 8874"/>
          <p:cNvGrpSpPr/>
          <p:nvPr/>
        </p:nvGrpSpPr>
        <p:grpSpPr>
          <a:xfrm>
            <a:off x="7590190" y="920650"/>
            <a:ext cx="327049" cy="1652928"/>
            <a:chOff x="1692193" y="1141150"/>
            <a:chExt cx="327049" cy="1652928"/>
          </a:xfrm>
        </p:grpSpPr>
        <p:grpSp>
          <p:nvGrpSpPr>
            <p:cNvPr id="9149" name="Gruppieren 914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151" name="Gruppieren 915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53" name="Rechteck 915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54" name="Rechteck 915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5" name="Ellipse 915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6" name="Ellipse 915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7" name="Textfeld 915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58" name="Textfeld 915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159" name="Ellipse 915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0" name="Ellipse 915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1" name="Textfeld 916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62" name="Textfeld 916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63" name="Ellipse 916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4" name="Ellipse 916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5" name="Textfeld 916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66" name="Textfeld 916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67" name="Ellipse 916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68" name="Ellipse 916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9" name="Textfeld 916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170" name="Textfeld 916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171" name="Rechteck 917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2" name="Rechteck 917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3" name="Rechteck 917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4" name="Rechteck 917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5" name="Rechteck 917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6" name="Rechteck 917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7" name="Rechteck 917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8" name="Rechteck 917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52" name="Textfeld 915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9150" name="Textfeld 914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6" name="Gruppieren 8875"/>
          <p:cNvGrpSpPr/>
          <p:nvPr/>
        </p:nvGrpSpPr>
        <p:grpSpPr>
          <a:xfrm>
            <a:off x="7912006" y="920251"/>
            <a:ext cx="420326" cy="1652928"/>
            <a:chOff x="1688847" y="1141150"/>
            <a:chExt cx="420326" cy="1652928"/>
          </a:xfrm>
        </p:grpSpPr>
        <p:grpSp>
          <p:nvGrpSpPr>
            <p:cNvPr id="9119" name="Gruppieren 9118"/>
            <p:cNvGrpSpPr/>
            <p:nvPr/>
          </p:nvGrpSpPr>
          <p:grpSpPr>
            <a:xfrm>
              <a:off x="1688847" y="1141150"/>
              <a:ext cx="420326" cy="1536639"/>
              <a:chOff x="1688847" y="1141150"/>
              <a:chExt cx="420326" cy="1536639"/>
            </a:xfrm>
          </p:grpSpPr>
          <p:grpSp>
            <p:nvGrpSpPr>
              <p:cNvPr id="9121" name="Gruppieren 912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23" name="Rechteck 912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24" name="Rechteck 912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5" name="Ellipse 912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6" name="Ellipse 912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7" name="Textfeld 912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28" name="Textfeld 912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129" name="Ellipse 912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0" name="Ellipse 912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1" name="Textfeld 913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132" name="Textfeld 913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133" name="Ellipse 913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4" name="Ellipse 913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5" name="Textfeld 913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136" name="Textfeld 913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137" name="Ellipse 913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8" name="Ellipse 913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9" name="Textfeld 913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140" name="Textfeld 913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141" name="Rechteck 914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2" name="Rechteck 914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3" name="Rechteck 914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4" name="Rechteck 914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5" name="Rechteck 914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6" name="Rechteck 914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7" name="Rechteck 914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8" name="Rechteck 914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22" name="Textfeld 9121"/>
              <p:cNvSpPr txBox="1"/>
              <p:nvPr/>
            </p:nvSpPr>
            <p:spPr>
              <a:xfrm>
                <a:off x="1688847" y="1141150"/>
                <a:ext cx="42032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10</a:t>
                </a:r>
              </a:p>
            </p:txBody>
          </p:sp>
        </p:grpSp>
        <p:sp>
          <p:nvSpPr>
            <p:cNvPr id="9120" name="Textfeld 911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78" name="Gruppieren 8877"/>
          <p:cNvGrpSpPr/>
          <p:nvPr/>
        </p:nvGrpSpPr>
        <p:grpSpPr>
          <a:xfrm>
            <a:off x="8244059" y="926925"/>
            <a:ext cx="358092" cy="1646254"/>
            <a:chOff x="1692193" y="1147824"/>
            <a:chExt cx="358092" cy="1646254"/>
          </a:xfrm>
        </p:grpSpPr>
        <p:grpSp>
          <p:nvGrpSpPr>
            <p:cNvPr id="9067" name="Gruppieren 9066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69" name="Gruppieren 9068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71" name="Rechteck 907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72" name="Rechteck 9071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3" name="Ellipse 9072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74" name="Ellipse 9073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5" name="Textfeld 9074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76" name="Textfeld 9075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077" name="Ellipse 907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8" name="Ellipse 907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9" name="Textfeld 9078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80" name="Textfeld 9079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81" name="Ellipse 908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2" name="Ellipse 908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3" name="Textfeld 9082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84" name="Textfeld 908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85" name="Ellipse 908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6" name="Ellipse 908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7" name="Textfeld 9086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088" name="Textfeld 9087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089" name="Rechteck 908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0" name="Rechteck 908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1" name="Rechteck 909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2" name="Rechteck 909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3" name="Rechteck 909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4" name="Rechteck 909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5" name="Rechteck 909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6" name="Rechteck 909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70" name="Textfeld 9069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9068" name="Textfeld 9067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0" name="Gruppieren 8879"/>
          <p:cNvGrpSpPr/>
          <p:nvPr/>
        </p:nvGrpSpPr>
        <p:grpSpPr>
          <a:xfrm>
            <a:off x="8566730" y="926925"/>
            <a:ext cx="358092" cy="1646254"/>
            <a:chOff x="1692193" y="1147824"/>
            <a:chExt cx="358092" cy="1646254"/>
          </a:xfrm>
        </p:grpSpPr>
        <p:grpSp>
          <p:nvGrpSpPr>
            <p:cNvPr id="9034" name="Gruppieren 903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36" name="Gruppieren 903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38" name="Rechteck 903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39" name="Rechteck 903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0" name="Ellipse 903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1" name="Ellipse 904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2" name="Textfeld 904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43" name="Textfeld 904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044" name="Ellipse 904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5" name="Ellipse 904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6" name="Textfeld 904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47" name="Textfeld 904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48" name="Ellipse 904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9" name="Ellipse 904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0" name="Textfeld 904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51" name="Textfeld 905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52" name="Ellipse 905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3" name="Ellipse 905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4" name="Textfeld 905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055" name="Textfeld 905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056" name="Rechteck 905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7" name="Rechteck 905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8" name="Rechteck 905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9" name="Rechteck 905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0" name="Rechteck 905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1" name="Rechteck 906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2" name="Rechteck 906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3" name="Rechteck 906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37" name="Textfeld 903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9035" name="Textfeld 903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1" name="Gruppieren 8880"/>
          <p:cNvGrpSpPr/>
          <p:nvPr/>
        </p:nvGrpSpPr>
        <p:grpSpPr>
          <a:xfrm>
            <a:off x="8889236" y="926925"/>
            <a:ext cx="358092" cy="1646254"/>
            <a:chOff x="1692193" y="1147824"/>
            <a:chExt cx="358092" cy="1646254"/>
          </a:xfrm>
        </p:grpSpPr>
        <p:grpSp>
          <p:nvGrpSpPr>
            <p:cNvPr id="9004" name="Gruppieren 900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06" name="Gruppieren 900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08" name="Rechteck 90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09" name="Rechteck 900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0" name="Ellipse 900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1" name="Ellipse 901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2" name="Textfeld 901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13" name="Textfeld 901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014" name="Ellipse 901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5" name="Ellipse 901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6" name="Textfeld 901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17" name="Textfeld 901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18" name="Ellipse 901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9" name="Ellipse 901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0" name="Textfeld 901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21" name="Textfeld 902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22" name="Ellipse 902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3" name="Ellipse 902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4" name="Textfeld 902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025" name="Textfeld 902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026" name="Rechteck 902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7" name="Rechteck 902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8" name="Rechteck 902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9" name="Rechteck 902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0" name="Rechteck 902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1" name="Rechteck 903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2" name="Rechteck 903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3" name="Rechteck 903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07" name="Textfeld 900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9005" name="Textfeld 900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2" name="Gruppieren 8881"/>
          <p:cNvGrpSpPr/>
          <p:nvPr/>
        </p:nvGrpSpPr>
        <p:grpSpPr>
          <a:xfrm>
            <a:off x="9211742" y="926925"/>
            <a:ext cx="358092" cy="1646254"/>
            <a:chOff x="1692193" y="1147824"/>
            <a:chExt cx="358092" cy="1646254"/>
          </a:xfrm>
        </p:grpSpPr>
        <p:grpSp>
          <p:nvGrpSpPr>
            <p:cNvPr id="8974" name="Gruppieren 897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8976" name="Gruppieren 897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8978" name="Rechteck 897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79" name="Rechteck 897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0" name="Ellipse 897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1" name="Ellipse 898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2" name="Textfeld 898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83" name="Textfeld 898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984" name="Ellipse 898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5" name="Ellipse 898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6" name="Textfeld 898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87" name="Textfeld 898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88" name="Ellipse 898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9" name="Ellipse 898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0" name="Textfeld 898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91" name="Textfeld 899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92" name="Ellipse 899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3" name="Ellipse 899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4" name="Textfeld 899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8995" name="Textfeld 899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8996" name="Rechteck 899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7" name="Rechteck 899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8" name="Rechteck 899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9" name="Rechteck 899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0" name="Rechteck 899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1" name="Rechteck 900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2" name="Rechteck 900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3" name="Rechteck 900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77" name="Textfeld 897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8975" name="Textfeld 897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83" name="Gruppieren 8882"/>
          <p:cNvGrpSpPr/>
          <p:nvPr/>
        </p:nvGrpSpPr>
        <p:grpSpPr>
          <a:xfrm>
            <a:off x="9529248" y="926925"/>
            <a:ext cx="358092" cy="1646254"/>
            <a:chOff x="1692193" y="1147824"/>
            <a:chExt cx="358092" cy="1646254"/>
          </a:xfrm>
        </p:grpSpPr>
        <p:grpSp>
          <p:nvGrpSpPr>
            <p:cNvPr id="8948" name="Gruppieren 8947"/>
            <p:cNvGrpSpPr/>
            <p:nvPr/>
          </p:nvGrpSpPr>
          <p:grpSpPr>
            <a:xfrm>
              <a:off x="1692193" y="1147824"/>
              <a:ext cx="358092" cy="1481389"/>
              <a:chOff x="1692193" y="1147824"/>
              <a:chExt cx="358092" cy="1481389"/>
            </a:xfrm>
          </p:grpSpPr>
          <p:grpSp>
            <p:nvGrpSpPr>
              <p:cNvPr id="8950" name="Gruppieren 8949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8952" name="Rechteck 89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53" name="Rechteck 8952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4" name="Ellipse 8953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5" name="Ellipse 8954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6" name="Ellipse 895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7" name="Ellipse 895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8" name="Textfeld 895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59" name="Textfeld 895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60" name="Ellipse 895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1" name="Ellipse 896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2" name="Textfeld 8961"/>
                <p:cNvSpPr txBox="1"/>
                <p:nvPr/>
              </p:nvSpPr>
              <p:spPr>
                <a:xfrm>
                  <a:off x="1708599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963" name="Textfeld 896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964" name="Ellipse 896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5" name="Ellipse 896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6" name="Rechteck 896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7" name="Rechteck 896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8" name="Rechteck 896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9" name="Rechteck 896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0" name="Rechteck 896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1" name="Rechteck 897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2" name="Rechteck 897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3" name="Rechteck 897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51" name="Textfeld 895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8949" name="Textfeld 894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EL9100</a:t>
              </a:r>
            </a:p>
          </p:txBody>
        </p:sp>
      </p:grpSp>
      <p:grpSp>
        <p:nvGrpSpPr>
          <p:cNvPr id="8884" name="Gruppieren 8883"/>
          <p:cNvGrpSpPr/>
          <p:nvPr/>
        </p:nvGrpSpPr>
        <p:grpSpPr>
          <a:xfrm>
            <a:off x="9854384" y="926925"/>
            <a:ext cx="357561" cy="1646254"/>
            <a:chOff x="1692724" y="1147824"/>
            <a:chExt cx="357561" cy="1646254"/>
          </a:xfrm>
        </p:grpSpPr>
        <p:grpSp>
          <p:nvGrpSpPr>
            <p:cNvPr id="8920" name="Gruppieren 8919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8922" name="Gruppieren 8921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924" name="Rechteck 89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25" name="Rechteck 8924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6" name="Ellipse 8925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7" name="Ellipse 8926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8" name="Textfeld 8927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29" name="Textfeld 8928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930" name="Ellipse 892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1" name="Ellipse 893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2" name="Ellipse 893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3" name="Ellipse 893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4" name="Textfeld 8933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935" name="Textfeld 8934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936" name="Ellipse 8935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7" name="Ellipse 8936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8" name="Textfeld 8937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939" name="Textfeld 8938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940" name="Rechteck 893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1" name="Rechteck 894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2" name="Rechteck 894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3" name="Rechteck 894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4" name="Rechteck 894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5" name="Rechteck 894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6" name="Rechteck 894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7" name="Rechteck 894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23" name="Textfeld 8922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16</a:t>
                </a:r>
              </a:p>
            </p:txBody>
          </p:sp>
        </p:grpSp>
        <p:sp>
          <p:nvSpPr>
            <p:cNvPr id="8921" name="Textfeld 8920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885" name="Gruppieren 8884"/>
          <p:cNvGrpSpPr/>
          <p:nvPr/>
        </p:nvGrpSpPr>
        <p:grpSpPr>
          <a:xfrm>
            <a:off x="10178824" y="926925"/>
            <a:ext cx="357561" cy="1646254"/>
            <a:chOff x="1692724" y="1147824"/>
            <a:chExt cx="357561" cy="1646254"/>
          </a:xfrm>
        </p:grpSpPr>
        <p:grpSp>
          <p:nvGrpSpPr>
            <p:cNvPr id="8892" name="Gruppieren 8891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8894" name="Gruppieren 8893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896" name="Rechteck 88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7" name="Rechteck 88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8" name="Ellipse 88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9" name="Ellipse 88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0" name="Textfeld 88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01" name="Textfeld 89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902" name="Ellipse 89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3" name="Ellipse 89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4" name="Ellipse 8903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5" name="Ellipse 8904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6" name="Textfeld 8905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907" name="Textfeld 8906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908" name="Ellipse 890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9" name="Ellipse 890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0" name="Textfeld 8909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911" name="Textfeld 8910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912" name="Rechteck 8911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3" name="Rechteck 8912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4" name="Rechteck 8913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5" name="Rechteck 8914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6" name="Rechteck 8915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7" name="Rechteck 8916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8" name="Rechteck 8917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9" name="Rechteck 8918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895" name="Textfeld 8894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17</a:t>
                </a:r>
              </a:p>
            </p:txBody>
          </p:sp>
        </p:grpSp>
        <p:sp>
          <p:nvSpPr>
            <p:cNvPr id="8893" name="Textfeld 88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886" name="Gruppieren 8885"/>
          <p:cNvGrpSpPr/>
          <p:nvPr/>
        </p:nvGrpSpPr>
        <p:grpSpPr>
          <a:xfrm>
            <a:off x="10504650" y="926925"/>
            <a:ext cx="355993" cy="1646254"/>
            <a:chOff x="1694292" y="1147824"/>
            <a:chExt cx="355993" cy="1646254"/>
          </a:xfrm>
        </p:grpSpPr>
        <p:grpSp>
          <p:nvGrpSpPr>
            <p:cNvPr id="8888" name="Gruppieren 8887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8890" name="Rechteck 8889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891" name="Textfeld 889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18</a:t>
                </a:r>
              </a:p>
            </p:txBody>
          </p:sp>
        </p:grpSp>
        <p:sp>
          <p:nvSpPr>
            <p:cNvPr id="8889" name="Textfeld 888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8887" name="Textfeld 8886"/>
          <p:cNvSpPr txBox="1"/>
          <p:nvPr/>
        </p:nvSpPr>
        <p:spPr>
          <a:xfrm>
            <a:off x="5396266" y="2403787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600" dirty="0">
                <a:latin typeface="Arial" panose="020B0604020202020204" pitchFamily="34" charset="0"/>
                <a:cs typeface="Arial" panose="020B0604020202020204" pitchFamily="34" charset="0"/>
              </a:rPr>
              <a:t>BC2&amp;3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150" name="Gruppieren 1149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1151" name="Gruppieren 1150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481" name="Gruppieren 148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83" name="Gruppieren 148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85" name="Rechteck 14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6" name="Rechteck 14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Ellipse 14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Ellipse 14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Rechteck 14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4" name="Textfeld 14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82" name="Textfeld 14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152" name="Rechteck 1151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3" name="Rechteck 1152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4" name="Rechteck 1153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5" name="Rechteck 1154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6" name="Rechteck 1155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157" name="Gruppieren 1156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451" name="Gruppieren 14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53" name="Gruppieren 14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5" name="Rechteck 14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6" name="Rechteck 14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7" name="Ellipse 14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Textfeld 14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60" name="Textfeld 14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Ellipse 14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4" name="Textfeld 14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Ellipse 14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8" name="Textfeld 14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0" name="Ellipse 14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72" name="Textfeld 14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Rechteck 14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8" name="Rechteck 14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9" name="Rechteck 14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4" name="Textfeld 14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52" name="Textfeld 14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58" name="Gruppieren 1157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421" name="Gruppieren 14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23" name="Gruppieren 14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25" name="Rechteck 14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26" name="Rechteck 14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7" name="Ellipse 14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Ellipse 14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Textfeld 14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30" name="Textfeld 14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Ellipse 1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4" name="Textfeld 14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Ellipse 14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8" name="Textfeld 14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Ellipse 14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42" name="Textfeld 14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43" name="Rechteck 14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Rechteck 14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5" name="Rechteck 14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Rechteck 14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Rechteck 14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9" name="Rechteck 14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0" name="Rechteck 14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24" name="Textfeld 14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422" name="Textfeld 14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59" name="Gruppieren 1158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91" name="Gruppieren 13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3" name="Gruppieren 13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5" name="Rechteck 13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96" name="Rechteck 13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7" name="Ellipse 13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8" name="Ellipse 13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9" name="Textfeld 13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00" name="Textfeld 13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Ellipse 14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3" name="Textfeld 14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4" name="Textfeld 14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5" name="Ellipse 14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6" name="Ellipse 14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7" name="Textfeld 140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8" name="Textfeld 14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0" name="Ellipse 14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1" name="Textfeld 14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12" name="Textfeld 14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13" name="Rechteck 14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Rechteck 14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5" name="Rechteck 14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6" name="Rechteck 14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4" name="Textfeld 13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392" name="Textfeld 13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60" name="Gruppieren 1159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61" name="Gruppieren 13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63" name="Gruppieren 13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Ellipse 13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Ellipse 13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Textfeld 13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0" name="Textfeld 13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Ellipse 13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4" name="Textfeld 13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80" name="Ellipse 13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2" name="Textfeld 13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3" name="Rechteck 13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Rechteck 13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5" name="Rechteck 13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6" name="Rechteck 13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4" name="Textfeld 13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62" name="Textfeld 13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1" name="Gruppieren 1160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1331" name="Gruppieren 1330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33" name="Gruppieren 13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5" name="Rechteck 13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6" name="Rechteck 13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7" name="Ellipse 13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8" name="Ellipse 13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9" name="Textfeld 13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0" name="Textfeld 13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Rechteck 13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4" name="Textfeld 1333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32" name="Textfeld 13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2" name="Gruppieren 1161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1301" name="Gruppieren 13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303" name="Gruppieren 13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5" name="Rechteck 13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6" name="Rechteck 13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Ellipse 13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8" name="Ellipse 13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9" name="Textfeld 13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0" name="Textfeld 13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Ellipse 13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4" name="Textfeld 13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Ellipse 13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8" name="Textfeld 13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2" name="Textfeld 13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3" name="Rechteck 13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Rechteck 13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Rechteck 13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4" name="Textfeld 13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02" name="Textfeld 13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3" name="Gruppieren 1162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1271" name="Gruppieren 12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73" name="Gruppieren 12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5" name="Rechteck 12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6" name="Rechteck 12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Ellipse 12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8" name="Ellipse 12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9" name="Textfeld 12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0" name="Textfeld 12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Ellipse 12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4" name="Textfeld 12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Ellipse 12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8" name="Textfeld 12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Ellipse 12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92" name="Textfeld 12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93" name="Rechteck 12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Rechteck 12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5" name="Rechteck 12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6" name="Rechteck 12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4" name="Textfeld 12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72" name="Textfeld 12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64" name="Gruppieren 1163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1241" name="Gruppieren 124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43" name="Gruppieren 12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45" name="Rechteck 12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46" name="Rechteck 12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Ellipse 12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8" name="Ellipse 12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9" name="Textfeld 12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50" name="Textfeld 12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51" name="Ellipse 12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Ellipse 12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Textfeld 12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4" name="Textfeld 12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5" name="Ellipse 12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Ellipse 12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Textfeld 12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58" name="Textfeld 12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59" name="Ellipse 12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Ellipse 12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Textfeld 12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62" name="Textfeld 12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Rechteck 12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5" name="Rechteck 12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6" name="Rechteck 12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7" name="Rechteck 12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Rechteck 12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44" name="Textfeld 12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42" name="Textfeld 12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165" name="Gruppieren 1164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1237" name="Gruppieren 12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39" name="Rechteck 12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0" name="Textfeld 12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38" name="Textfeld 12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166" name="Textfeld 1165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167" name="Gruppieren 1166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1206" name="Gruppieren 120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208" name="Gruppieren 120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210" name="Gruppieren 120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212" name="Rechteck 121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13" name="Rechteck 121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4" name="Ellipse 121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15" name="Ellipse 121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6" name="Textfeld 121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217" name="Ellipse 121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8" name="Ellipse 121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9" name="Textfeld 121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0" name="Textfeld 121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1" name="Ellipse 122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2" name="Ellipse 122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3" name="Textfeld 122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4" name="Textfeld 122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5" name="Ellipse 122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6" name="Ellipse 122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7" name="Textfeld 122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228" name="Textfeld 122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229" name="Rechteck 122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0" name="Rechteck 122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1" name="Rechteck 123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2" name="Rechteck 123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3" name="Rechteck 123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4" name="Rechteck 123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5" name="Rechteck 123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6" name="Rechteck 123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211" name="Textfeld 121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209" name="Textfeld 120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207" name="Textfeld 120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1168" name="Gruppieren 1167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1169" name="Rechteck 116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170" name="Ellipse 116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171" name="Ellipse 117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72" name="Ellipse 117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73" name="Ellipse 117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74" name="Textfeld 117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5" name="Textfeld 117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6" name="Ellipse 117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177" name="Ellipse 117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78" name="Ellipse 117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79" name="Ellipse 117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80" name="Ellipse 117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181" name="Ellipse 118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82" name="Ellipse 118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83" name="Ellipse 118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84" name="Ellipse 118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185" name="Ellipse 118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86" name="Ellipse 118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187" name="Ellipse 118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1188" name="Gruppieren 118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1189" name="Rechteck 118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0" name="Rechteck 118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1" name="Rechteck 119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2" name="Rechteck 119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193" name="Rechteck 119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4" name="Rechteck 119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5" name="Rechteck 119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6" name="Rechteck 119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7" name="Rechteck 119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8" name="Rechteck 119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199" name="Rechteck 119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00" name="Rechteck 119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01" name="Rechteck 120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02" name="Rechteck 120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03" name="Rechteck 120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04" name="Rechteck 120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05" name="Rechteck 120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9203351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3" name="Gruppieren 1182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1184" name="Gruppieren 1183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1514" name="Gruppieren 151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516" name="Gruppieren 151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518" name="Rechteck 151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19" name="Rechteck 151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Ellipse 15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Ellipse 15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Ellipse 15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Ellipse 15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Ellipse 15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Ellipse 15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Rechteck 15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1" name="Rechteck 15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2" name="Rechteck 15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Rechteck 15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17" name="Textfeld 151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515" name="Textfeld 151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185" name="Rechteck 1184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6" name="Rechteck 1185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7" name="Rechteck 1186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8" name="Rechteck 1187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9" name="Rechteck 1188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190" name="Gruppieren 1189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484" name="Gruppieren 1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86" name="Gruppieren 1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88" name="Rechteck 1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9" name="Rechteck 1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Ellipse 1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Textfeld 1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93" name="Textfeld 1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94" name="Ellipse 1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Ellipse 1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Textfeld 1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97" name="Textfeld 1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98" name="Ellipse 1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Ellipse 1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Textfeld 1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1" name="Textfeld 1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2" name="Ellipse 1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3" name="Ellipse 1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4" name="Textfeld 1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05" name="Textfeld 1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06" name="Rechteck 1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Rechteck 1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Rechteck 1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Rechteck 1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Rechteck 1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Rechteck 1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7" name="Textfeld 1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85" name="Textfeld 1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1" name="Gruppieren 1190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454" name="Gruppieren 14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56" name="Gruppieren 14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8" name="Rechteck 14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9" name="Rechteck 14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8" name="Ellipse 14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Textfeld 14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2" name="Ellipse 14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Ellipse 14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Textfeld 14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75" name="Textfeld 14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Rechteck 14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8" name="Rechteck 14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9" name="Rechteck 14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Rechteck 14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Rechteck 14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7" name="Textfeld 14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455" name="Textfeld 14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2" name="Gruppieren 1191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424" name="Gruppieren 142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26" name="Gruppieren 142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28" name="Rechteck 142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29" name="Rechteck 142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0" name="Ellipse 142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Textfeld 143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34" name="Ellipse 143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Textfeld 143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8" name="Ellipse 143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Textfeld 143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2" name="Ellipse 14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Ellipse 14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Textfeld 144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45" name="Textfeld 144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Rechteck 14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Rechteck 14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9" name="Rechteck 14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0" name="Rechteck 14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1" name="Rechteck 14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27" name="Textfeld 142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425" name="Textfeld 142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3" name="Gruppieren 1192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1394" name="Gruppieren 13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6" name="Gruppieren 13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8" name="Rechteck 13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99" name="Rechteck 13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0" name="Ellipse 13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Textfeld 14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03" name="Textfeld 140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04" name="Ellipse 140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5" name="Ellipse 140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6" name="Textfeld 140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07" name="Textfeld 140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08" name="Ellipse 14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0" name="Textfeld 140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11" name="Textfeld 141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12" name="Ellipse 141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13" name="Ellipse 141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Textfeld 141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15" name="Textfeld 141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16" name="Rechteck 141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1" name="Rechteck 142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2" name="Rechteck 142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3" name="Rechteck 142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7" name="Textfeld 13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95" name="Textfeld 13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4" name="Gruppieren 1193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1364" name="Gruppieren 1363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66" name="Gruppieren 13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0" name="Ellipse 13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Textfeld 13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4" name="Ellipse 13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Textfeld 13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8" name="Ellipse 13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0" name="Textfeld 13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82" name="Ellipse 13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3" name="Ellipse 13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Textfeld 13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5" name="Textfeld 13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6" name="Rechteck 13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Rechteck 13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Rechteck 13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3" name="Rechteck 13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7" name="Textfeld 1366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65" name="Textfeld 13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5" name="Gruppieren 1194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1334" name="Gruppieren 1333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336" name="Gruppieren 13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8" name="Rechteck 13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0" name="Ellipse 13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Textfeld 13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4" name="Ellipse 13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Textfeld 13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Ellipse 13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Textfeld 13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Ellipse 13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Textfeld 13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7" name="Textfeld 1336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35" name="Textfeld 13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6" name="Gruppieren 1195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1304" name="Gruppieren 13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306" name="Gruppieren 13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8" name="Rechteck 13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Ellipse 13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Textfeld 13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4" name="Ellipse 13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Textfeld 13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18" name="Ellipse 13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Textfeld 13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2" name="Ellipse 13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Textfeld 13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7" name="Textfeld 13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305" name="Textfeld 13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7" name="Gruppieren 1196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1274" name="Gruppieren 12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76" name="Gruppieren 12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8" name="Rechteck 12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Ellipse 12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Textfeld 12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4" name="Ellipse 12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Textfeld 12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8" name="Ellipse 12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Textfeld 12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2" name="Ellipse 12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Textfeld 12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96" name="Rechteck 12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Rechteck 13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Rechteck 13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Rechteck 13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7" name="Textfeld 12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75" name="Textfeld 12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198" name="Gruppieren 1197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1270" name="Gruppieren 1269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72" name="Rechteck 1271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73" name="Textfeld 1272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71" name="Textfeld 1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199" name="Textfeld 1198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200" name="Gruppieren 1199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1239" name="Gruppieren 1238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241" name="Gruppieren 124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243" name="Gruppieren 124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245" name="Rechteck 124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46" name="Rechteck 124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47" name="Ellipse 124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48" name="Ellipse 124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49" name="Textfeld 124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250" name="Ellipse 124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1" name="Ellipse 125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2" name="Textfeld 125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3" name="Textfeld 125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4" name="Ellipse 125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5" name="Ellipse 125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6" name="Textfeld 125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7" name="Textfeld 125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8" name="Ellipse 125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9" name="Ellipse 125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0" name="Textfeld 125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261" name="Textfeld 126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262" name="Rechteck 126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3" name="Rechteck 126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4" name="Rechteck 126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5" name="Rechteck 126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6" name="Rechteck 126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7" name="Rechteck 126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8" name="Rechteck 126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9" name="Rechteck 126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242" name="Textfeld 124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240" name="Textfeld 1239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1201" name="Gruppieren 1200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1202" name="Rechteck 1201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203" name="Ellipse 1202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204" name="Ellipse 1203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05" name="Ellipse 1204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06" name="Ellipse 1205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07" name="Textfeld 120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8" name="Textfeld 1207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9" name="Ellipse 1208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210" name="Ellipse 1209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1" name="Ellipse 1210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2" name="Ellipse 1211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3" name="Ellipse 1212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214" name="Ellipse 1213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5" name="Ellipse 1214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6" name="Ellipse 1215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7" name="Ellipse 1216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218" name="Ellipse 1217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19" name="Ellipse 1218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220" name="Ellipse 1219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1221" name="Gruppieren 1220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1222" name="Rechteck 1221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3" name="Rechteck 1222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4" name="Rechteck 1223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5" name="Rechteck 1224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26" name="Rechteck 1225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7" name="Rechteck 1226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8" name="Rechteck 1227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9" name="Rechteck 1228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0" name="Rechteck 1229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1" name="Rechteck 1230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2" name="Rechteck 1231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3" name="Rechteck 1232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4" name="Rechteck 1233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5" name="Rechteck 1234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6" name="Rechteck 1235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7" name="Rechteck 1236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8" name="Rechteck 1237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13</a:t>
            </a:r>
            <a:endParaRPr lang="de-DE" dirty="0"/>
          </a:p>
        </p:txBody>
      </p:sp>
      <p:grpSp>
        <p:nvGrpSpPr>
          <p:cNvPr id="3" name="Gruppieren 2"/>
          <p:cNvGrpSpPr/>
          <p:nvPr/>
        </p:nvGrpSpPr>
        <p:grpSpPr>
          <a:xfrm>
            <a:off x="395599" y="2872756"/>
            <a:ext cx="4492962" cy="1654550"/>
            <a:chOff x="395599" y="2872756"/>
            <a:chExt cx="4492962" cy="1654550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1939382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266307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2913173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237611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560282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3883319" y="2881052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205294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532568" y="2881052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590519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" name="Gruppieren 5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1547" name="Textfeld 1546"/>
          <p:cNvSpPr txBox="1"/>
          <p:nvPr/>
        </p:nvSpPr>
        <p:spPr>
          <a:xfrm>
            <a:off x="1087911" y="1533486"/>
            <a:ext cx="146400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50" dirty="0" smtClean="0"/>
              <a:t>2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0235553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14</a:t>
            </a:r>
            <a:endParaRPr lang="de-DE" dirty="0"/>
          </a:p>
        </p:txBody>
      </p: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661" name="Gruppieren 2660"/>
          <p:cNvGrpSpPr/>
          <p:nvPr/>
        </p:nvGrpSpPr>
        <p:grpSpPr>
          <a:xfrm>
            <a:off x="395599" y="2872756"/>
            <a:ext cx="4492962" cy="1654550"/>
            <a:chOff x="395599" y="2872756"/>
            <a:chExt cx="4492962" cy="1654550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3022" name="Gruppieren 30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024" name="Gruppieren 30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8" name="Ellipse 3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Ellipse 30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2" name="Ellipse 30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Rechteck 30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Rechteck 30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Rechteck 30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Rechteck 30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Rechteck 30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5" name="Textfeld 3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023" name="Textfeld 3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92" name="Gruppieren 2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94" name="Gruppieren 2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6" name="Rechteck 2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7" name="Rechteck 2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8" name="Ellipse 2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Textfeld 2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2" name="Ellipse 3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Textfeld 3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0" name="Ellipse 3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11" name="Ellipse 3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Textfeld 3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13" name="Textfeld 3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Rechteck 3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Rechteck 3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0" name="Rechteck 3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5" name="Textfeld 2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993" name="Textfeld 2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62" name="Gruppieren 2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64" name="Gruppieren 2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6" name="Rechteck 2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7" name="Rechteck 2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8" name="Ellipse 2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Textfeld 2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72" name="Ellipse 2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Textfeld 2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0" name="Ellipse 2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Ellipse 2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Textfeld 2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83" name="Textfeld 2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Rechteck 2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Rechteck 2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0" name="Rechteck 2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1" name="Rechteck 2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5" name="Textfeld 2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963" name="Textfeld 2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939382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32" name="Gruppieren 2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34" name="Gruppieren 2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36" name="Rechteck 2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37" name="Rechteck 2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8" name="Ellipse 2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Textfeld 2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41" name="Textfeld 2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42" name="Ellipse 2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3" name="Ellipse 2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4" name="Textfeld 2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5" name="Textfeld 2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6" name="Ellipse 2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7" name="Ellipse 2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8" name="Textfeld 2947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9" name="Textfeld 2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50" name="Ellipse 2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1" name="Ellipse 2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2" name="Textfeld 2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53" name="Textfeld 2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54" name="Rechteck 2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5" name="Rechteck 2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6" name="Rechteck 2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9" name="Rechteck 2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0" name="Rechteck 2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1" name="Rechteck 2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35" name="Textfeld 2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933" name="Textfeld 2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2266307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02" name="Gruppieren 29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04" name="Gruppieren 2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06" name="Rechteck 2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7" name="Rechteck 2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8" name="Ellipse 2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Textfeld 2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11" name="Textfeld 2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12" name="Ellipse 2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3" name="Ellipse 2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Textfeld 2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5" name="Textfeld 2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6" name="Ellipse 2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7" name="Ellipse 2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Textfeld 2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9" name="Textfeld 2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20" name="Ellipse 2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1" name="Ellipse 2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2" name="Textfeld 2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23" name="Textfeld 2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24" name="Rechteck 2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5" name="Rechteck 2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9" name="Rechteck 2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Rechteck 2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Rechteck 2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5" name="Textfeld 29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903" name="Textfeld 2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2913173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2872" name="Gruppieren 2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874" name="Gruppieren 2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6" name="Rechteck 2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7" name="Rechteck 2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8" name="Ellipse 2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Textfeld 2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82" name="Ellipse 2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Textfeld 2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86" name="Ellipse 2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Textfeld 2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0" name="Ellipse 2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1" name="Ellipse 2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Textfeld 2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93" name="Textfeld 2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9" name="Rechteck 2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0" name="Rechteck 2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1" name="Rechteck 2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5" name="Textfeld 2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873" name="Textfeld 2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3237611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842" name="Gruppieren 2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44" name="Gruppieren 2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Ellipse 2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Textfeld 2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51" name="Textfeld 2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Ellipse 2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Textfeld 2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7" name="Ellipse 2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59" name="Textfeld 2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Textfeld 2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3" name="Textfeld 2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5" name="Textfeld 2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843" name="Textfeld 2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2674" name="Gruppieren 2673"/>
            <p:cNvGrpSpPr/>
            <p:nvPr/>
          </p:nvGrpSpPr>
          <p:grpSpPr>
            <a:xfrm>
              <a:off x="3560282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812" name="Gruppieren 2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14" name="Gruppieren 2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Ellipse 2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9" name="Ellipse 2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Textfeld 2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21" name="Textfeld 2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Ellipse 2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25" name="Textfeld 2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Textfeld 2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30" name="Ellipse 2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Textfeld 2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34" name="Rechteck 2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Rechteck 2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Rechteck 2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0" name="Rechteck 2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Rechteck 2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5" name="Textfeld 2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813" name="Textfeld 2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2675" name="Gruppieren 2674"/>
            <p:cNvGrpSpPr/>
            <p:nvPr/>
          </p:nvGrpSpPr>
          <p:grpSpPr>
            <a:xfrm>
              <a:off x="3883319" y="2881052"/>
              <a:ext cx="357561" cy="1646254"/>
              <a:chOff x="1692724" y="1147824"/>
              <a:chExt cx="357561" cy="1646254"/>
            </a:xfrm>
          </p:grpSpPr>
          <p:grpSp>
            <p:nvGrpSpPr>
              <p:cNvPr id="2782" name="Gruppieren 278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784" name="Gruppieren 278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Ellipse 27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Ellipse 27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Textfeld 27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1" name="Textfeld 27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2" name="Ellipse 27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Textfeld 2793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6" name="Ellipse 27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Textfeld 27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9" name="Textfeld 27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00" name="Ellipse 27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Ellipse 28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2" name="Textfeld 28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3" name="Textfeld 28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04" name="Rechteck 28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Rechteck 28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6" name="Rechteck 28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Rechteck 28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Rechteck 28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85" name="Textfeld 278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783" name="Textfeld 27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76" name="Gruppieren 2675"/>
            <p:cNvGrpSpPr/>
            <p:nvPr/>
          </p:nvGrpSpPr>
          <p:grpSpPr>
            <a:xfrm>
              <a:off x="4205294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752" name="Gruppieren 275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754" name="Gruppieren 27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62" name="Ellipse 27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Ellipse 2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Textfeld 27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5" name="Textfeld 27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6" name="Ellipse 27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Ellipse 27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Textfeld 27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9" name="Textfeld 27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70" name="Ellipse 27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1" name="Ellipse 27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Textfeld 27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Rechteck 27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Rechteck 27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Rechteck 27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Rechteck 27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55" name="Textfeld 275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753" name="Textfeld 27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77" name="Gruppieren 2676"/>
            <p:cNvGrpSpPr/>
            <p:nvPr/>
          </p:nvGrpSpPr>
          <p:grpSpPr>
            <a:xfrm>
              <a:off x="4532568" y="2881052"/>
              <a:ext cx="355993" cy="1646254"/>
              <a:chOff x="1694292" y="1147824"/>
              <a:chExt cx="355993" cy="1646254"/>
            </a:xfrm>
          </p:grpSpPr>
          <p:grpSp>
            <p:nvGrpSpPr>
              <p:cNvPr id="2748" name="Gruppieren 274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750" name="Rechteck 274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51" name="Textfeld 27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749" name="Textfeld 27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2678" name="Gruppieren 2677"/>
            <p:cNvGrpSpPr/>
            <p:nvPr/>
          </p:nvGrpSpPr>
          <p:grpSpPr>
            <a:xfrm>
              <a:off x="2590519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2718" name="Gruppieren 2717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720" name="Gruppieren 27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22" name="Rechteck 27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3" name="Rechteck 27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2" name="Ellipse 27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Ellipse 27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Textfeld 27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35" name="Textfeld 2734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Ellipse 27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9" name="Textfeld 27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Rechteck 27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3" name="Rechteck 27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Rechteck 27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Rechteck 27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21" name="Textfeld 2720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19" name="Textfeld 27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2679" name="Textfeld 2678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2680" name="Gruppieren 2679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2681" name="Rechteck 268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2" name="Ellipse 268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3" name="Ellipse 268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4" name="Ellipse 268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5" name="Ellipse 268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6" name="Textfeld 268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2687" name="Textfeld 268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8" name="Ellipse 268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9" name="Ellipse 268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0" name="Ellipse 268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1" name="Ellipse 269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2" name="Ellipse 269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93" name="Ellipse 269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4" name="Ellipse 269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5" name="Ellipse 269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6" name="Ellipse 269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97" name="Ellipse 269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8" name="Ellipse 269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9" name="Ellipse 269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700" name="Gruppieren 269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701" name="Rechteck 270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2" name="Rechteck 270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3" name="Rechteck 270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4" name="Rechteck 270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05" name="Rechteck 270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6" name="Rechteck 270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7" name="Rechteck 270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8" name="Rechteck 270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9" name="Rechteck 270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0" name="Rechteck 270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1" name="Rechteck 271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2" name="Rechteck 271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3" name="Rechteck 271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4" name="Rechteck 271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5" name="Rechteck 271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6" name="Rechteck 271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7" name="Rechteck 271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1661" name="Gruppieren 1660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1662" name="Gruppieren 1661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2100" name="Gruppieren 209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102" name="Gruppieren 210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104" name="Rechteck 21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05" name="Rechteck 21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Ellipse 21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07" name="Ellipse 21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8" name="Ellipse 21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9" name="Ellipse 21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0" name="Ellipse 21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1" name="Ellipse 21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2" name="Ellipse 211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3" name="Ellipse 211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4" name="Rechteck 2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5" name="Rechteck 2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6" name="Rechteck 2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7" name="Rechteck 2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8" name="Rechteck 2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9" name="Rechteck 2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0" name="Rechteck 2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1" name="Rechteck 2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03" name="Textfeld 21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101" name="Textfeld 21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663" name="Rechteck 1662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4" name="Rechteck 1663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5" name="Rechteck 1664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6" name="Rechteck 1665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7" name="Rechteck 1666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668" name="Gruppieren 1667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70" name="Gruppieren 20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72" name="Gruppieren 20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74" name="Rechteck 20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75" name="Rechteck 20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6" name="Ellipse 20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77" name="Ellipse 20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8" name="Textfeld 20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79" name="Textfeld 20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80" name="Ellipse 20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1" name="Ellipse 20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2" name="Textfeld 20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3" name="Textfeld 20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4" name="Ellipse 20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5" name="Ellipse 20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6" name="Textfeld 20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7" name="Textfeld 20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8" name="Ellipse 20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Ellipse 20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0" name="Textfeld 20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91" name="Textfeld 20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92" name="Rechteck 20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Rechteck 20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4" name="Rechteck 20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5" name="Rechteck 20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6" name="Rechteck 20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Rechteck 20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8" name="Rechteck 20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9" name="Rechteck 20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73" name="Textfeld 20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071" name="Textfeld 20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69" name="Gruppieren 1668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40" name="Gruppieren 20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42" name="Gruppieren 20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44" name="Rechteck 20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45" name="Rechteck 20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6" name="Ellipse 20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7" name="Ellipse 20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Textfeld 20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49" name="Textfeld 20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50" name="Ellipse 20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1" name="Ellipse 20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2" name="Textfeld 20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3" name="Textfeld 20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4" name="Ellipse 20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5" name="Ellipse 20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6" name="Textfeld 20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7" name="Textfeld 20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8" name="Ellipse 20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59" name="Ellipse 20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0" name="Textfeld 20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61" name="Textfeld 20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62" name="Rechteck 20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3" name="Rechteck 20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4" name="Rechteck 20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5" name="Rechteck 20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6" name="Rechteck 20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7" name="Rechteck 20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8" name="Rechteck 20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9" name="Rechteck 20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43" name="Textfeld 20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041" name="Textfeld 20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0" name="Gruppieren 1669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10" name="Gruppieren 20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12" name="Gruppieren 20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14" name="Rechteck 20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15" name="Rechteck 20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6" name="Ellipse 20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7" name="Ellipse 20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8" name="Textfeld 20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19" name="Textfeld 20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20" name="Ellipse 20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1" name="Ellipse 20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2" name="Textfeld 20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3" name="Textfeld 20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4" name="Ellipse 20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5" name="Ellipse 20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6" name="Textfeld 20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7" name="Textfeld 20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8" name="Ellipse 20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9" name="Ellipse 20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0" name="Textfeld 20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31" name="Textfeld 20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32" name="Rechteck 20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Rechteck 20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4" name="Rechteck 20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5" name="Rechteck 20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Rechteck 20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Rechteck 20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8" name="Rechteck 20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9" name="Rechteck 20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13" name="Textfeld 20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011" name="Textfeld 20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1" name="Gruppieren 1670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80" name="Gruppieren 19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82" name="Gruppieren 19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84" name="Rechteck 19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85" name="Rechteck 19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6" name="Ellipse 19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7" name="Ellipse 19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8" name="Textfeld 19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89" name="Textfeld 19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90" name="Ellipse 19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1" name="Ellipse 19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2" name="Textfeld 19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3" name="Textfeld 19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4" name="Ellipse 19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5" name="Ellipse 19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6" name="Textfeld 19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7" name="Textfeld 19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8" name="Ellipse 19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9" name="Ellipse 19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0" name="Textfeld 19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01" name="Textfeld 20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02" name="Rechteck 20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3" name="Rechteck 20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4" name="Rechteck 20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5" name="Rechteck 20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6" name="Rechteck 20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7" name="Rechteck 20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8" name="Rechteck 20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9" name="Rechteck 20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83" name="Textfeld 19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981" name="Textfeld 19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2" name="Gruppieren 1671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50" name="Gruppieren 19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52" name="Gruppieren 19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54" name="Rechteck 19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55" name="Rechteck 19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6" name="Ellipse 19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7" name="Ellipse 19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8" name="Textfeld 19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59" name="Textfeld 19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60" name="Ellipse 19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1" name="Ellipse 19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2" name="Textfeld 19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3" name="Textfeld 19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4" name="Ellipse 19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65" name="Ellipse 19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6" name="Textfeld 1965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7" name="Textfeld 19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8" name="Ellipse 19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69" name="Ellipse 19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0" name="Textfeld 19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71" name="Textfeld 19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72" name="Rechteck 19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3" name="Rechteck 19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4" name="Rechteck 19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5" name="Rechteck 19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6" name="Rechteck 19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7" name="Rechteck 19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8" name="Rechteck 19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9" name="Rechteck 19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53" name="Textfeld 19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951" name="Textfeld 19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3" name="Gruppieren 1672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20" name="Gruppieren 19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22" name="Gruppieren 19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24" name="Rechteck 1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25" name="Rechteck 1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6" name="Ellipse 1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7" name="Ellipse 1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8" name="Textfeld 1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29" name="Textfeld 1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30" name="Ellipse 1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1" name="Ellipse 1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2" name="Textfeld 19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3" name="Textfeld 19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4" name="Ellipse 19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5" name="Ellipse 19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6" name="Textfeld 19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7" name="Textfeld 19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8" name="Ellipse 19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39" name="Ellipse 19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0" name="Textfeld 19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41" name="Textfeld 19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42" name="Rechteck 19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3" name="Rechteck 19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4" name="Rechteck 19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5" name="Rechteck 19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6" name="Rechteck 19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7" name="Rechteck 19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8" name="Rechteck 19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9" name="Rechteck 19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23" name="Textfeld 19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921" name="Textfeld 1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4" name="Gruppieren 1673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1890" name="Gruppieren 188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892" name="Gruppieren 18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94" name="Rechteck 18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95" name="Rechteck 18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6" name="Ellipse 18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7" name="Ellipse 18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8" name="Textfeld 18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99" name="Textfeld 18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00" name="Ellipse 18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1" name="Ellipse 19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2" name="Textfeld 19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3" name="Textfeld 19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4" name="Ellipse 1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5" name="Ellipse 1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6" name="Textfeld 1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7" name="Textfeld 1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8" name="Ellipse 1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9" name="Ellipse 1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0" name="Textfeld 1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11" name="Textfeld 1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12" name="Rechteck 1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3" name="Rechteck 1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4" name="Rechteck 1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5" name="Rechteck 1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6" name="Rechteck 1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7" name="Rechteck 1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8" name="Rechteck 1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9" name="Rechteck 1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93" name="Textfeld 189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891" name="Textfeld 18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5" name="Gruppieren 1674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60" name="Gruppieren 18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62" name="Gruppieren 18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64" name="Rechteck 18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5" name="Rechteck 18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6" name="Ellipse 18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7" name="Ellipse 18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8" name="Textfeld 18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69" name="Textfeld 18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70" name="Ellipse 18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1" name="Ellipse 18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2" name="Textfeld 18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3" name="Textfeld 18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4" name="Ellipse 18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5" name="Ellipse 18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6" name="Textfeld 18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7" name="Textfeld 18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8" name="Ellipse 18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9" name="Ellipse 18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0" name="Textfeld 18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81" name="Textfeld 18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82" name="Rechteck 18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3" name="Rechteck 18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4" name="Rechteck 18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5" name="Rechteck 18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6" name="Rechteck 18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7" name="Rechteck 18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8" name="Rechteck 18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9" name="Rechteck 18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63" name="Textfeld 18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861" name="Textfeld 18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6" name="Gruppieren 1675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30" name="Gruppieren 18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32" name="Gruppieren 18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34" name="Rechteck 18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35" name="Rechteck 18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6" name="Ellipse 18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7" name="Ellipse 18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8" name="Textfeld 18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39" name="Textfeld 18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40" name="Ellipse 18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1" name="Ellipse 18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2" name="Textfeld 18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3" name="Textfeld 18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4" name="Ellipse 18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5" name="Ellipse 18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6" name="Textfeld 18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7" name="Textfeld 18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8" name="Ellipse 18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9" name="Ellipse 18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0" name="Textfeld 18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51" name="Textfeld 18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52" name="Rechteck 18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3" name="Rechteck 18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4" name="Rechteck 18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5" name="Rechteck 18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6" name="Rechteck 18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7" name="Rechteck 18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8" name="Rechteck 18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9" name="Rechteck 18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33" name="Textfeld 18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831" name="Textfeld 18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7" name="Gruppieren 1676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00" name="Gruppieren 179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02" name="Gruppieren 18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04" name="Rechteck 18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05" name="Rechteck 18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6" name="Ellipse 18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7" name="Ellipse 18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8" name="Textfeld 18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09" name="Textfeld 18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10" name="Ellipse 18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1" name="Ellipse 18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2" name="Textfeld 18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3" name="Textfeld 18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4" name="Ellipse 18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5" name="Ellipse 18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6" name="Textfeld 18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7" name="Textfeld 18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8" name="Ellipse 18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9" name="Ellipse 18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0" name="Textfeld 18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21" name="Textfeld 18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22" name="Rechteck 18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3" name="Rechteck 18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4" name="Rechteck 18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5" name="Rechteck 18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6" name="Rechteck 18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7" name="Rechteck 18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8" name="Rechteck 18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9" name="Rechteck 18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03" name="Textfeld 180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801" name="Textfeld 18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8" name="Gruppieren 1677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770" name="Gruppieren 17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772" name="Gruppieren 17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74" name="Rechteck 1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75" name="Rechteck 1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6" name="Ellipse 1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7" name="Ellipse 1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8" name="Textfeld 17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79" name="Textfeld 17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80" name="Ellipse 17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1" name="Ellipse 17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2" name="Textfeld 17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3" name="Textfeld 17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4" name="Ellipse 17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5" name="Ellipse 17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6" name="Textfeld 17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7" name="Textfeld 17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8" name="Ellipse 17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9" name="Ellipse 17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0" name="Textfeld 17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91" name="Textfeld 17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92" name="Rechteck 17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3" name="Rechteck 17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4" name="Rechteck 17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5" name="Rechteck 17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6" name="Rechteck 17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7" name="Rechteck 17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8" name="Rechteck 17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9" name="Rechteck 17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73" name="Textfeld 17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771" name="Textfeld 1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9" name="Gruppieren 1678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744" name="Gruppieren 174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746" name="Gruppieren 174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748" name="Rechteck 174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9" name="Rechteck 174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Textfeld 17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5" name="Textfeld 17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6" name="Ellipse 17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Ellipse 17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Textfeld 175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59" name="Textfeld 17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60" name="Ellipse 17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Ellipse 17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2" name="Rechteck 1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3" name="Rechteck 1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4" name="Rechteck 1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5" name="Rechteck 1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6" name="Rechteck 1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7" name="Rechteck 1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8" name="Rechteck 1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9" name="Rechteck 1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7" name="Textfeld 17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745" name="Textfeld 17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680" name="Gruppieren 1679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1716" name="Gruppieren 171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718" name="Gruppieren 171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720" name="Rechteck 17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21" name="Rechteck 17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Ellipse 17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3" name="Ellipse 17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4" name="Textfeld 17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25" name="Textfeld 17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6" name="Ellipse 17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7" name="Ellipse 17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32" name="Ellipse 173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Ellipse 173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Textfeld 173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35" name="Textfeld 173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0" name="Rechteck 17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1" name="Rechteck 17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2" name="Rechteck 17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3" name="Rechteck 17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9" name="Textfeld 17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717" name="Textfeld 17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681" name="Gruppieren 1680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1688" name="Gruppieren 168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690" name="Gruppieren 168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692" name="Rechteck 16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3" name="Rechteck 16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Ellipse 16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Ellipse 17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2" name="Textfeld 17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03" name="Textfeld 17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04" name="Ellipse 17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Ellipse 17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Textfeld 17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07" name="Textfeld 17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0" name="Rechteck 17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1" name="Rechteck 17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2" name="Rechteck 17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3" name="Rechteck 17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91" name="Textfeld 16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689" name="Textfeld 16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682" name="Gruppieren 1681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1684" name="Gruppieren 168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686" name="Rechteck 168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87" name="Textfeld 168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685" name="Textfeld 16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683" name="Textfeld 1682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293" name="Gruppieren 1292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1294" name="Gruppieren 1293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2398" name="Gruppieren 239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00" name="Gruppieren 239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02" name="Rechteck 24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3" name="Rechteck 24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Ellipse 24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5" name="Ellipse 24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Ellipse 2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Ellipse 24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Ellipse 24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Ellipse 24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Rechteck 24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Rechteck 24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Rechteck 24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5" name="Rechteck 24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Rechteck 24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Rechteck 24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8" name="Rechteck 24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9" name="Rechteck 24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01" name="Textfeld 24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99" name="Textfeld 23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295" name="Rechteck 1294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6" name="Rechteck 1295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7" name="Rechteck 1296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8" name="Rechteck 1297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9" name="Rechteck 1298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300" name="Gruppieren 1299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68" name="Gruppieren 23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70" name="Gruppieren 23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2" name="Rechteck 23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3" name="Rechteck 23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Ellipse 23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77" name="Textfeld 23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Ellipse 23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1" name="Textfeld 23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Ellipse 23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5" name="Textfeld 23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87" name="Ellipse 23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89" name="Textfeld 23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0" name="Rechteck 23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Rechteck 23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2" name="Rechteck 23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Rechteck 23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Rechteck 23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1" name="Textfeld 23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369" name="Textfeld 23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1" name="Gruppieren 1300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38" name="Gruppieren 23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40" name="Gruppieren 23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42" name="Rechteck 23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3" name="Rechteck 23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4" name="Ellipse 23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Textfeld 23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2" name="Ellipse 23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Ellipse 23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Textfeld 23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5" name="Textfeld 23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6" name="Ellipse 23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Ellipse 23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Textfeld 23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59" name="Textfeld 23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0" name="Rechteck 23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Rechteck 23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2" name="Rechteck 23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Rechteck 23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41" name="Textfeld 23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9" name="Textfeld 23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2" name="Gruppieren 1301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08" name="Gruppieren 23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10" name="Gruppieren 23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2" name="Rechteck 23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13" name="Rechteck 23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Ellipse 23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5" name="Ellipse 23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6" name="Textfeld 23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17" name="Textfeld 23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Ellipse 23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1" name="Textfeld 23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Ellipse 23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5" name="Textfeld 23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Ellipse 23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29" name="Textfeld 23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30" name="Rechteck 23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Rechteck 23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2" name="Rechteck 23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3" name="Rechteck 23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Rechteck 23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Rechteck 23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1" name="Textfeld 23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09" name="Textfeld 23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3" name="Gruppieren 1302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278" name="Gruppieren 22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80" name="Gruppieren 22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Ellipse 22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5" name="Ellipse 22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6" name="Textfeld 22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87" name="Textfeld 22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88" name="Ellipse 22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9" name="Ellipse 22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0" name="Textfeld 22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1" name="Textfeld 22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Ellipse 22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Textfeld 22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5" name="Textfeld 22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6" name="Ellipse 22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7" name="Ellipse 22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Textfeld 22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99" name="Textfeld 22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00" name="Rechteck 22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1" name="Rechteck 23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2" name="Rechteck 23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Rechteck 23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1" name="Textfeld 22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79" name="Textfeld 22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4" name="Gruppieren 1303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2248" name="Gruppieren 2247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50" name="Gruppieren 22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53" name="Rechteck 22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4" name="Ellipse 22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Ellipse 22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Textfeld 22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57" name="Textfeld 22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58" name="Ellipse 22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Textfeld 22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2" name="Ellipse 22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Textfeld 22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6" name="Ellipse 22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Textfeld 22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9" name="Textfeld 22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70" name="Rechteck 22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1" name="Rechteck 22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2" name="Rechteck 22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3" name="Rechteck 22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4" name="Rechteck 22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Rechteck 22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51" name="Textfeld 2250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49" name="Textfeld 22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5" name="Gruppieren 1304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2218" name="Gruppieren 2217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20" name="Gruppieren 22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22" name="Rechteck 22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23" name="Rechteck 22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4" name="Ellipse 22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5" name="Ellipse 22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6" name="Textfeld 22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27" name="Textfeld 22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28" name="Ellipse 22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9" name="Ellipse 22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0" name="Textfeld 22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1" name="Textfeld 223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2" name="Ellipse 22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Ellipse 22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4" name="Textfeld 22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5" name="Textfeld 22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Ellipse 22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39" name="Textfeld 22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40" name="Rechteck 22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Rechteck 22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2" name="Rechteck 22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3" name="Rechteck 22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4" name="Rechteck 22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5" name="Rechteck 22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Rechteck 22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Rechteck 22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21" name="Textfeld 2220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19" name="Textfeld 22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6" name="Gruppieren 1305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188" name="Gruppieren 218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90" name="Gruppieren 21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92" name="Rechteck 21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93" name="Rechteck 21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2" name="Ellipse 22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3" name="Ellipse 22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4" name="Textfeld 22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5" name="Textfeld 22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6" name="Ellipse 22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7" name="Ellipse 22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8" name="Textfeld 22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9" name="Textfeld 22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10" name="Rechteck 22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1" name="Rechteck 22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2" name="Rechteck 22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3" name="Rechteck 22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4" name="Rechteck 22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Rechteck 22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7" name="Rechteck 22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91" name="Textfeld 21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89" name="Textfeld 21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7" name="Gruppieren 1306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158" name="Gruppieren 215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60" name="Gruppieren 21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62" name="Rechteck 21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63" name="Rechteck 21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72" name="Ellipse 21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Ellipse 21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Textfeld 21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75" name="Textfeld 21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76" name="Ellipse 21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Ellipse 21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Textfeld 21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9" name="Textfeld 21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80" name="Rechteck 21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1" name="Rechteck 21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2" name="Rechteck 21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3" name="Rechteck 21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Rechteck 21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Rechteck 21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61" name="Textfeld 216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59" name="Textfeld 21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308" name="Gruppieren 1307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2154" name="Gruppieren 2153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56" name="Rechteck 2155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57" name="Textfeld 2156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55" name="Textfeld 21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309" name="Textfeld 1308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310" name="Gruppieren 1309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2123" name="Gruppieren 2122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25" name="Gruppieren 2124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27" name="Gruppieren 2126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9" name="Rechteck 212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30" name="Rechteck 212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32" name="Ellipse 213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8" name="Ellipse 213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Ellipse 213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Textfeld 213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41" name="Textfeld 214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42" name="Ellipse 214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Ellipse 214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Textfeld 214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45" name="Textfeld 214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46" name="Rechteck 214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7" name="Rechteck 214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8" name="Rechteck 214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9" name="Rechteck 214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0" name="Rechteck 214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1" name="Rechteck 215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2" name="Rechteck 215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3" name="Rechteck 215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8" name="Textfeld 212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26" name="Textfeld 212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24" name="Textfeld 2123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1311" name="Gruppieren 1310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1312" name="Rechteck 1311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313" name="Ellipse 1312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314" name="Ellipse 1313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15" name="Ellipse 1314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16" name="Ellipse 1315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17" name="Textfeld 131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8" name="Textfeld 1317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9" name="Ellipse 1318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320" name="Ellipse 1319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1" name="Ellipse 1320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2" name="Ellipse 1321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3" name="Ellipse 1322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324" name="Ellipse 1323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5" name="Ellipse 1324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6" name="Ellipse 1325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7" name="Ellipse 1326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328" name="Ellipse 1327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29" name="Ellipse 1328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330" name="Ellipse 1329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1331" name="Gruppieren 1330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1332" name="Rechteck 1331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3" name="Rechteck 1332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4" name="Rechteck 1333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5" name="Rechteck 1334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6" name="Rechteck 1335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7" name="Rechteck 1336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8" name="Rechteck 1337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9" name="Rechteck 1338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0" name="Rechteck 1339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1" name="Rechteck 1340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2" name="Rechteck 1341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3" name="Rechteck 1342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4" name="Rechteck 1343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5" name="Rechteck 1344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6" name="Rechteck 1345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7" name="Rechteck 1346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22" name="Rechteck 212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8694177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15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4" name="Gruppieren 3"/>
          <p:cNvGrpSpPr/>
          <p:nvPr/>
        </p:nvGrpSpPr>
        <p:grpSpPr>
          <a:xfrm>
            <a:off x="10244840" y="2835348"/>
            <a:ext cx="1865598" cy="1654004"/>
            <a:chOff x="10244840" y="2835348"/>
            <a:chExt cx="1865598" cy="1654004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10" name="Gruppieren 7809"/>
            <p:cNvGrpSpPr/>
            <p:nvPr/>
          </p:nvGrpSpPr>
          <p:grpSpPr>
            <a:xfrm>
              <a:off x="11785488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7812" name="Gruppieren 7811"/>
            <p:cNvGrpSpPr/>
            <p:nvPr/>
          </p:nvGrpSpPr>
          <p:grpSpPr>
            <a:xfrm>
              <a:off x="11460934" y="2886615"/>
              <a:ext cx="324950" cy="1602737"/>
              <a:chOff x="2526020" y="269422"/>
              <a:chExt cx="324950" cy="1602737"/>
            </a:xfrm>
          </p:grpSpPr>
          <p:sp>
            <p:nvSpPr>
              <p:cNvPr id="7813" name="Rechteck 781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4" name="Ellipse 781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5" name="Ellipse 781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6" name="Ellipse 781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7" name="Ellipse 781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8" name="Textfeld 781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9" name="Textfeld 781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20" name="Ellipse 781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1" name="Ellipse 782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2" name="Ellipse 782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3" name="Ellipse 782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4" name="Ellipse 782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5" name="Ellipse 782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6" name="Ellipse 782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7" name="Ellipse 782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8" name="Ellipse 782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9" name="Ellipse 782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0" name="Ellipse 782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1" name="Ellipse 783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32" name="Gruppieren 783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833" name="Rechteck 783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4" name="Rechteck 783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5" name="Rechteck 783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6" name="Rechteck 783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37" name="Rechteck 783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8" name="Rechteck 783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9" name="Rechteck 783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0" name="Rechteck 783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1" name="Rechteck 784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2" name="Rechteck 784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3" name="Rechteck 784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4" name="Rechteck 784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5" name="Rechteck 784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6" name="Rechteck 784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7" name="Rechteck 784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8" name="Rechteck 784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9" name="Rechteck 784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5" name="Gruppieren 4"/>
          <p:cNvGrpSpPr/>
          <p:nvPr/>
        </p:nvGrpSpPr>
        <p:grpSpPr>
          <a:xfrm>
            <a:off x="3751538" y="4875367"/>
            <a:ext cx="2241024" cy="1654859"/>
            <a:chOff x="3751538" y="4875367"/>
            <a:chExt cx="2241024" cy="1654859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3995939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3756555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969666" y="4875367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5297122" y="4875367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622902" y="4875367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247" name="Gruppieren 8246"/>
            <p:cNvGrpSpPr/>
            <p:nvPr/>
          </p:nvGrpSpPr>
          <p:grpSpPr>
            <a:xfrm>
              <a:off x="4644982" y="4877298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3751538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6" name="Gruppieren 8445"/>
          <p:cNvGrpSpPr/>
          <p:nvPr/>
        </p:nvGrpSpPr>
        <p:grpSpPr>
          <a:xfrm>
            <a:off x="7002811" y="4869102"/>
            <a:ext cx="324950" cy="1652928"/>
            <a:chOff x="1694292" y="1141150"/>
            <a:chExt cx="324950" cy="1652928"/>
          </a:xfrm>
        </p:grpSpPr>
        <p:grpSp>
          <p:nvGrpSpPr>
            <p:cNvPr id="8635" name="Gruppieren 8634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8637" name="Gruppieren 8636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8639" name="Rechteck 86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640" name="Rechteck 863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1" name="Ellipse 864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642" name="Ellipse 864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3" name="Ellipse 8642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4" name="Ellipse 8643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5" name="Ellipse 8644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6" name="Ellipse 8645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7" name="Ellipse 864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8" name="Ellipse 864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9" name="Rechteck 864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0" name="Rechteck 864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1" name="Rechteck 865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2" name="Rechteck 865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3" name="Rechteck 865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4" name="Rechteck 865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5" name="Rechteck 865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6" name="Rechteck 865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638" name="Textfeld 8637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8636" name="Textfeld 863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8447" name="Rechteck 8446"/>
          <p:cNvSpPr/>
          <p:nvPr/>
        </p:nvSpPr>
        <p:spPr>
          <a:xfrm>
            <a:off x="6763427" y="5031803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48" name="Rechteck 8447"/>
          <p:cNvSpPr/>
          <p:nvPr/>
        </p:nvSpPr>
        <p:spPr>
          <a:xfrm>
            <a:off x="6840203" y="5213203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49" name="Rechteck 8448"/>
          <p:cNvSpPr/>
          <p:nvPr/>
        </p:nvSpPr>
        <p:spPr>
          <a:xfrm>
            <a:off x="6796729" y="5255879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50" name="Rechteck 8449"/>
          <p:cNvSpPr/>
          <p:nvPr/>
        </p:nvSpPr>
        <p:spPr>
          <a:xfrm>
            <a:off x="6840873" y="5821694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51" name="Rechteck 8450"/>
          <p:cNvSpPr/>
          <p:nvPr/>
        </p:nvSpPr>
        <p:spPr>
          <a:xfrm>
            <a:off x="6797399" y="5864370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8452" name="Gruppieren 8451"/>
          <p:cNvGrpSpPr/>
          <p:nvPr/>
        </p:nvGrpSpPr>
        <p:grpSpPr>
          <a:xfrm>
            <a:off x="7317750" y="4869102"/>
            <a:ext cx="327049" cy="1652928"/>
            <a:chOff x="1692193" y="1141150"/>
            <a:chExt cx="327049" cy="1652928"/>
          </a:xfrm>
        </p:grpSpPr>
        <p:grpSp>
          <p:nvGrpSpPr>
            <p:cNvPr id="8605" name="Gruppieren 8604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8607" name="Gruppieren 860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8609" name="Rechteck 860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610" name="Rechteck 860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1" name="Ellipse 861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2" name="Ellipse 861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3" name="Textfeld 861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614" name="Textfeld 861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615" name="Ellipse 861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6" name="Ellipse 861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7" name="Textfeld 861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618" name="Textfeld 861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619" name="Ellipse 861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0" name="Ellipse 861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1" name="Textfeld 862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622" name="Textfeld 862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623" name="Ellipse 862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624" name="Ellipse 862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5" name="Textfeld 862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8626" name="Textfeld 862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8627" name="Rechteck 862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8" name="Rechteck 862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9" name="Rechteck 862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0" name="Rechteck 862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1" name="Rechteck 863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2" name="Rechteck 863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3" name="Rechteck 863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4" name="Rechteck 863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608" name="Textfeld 8607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8606" name="Textfeld 860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455" name="Gruppieren 8454"/>
          <p:cNvGrpSpPr/>
          <p:nvPr/>
        </p:nvGrpSpPr>
        <p:grpSpPr>
          <a:xfrm>
            <a:off x="7966930" y="4869580"/>
            <a:ext cx="327049" cy="1652928"/>
            <a:chOff x="1692193" y="1141150"/>
            <a:chExt cx="327049" cy="1652928"/>
          </a:xfrm>
        </p:grpSpPr>
        <p:grpSp>
          <p:nvGrpSpPr>
            <p:cNvPr id="8523" name="Gruppieren 8522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8525" name="Gruppieren 8524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8527" name="Rechteck 852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28" name="Rechteck 852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29" name="Ellipse 852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30" name="Ellipse 852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31" name="Textfeld 8530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532" name="Textfeld 8531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533" name="Ellipse 8532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34" name="Ellipse 8533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35" name="Textfeld 8534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536" name="Textfeld 8535"/>
                <p:cNvSpPr txBox="1"/>
                <p:nvPr/>
              </p:nvSpPr>
              <p:spPr>
                <a:xfrm>
                  <a:off x="1831603" y="196279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537" name="Ellipse 8536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38" name="Ellipse 8537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39" name="Textfeld 8538"/>
                <p:cNvSpPr txBox="1"/>
                <p:nvPr/>
              </p:nvSpPr>
              <p:spPr>
                <a:xfrm>
                  <a:off x="1702168" y="219371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540" name="Textfeld 8539"/>
                <p:cNvSpPr txBox="1"/>
                <p:nvPr/>
              </p:nvSpPr>
              <p:spPr>
                <a:xfrm>
                  <a:off x="1830521" y="219278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541" name="Ellipse 854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2" name="Ellipse 854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3" name="Textfeld 8542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8544" name="Textfeld 8543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8545" name="Rechteck 8544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6" name="Rechteck 8545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7" name="Rechteck 8546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8" name="Rechteck 8547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9" name="Rechteck 8548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50" name="Rechteck 8549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51" name="Rechteck 8550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52" name="Rechteck 8551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526" name="Textfeld 852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8524" name="Textfeld 852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456" name="Gruppieren 8455"/>
          <p:cNvGrpSpPr/>
          <p:nvPr/>
        </p:nvGrpSpPr>
        <p:grpSpPr>
          <a:xfrm>
            <a:off x="8294386" y="4869580"/>
            <a:ext cx="326518" cy="1652928"/>
            <a:chOff x="1692724" y="1141150"/>
            <a:chExt cx="326518" cy="1652928"/>
          </a:xfrm>
        </p:grpSpPr>
        <p:grpSp>
          <p:nvGrpSpPr>
            <p:cNvPr id="8495" name="Gruppieren 8494"/>
            <p:cNvGrpSpPr/>
            <p:nvPr/>
          </p:nvGrpSpPr>
          <p:grpSpPr>
            <a:xfrm>
              <a:off x="1692724" y="1141150"/>
              <a:ext cx="326518" cy="1536639"/>
              <a:chOff x="1692724" y="1141150"/>
              <a:chExt cx="326518" cy="1536639"/>
            </a:xfrm>
          </p:grpSpPr>
          <p:grpSp>
            <p:nvGrpSpPr>
              <p:cNvPr id="8497" name="Gruppieren 8496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499" name="Rechteck 849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00" name="Rechteck 849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1" name="Ellipse 850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6">
                    <a:lumMod val="75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02" name="Ellipse 850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3" name="Textfeld 850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504" name="Textfeld 850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505" name="Ellipse 850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6" name="Ellipse 850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07" name="Ellipse 8506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8" name="Ellipse 8507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9" name="Textfeld 8508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510" name="Textfeld 8509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511" name="Ellipse 851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12" name="Ellipse 851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3" name="Textfeld 8512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514" name="Textfeld 8513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515" name="Rechteck 8514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6" name="Rechteck 8515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7" name="Rechteck 8516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8" name="Rechteck 8517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9" name="Rechteck 8518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20" name="Rechteck 8519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21" name="Rechteck 8520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22" name="Rechteck 8521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498" name="Textfeld 8497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8496" name="Textfeld 849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457" name="Gruppieren 8456"/>
          <p:cNvGrpSpPr/>
          <p:nvPr/>
        </p:nvGrpSpPr>
        <p:grpSpPr>
          <a:xfrm>
            <a:off x="8620166" y="4869580"/>
            <a:ext cx="369660" cy="1652928"/>
            <a:chOff x="1694292" y="1141150"/>
            <a:chExt cx="369660" cy="1652928"/>
          </a:xfrm>
        </p:grpSpPr>
        <p:grpSp>
          <p:nvGrpSpPr>
            <p:cNvPr id="8491" name="Gruppieren 8490"/>
            <p:cNvGrpSpPr/>
            <p:nvPr/>
          </p:nvGrpSpPr>
          <p:grpSpPr>
            <a:xfrm>
              <a:off x="1701466" y="1141150"/>
              <a:ext cx="362486" cy="1488063"/>
              <a:chOff x="1701466" y="1141150"/>
              <a:chExt cx="362486" cy="1488063"/>
            </a:xfrm>
          </p:grpSpPr>
          <p:sp>
            <p:nvSpPr>
              <p:cNvPr id="8493" name="Rechteck 8492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494" name="Textfeld 8493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8</a:t>
                </a:r>
              </a:p>
            </p:txBody>
          </p:sp>
        </p:grpSp>
        <p:sp>
          <p:nvSpPr>
            <p:cNvPr id="8492" name="Textfeld 8491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grpSp>
        <p:nvGrpSpPr>
          <p:cNvPr id="8459" name="Gruppieren 8458"/>
          <p:cNvGrpSpPr/>
          <p:nvPr/>
        </p:nvGrpSpPr>
        <p:grpSpPr>
          <a:xfrm>
            <a:off x="7642330" y="4869580"/>
            <a:ext cx="327049" cy="1652928"/>
            <a:chOff x="1692193" y="1141150"/>
            <a:chExt cx="327049" cy="1652928"/>
          </a:xfrm>
        </p:grpSpPr>
        <p:grpSp>
          <p:nvGrpSpPr>
            <p:cNvPr id="8465" name="Gruppieren 8464"/>
            <p:cNvGrpSpPr/>
            <p:nvPr/>
          </p:nvGrpSpPr>
          <p:grpSpPr>
            <a:xfrm>
              <a:off x="1692193" y="1141150"/>
              <a:ext cx="327049" cy="1488063"/>
              <a:chOff x="1692193" y="1141150"/>
              <a:chExt cx="327049" cy="1488063"/>
            </a:xfrm>
          </p:grpSpPr>
          <p:grpSp>
            <p:nvGrpSpPr>
              <p:cNvPr id="8467" name="Gruppieren 8466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8469" name="Rechteck 846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70" name="Rechteck 846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1" name="Ellipse 847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2" name="Ellipse 847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3" name="Ellipse 8472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4" name="Ellipse 8473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5" name="Textfeld 8474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476" name="Textfeld 8475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477" name="Ellipse 8476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8" name="Ellipse 8477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9" name="Textfeld 8478"/>
                <p:cNvSpPr txBox="1"/>
                <p:nvPr/>
              </p:nvSpPr>
              <p:spPr>
                <a:xfrm>
                  <a:off x="1708599" y="21834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480" name="Textfeld 8479"/>
                <p:cNvSpPr txBox="1"/>
                <p:nvPr/>
              </p:nvSpPr>
              <p:spPr>
                <a:xfrm>
                  <a:off x="1835127" y="218250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481" name="Ellipse 848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2" name="Ellipse 848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3" name="Rechteck 8482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4" name="Rechteck 8483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5" name="Rechteck 8484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6" name="Rechteck 8485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7" name="Rechteck 8486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8" name="Rechteck 8487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9" name="Rechteck 8488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90" name="Rechteck 8489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468" name="Textfeld 8467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8466" name="Textfeld 846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EL5152</a:t>
              </a:r>
            </a:p>
          </p:txBody>
        </p:sp>
      </p:grpSp>
      <p:sp>
        <p:nvSpPr>
          <p:cNvPr id="8460" name="Textfeld 8459"/>
          <p:cNvSpPr txBox="1"/>
          <p:nvPr/>
        </p:nvSpPr>
        <p:spPr>
          <a:xfrm>
            <a:off x="6758410" y="6353875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 smtClean="0">
                <a:latin typeface="Arial" panose="020B0604020202020204" pitchFamily="34" charset="0"/>
                <a:cs typeface="Arial" panose="020B0604020202020204" pitchFamily="34" charset="0"/>
              </a:rPr>
              <a:t>BC10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461" name="Textfeld 8460"/>
          <p:cNvSpPr txBox="1"/>
          <p:nvPr/>
        </p:nvSpPr>
        <p:spPr>
          <a:xfrm>
            <a:off x="7671820" y="5492200"/>
            <a:ext cx="166687" cy="177312"/>
          </a:xfrm>
          <a:prstGeom prst="rect">
            <a:avLst/>
          </a:prstGeom>
          <a:noFill/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de-DE" sz="900" dirty="0" smtClean="0"/>
              <a:t>A1</a:t>
            </a:r>
            <a:endParaRPr lang="de-DE" sz="1400" dirty="0"/>
          </a:p>
        </p:txBody>
      </p:sp>
      <p:sp>
        <p:nvSpPr>
          <p:cNvPr id="8462" name="Textfeld 8461"/>
          <p:cNvSpPr txBox="1"/>
          <p:nvPr/>
        </p:nvSpPr>
        <p:spPr>
          <a:xfrm>
            <a:off x="7794940" y="5492578"/>
            <a:ext cx="166687" cy="177312"/>
          </a:xfrm>
          <a:prstGeom prst="rect">
            <a:avLst/>
          </a:prstGeom>
          <a:noFill/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de-DE" sz="900" dirty="0"/>
              <a:t>B</a:t>
            </a:r>
            <a:r>
              <a:rPr lang="de-DE" sz="900" dirty="0" smtClean="0"/>
              <a:t>1</a:t>
            </a:r>
            <a:endParaRPr lang="de-DE" sz="1400" dirty="0"/>
          </a:p>
        </p:txBody>
      </p:sp>
      <p:sp>
        <p:nvSpPr>
          <p:cNvPr id="8463" name="Textfeld 8462"/>
          <p:cNvSpPr txBox="1"/>
          <p:nvPr/>
        </p:nvSpPr>
        <p:spPr>
          <a:xfrm>
            <a:off x="7675019" y="6180616"/>
            <a:ext cx="166687" cy="177312"/>
          </a:xfrm>
          <a:prstGeom prst="rect">
            <a:avLst/>
          </a:prstGeom>
          <a:noFill/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de-DE" sz="900" dirty="0" smtClean="0"/>
              <a:t>A2</a:t>
            </a:r>
            <a:endParaRPr lang="de-DE" sz="1400" dirty="0"/>
          </a:p>
        </p:txBody>
      </p:sp>
      <p:sp>
        <p:nvSpPr>
          <p:cNvPr id="8464" name="Textfeld 8463"/>
          <p:cNvSpPr txBox="1"/>
          <p:nvPr/>
        </p:nvSpPr>
        <p:spPr>
          <a:xfrm>
            <a:off x="7798139" y="6180994"/>
            <a:ext cx="166687" cy="177312"/>
          </a:xfrm>
          <a:prstGeom prst="rect">
            <a:avLst/>
          </a:prstGeom>
          <a:noFill/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de-DE" sz="900" dirty="0" smtClean="0"/>
              <a:t>B2</a:t>
            </a:r>
            <a:endParaRPr lang="de-DE" sz="1400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202" name="Gruppieren 2201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2203" name="Gruppieren 2202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2641" name="Gruppieren 26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3" name="Gruppieren 26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5" name="Rechteck 26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6" name="Rechteck 26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Ellipse 26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Ellipse 26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Ellipse 26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0" name="Rechteck 26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1" name="Rechteck 26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2" name="Rechteck 26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4" name="Textfeld 26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42" name="Textfeld 26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204" name="Rechteck 2203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5" name="Rechteck 2204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6" name="Rechteck 2205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7" name="Rechteck 2206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8" name="Rechteck 2207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209" name="Gruppieren 2208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611" name="Gruppieren 26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3" name="Gruppieren 26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5" name="Rechteck 26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6" name="Rechteck 26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7" name="Ellipse 26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Textfeld 26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21" name="Ellipse 26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Textfeld 26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5" name="Ellipse 26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Textfeld 26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9" name="Ellipse 26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0" name="Ellipse 26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Textfeld 26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32" name="Textfeld 26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8" name="Rechteck 26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9" name="Rechteck 26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Rechteck 26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4" name="Textfeld 26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12" name="Textfeld 26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0" name="Gruppieren 2209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81" name="Gruppieren 25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3" name="Gruppieren 25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5" name="Rechteck 25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6" name="Rechteck 25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7" name="Ellipse 25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Textfeld 25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Ellipse 25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Textfeld 25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5" name="Ellipse 25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Textfeld 25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9" name="Ellipse 25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00" name="Ellipse 25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Textfeld 26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02" name="Textfeld 26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8" name="Rechteck 26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9" name="Rechteck 26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0" name="Rechteck 26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4" name="Textfeld 25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582" name="Textfeld 25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1" name="Gruppieren 2210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51" name="Gruppieren 25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53" name="Gruppieren 25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56" name="Rechteck 25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7" name="Ellipse 25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8" name="Ellipse 25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9" name="Textfeld 25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60" name="Textfeld 25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61" name="Ellipse 2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Textfeld 25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4" name="Textfeld 25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Textfeld 25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8" name="Textfeld 25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Ellipse 25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Textfeld 25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72" name="Textfeld 25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8" name="Rechteck 25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9" name="Rechteck 25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0" name="Rechteck 25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4" name="Textfeld 25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52" name="Textfeld 25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2" name="Gruppieren 2211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21" name="Gruppieren 25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3" name="Gruppieren 25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26" name="Rechteck 25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7" name="Ellipse 25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8" name="Ellipse 25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Textfeld 25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0" name="Textfeld 25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1" name="Ellipse 2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Textfeld 25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5" name="Ellipse 25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7" name="Textfeld 25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9" name="Ellipse 25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1" name="Textfeld 25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3" name="Rechteck 25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4" name="Rechteck 25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Rechteck 25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Rechteck 25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Rechteck 25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4" name="Textfeld 25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22" name="Textfeld 25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3" name="Gruppieren 2212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491" name="Gruppieren 24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93" name="Gruppieren 24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95" name="Rechteck 24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6" name="Rechteck 24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Ellipse 24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Ellipse 24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Textfeld 24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0" name="Textfeld 24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1" name="Ellipse 25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2" name="Ellipse 25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Textfeld 25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4" name="Textfeld 25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Ellipse 25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8" name="Textfeld 25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Textfeld 25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13" name="Rechteck 25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4" name="Rechteck 25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5" name="Rechteck 25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Rechteck 25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7" name="Rechteck 25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94" name="Textfeld 24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492" name="Textfeld 2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4" name="Gruppieren 2213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461" name="Gruppieren 24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63" name="Gruppieren 24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65" name="Rechteck 24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6" name="Rechteck 24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7" name="Ellipse 24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Ellipse 24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Textfeld 24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71" name="Ellipse 24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Ellipse 24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Textfeld 24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4" name="Textfeld 24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5" name="Ellipse 24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6" name="Ellipse 24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7" name="Textfeld 24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8" name="Textfeld 24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9" name="Ellipse 24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80" name="Ellipse 24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Textfeld 24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82" name="Textfeld 24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83" name="Rechteck 2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4" name="Rechteck 2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Rechteck 2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Rechteck 2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7" name="Rechteck 2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8" name="Rechteck 2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9" name="Rechteck 2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0" name="Rechteck 2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64" name="Textfeld 24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62" name="Textfeld 24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5" name="Gruppieren 2214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2431" name="Gruppieren 2430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2433" name="Gruppieren 24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35" name="Rechteck 24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6" name="Rechteck 24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Textfeld 24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41" name="Ellipse 24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Ellipse 24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Textfeld 24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4" name="Textfeld 24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5" name="Ellipse 24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Ellipse 24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7" name="Textfeld 24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8" name="Textfeld 24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9" name="Ellipse 24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Ellipse 24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Textfeld 24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52" name="Textfeld 24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53" name="Rechteck 24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4" name="Rechteck 24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Rechteck 24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Rechteck 24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7" name="Rechteck 24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8" name="Rechteck 24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9" name="Rechteck 24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0" name="Rechteck 24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34" name="Textfeld 2433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432" name="Textfeld 24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6" name="Gruppieren 2215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401" name="Gruppieren 240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403" name="Gruppieren 24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05" name="Rechteck 24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6" name="Rechteck 24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Textfeld 24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10" name="Textfeld 24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11" name="Ellipse 24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Ellipse 24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Textfeld 24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4" name="Textfeld 24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5" name="Ellipse 24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Ellipse 24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Textfeld 24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8" name="Textfeld 24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9" name="Ellipse 24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0" name="Ellipse 24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1" name="Textfeld 24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22" name="Textfeld 24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23" name="Rechteck 24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4" name="Rechteck 24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5" name="Rechteck 24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6" name="Rechteck 24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7" name="Rechteck 24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8" name="Rechteck 24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9" name="Rechteck 24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0" name="Rechteck 24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04" name="Textfeld 240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402" name="Textfeld 24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7" name="Gruppieren 2216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71" name="Gruppieren 23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73" name="Gruppieren 23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5" name="Rechteck 23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6" name="Rechteck 23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7" name="Ellipse 23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Textfeld 23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81" name="Ellipse 23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Textfeld 23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5" name="Ellipse 23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Textfeld 23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9" name="Ellipse 23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0" name="Ellipse 23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Textfeld 23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92" name="Textfeld 23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Rechteck 23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Rechteck 23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8" name="Rechteck 23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9" name="Rechteck 23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Rechteck 23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4" name="Textfeld 23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372" name="Textfeld 23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8" name="Gruppieren 2217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41" name="Gruppieren 234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43" name="Gruppieren 23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45" name="Rechteck 2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6" name="Rechteck 2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7" name="Ellipse 2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Textfeld 23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51" name="Ellipse 23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2" name="Ellipse 23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Textfeld 23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4" name="Textfeld 23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5" name="Ellipse 23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6" name="Ellipse 23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Textfeld 23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8" name="Textfeld 23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9" name="Ellipse 23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0" name="Ellipse 23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Textfeld 23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62" name="Textfeld 23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Rechteck 23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Rechteck 23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Rechteck 23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Rechteck 23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44" name="Textfeld 23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342" name="Textfeld 2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9" name="Gruppieren 2218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11" name="Gruppieren 231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13" name="Gruppieren 2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5" name="Rechteck 2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16" name="Rechteck 2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7" name="Ellipse 2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Textfeld 2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21" name="Ellipse 2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Textfeld 2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5" name="Ellipse 2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Textfeld 23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9" name="Ellipse 2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0" name="Ellipse 2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Textfeld 2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32" name="Textfeld 2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33" name="Rechteck 2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Rechteck 2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Rechteck 2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Rechteck 2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9" name="Rechteck 2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0" name="Rechteck 2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4" name="Textfeld 231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312" name="Textfeld 2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20" name="Gruppieren 2219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285" name="Gruppieren 2284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2287" name="Gruppieren 228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289" name="Rechteck 22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0" name="Rechteck 22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1" name="Ellipse 22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Ellipse 2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Ellipse 2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5" name="Textfeld 22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96" name="Textfeld 22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97" name="Ellipse 22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Ellipse 22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9" name="Textfeld 2298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0" name="Textfeld 22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1" name="Ellipse 23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2" name="Ellipse 23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Rechteck 2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Rechteck 2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Rechteck 2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Rechteck 2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8" name="Textfeld 228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286" name="Textfeld 22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221" name="Gruppieren 2220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257" name="Gruppieren 2256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259" name="Gruppieren 225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261" name="Rechteck 22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62" name="Rechteck 22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Ellipse 22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66" name="Textfeld 22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Ellipse 22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Ellipse 22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0" name="Ellipse 22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1" name="Textfeld 22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72" name="Textfeld 22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73" name="Ellipse 22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4" name="Ellipse 22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5" name="Textfeld 22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76" name="Textfeld 22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Rechteck 22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9" name="Rechteck 22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0" name="Rechteck 22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Rechteck 22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Rechteck 22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60" name="Textfeld 225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2258" name="Textfeld 22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222" name="Gruppieren 2221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229" name="Gruppieren 222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231" name="Gruppieren 223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233" name="Rechteck 22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34" name="Rechteck 22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5" name="Ellipse 22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Textfeld 22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39" name="Ellipse 22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0" name="Ellipse 22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Ellipse 22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2" name="Ellipse 22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3" name="Textfeld 22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44" name="Textfeld 22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45" name="Ellipse 22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Ellipse 22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Textfeld 22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48" name="Textfeld 22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49" name="Rechteck 22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0" name="Rechteck 22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Rechteck 22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3" name="Rechteck 22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4" name="Rechteck 22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Rechteck 22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Rechteck 22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32" name="Textfeld 22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2230" name="Textfeld 22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223" name="Gruppieren 2222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2225" name="Gruppieren 2224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227" name="Rechteck 222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228" name="Textfeld 222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2226" name="Textfeld 22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224" name="Textfeld 2223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" name="Gruppieren 5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3450" name="Gruppieren 3449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3640" name="Gruppieren 36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642" name="Gruppieren 36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44" name="Rechteck 36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5" name="Rechteck 36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6" name="Ellipse 36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Ellipse 36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Ellipse 36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1" name="Ellipse 36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Rechteck 36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Rechteck 36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Rechteck 36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Rechteck 36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Rechteck 36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9" name="Rechteck 36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Rechteck 36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Rechteck 36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3" name="Textfeld 36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41" name="Textfeld 36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451" name="Rechteck 3450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2" name="Rechteck 3451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3" name="Rechteck 3452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4" name="Rechteck 3453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5" name="Rechteck 3454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456" name="Gruppieren 3455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3610" name="Gruppieren 36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12" name="Gruppieren 36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14" name="Rechteck 36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5" name="Rechteck 36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6" name="Ellipse 36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7" name="Ellipse 36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Textfeld 36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19" name="Textfeld 36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20" name="Ellipse 36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1" name="Ellipse 36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2" name="Textfeld 36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3" name="Textfeld 36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24" name="Ellipse 36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5" name="Ellipse 36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6" name="Textfeld 36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27" name="Textfeld 36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28" name="Ellipse 36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9" name="Ellipse 36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0" name="Textfeld 36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31" name="Textfeld 36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32" name="Rechteck 36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3" name="Rechteck 36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4" name="Rechteck 36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5" name="Rechteck 36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Rechteck 36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Rechteck 36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13" name="Textfeld 36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611" name="Textfeld 36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459" name="Gruppieren 3458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3528" name="Gruppieren 35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30" name="Gruppieren 35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32" name="Rechteck 35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3" name="Rechteck 35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Ellipse 35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37" name="Textfeld 35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38" name="Ellipse 35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9" name="Ellipse 35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0" name="Textfeld 35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42" name="Ellipse 35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3" name="Ellipse 35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4" name="Textfeld 3543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545" name="Textfeld 3544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546" name="Ellipse 35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7" name="Ellipse 35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8" name="Textfeld 35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549" name="Textfeld 35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550" name="Rechteck 35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1" name="Rechteck 35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2" name="Rechteck 35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Rechteck 35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Rechteck 35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Rechteck 35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31" name="Textfeld 35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529" name="Textfeld 35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460" name="Gruppieren 3459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3500" name="Gruppieren 349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502" name="Gruppieren 350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504" name="Rechteck 3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05" name="Rechteck 3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6" name="Ellipse 3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7" name="Ellipse 3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Textfeld 3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09" name="Textfeld 3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10" name="Ellipse 3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Ellipse 3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Ellipse 35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Ellipse 35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Textfeld 35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515" name="Textfeld 35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516" name="Ellipse 35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17" name="Ellipse 35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8" name="Textfeld 35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519" name="Textfeld 35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Rechteck 35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Rechteck 35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Rechteck 35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Rechteck 35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Rechteck 35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03" name="Textfeld 35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501" name="Textfeld 3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461" name="Gruppieren 3460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3496" name="Gruppieren 3495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3498" name="Rechteck 349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99" name="Textfeld 3498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497" name="Textfeld 34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463" name="Textfeld 3462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3464" name="Gruppieren 3463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3465" name="Gruppieren 3464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69" name="Gruppieren 3468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3471" name="Gruppieren 3470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3473" name="Rechteck 347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74" name="Rechteck 347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5" name="Ellipse 347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6" name="Ellipse 347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7" name="Textfeld 3476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3478" name="Ellipse 347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9" name="Ellipse 347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0" name="Textfeld 347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81" name="Textfeld 348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82" name="Ellipse 348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3" name="Ellipse 348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4" name="Textfeld 348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85" name="Textfeld 348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86" name="Ellipse 348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87" name="Ellipse 348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8" name="Rechteck 34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9" name="Rechteck 34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0" name="Rechteck 34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1" name="Rechteck 34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2" name="Rechteck 34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3" name="Rechteck 34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4" name="Rechteck 34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5" name="Rechteck 34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470" name="Textfeld 346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466" name="Textfeld 3465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3467" name="Textfeld 3466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3468" name="Textfeld 3467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1930" name="Gruppieren 1929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1931" name="Gruppieren 1930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2722" name="Gruppieren 27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24" name="Gruppieren 27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26" name="Rechteck 27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7" name="Rechteck 27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Ellipse 27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1" name="Ellipse 27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2" name="Ellipse 27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Ellipse 27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Ellipse 27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Ellipse 27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Rechteck 27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3" name="Rechteck 27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25" name="Textfeld 27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23" name="Textfeld 27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932" name="Rechteck 1931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3" name="Rechteck 1932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4" name="Rechteck 1933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5" name="Rechteck 1934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6" name="Rechteck 1935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937" name="Gruppieren 1936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692" name="Gruppieren 26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94" name="Gruppieren 26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96" name="Rechteck 26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7" name="Rechteck 26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8" name="Ellipse 26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Ellipse 26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0" name="Textfeld 26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01" name="Textfeld 27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02" name="Ellipse 27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Ellipse 27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Textfeld 27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5" name="Textfeld 27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6" name="Ellipse 27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Ellipse 27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8" name="Textfeld 27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9" name="Textfeld 27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10" name="Ellipse 27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1" name="Ellipse 27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2" name="Textfeld 27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13" name="Textfeld 27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14" name="Rechteck 27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5" name="Rechteck 27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Rechteck 27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Rechteck 27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Rechteck 27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Rechteck 27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1" name="Rechteck 27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95" name="Textfeld 26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693" name="Textfeld 26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38" name="Gruppieren 1937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201" name="Gruppieren 220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64" name="Gruppieren 26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66" name="Rechteck 2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67" name="Rechteck 2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8" name="Ellipse 2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9" name="Ellipse 2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0" name="Textfeld 26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71" name="Textfeld 26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72" name="Ellipse 26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3" name="Ellipse 26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4" name="Textfeld 26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5" name="Textfeld 26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6" name="Ellipse 26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7" name="Ellipse 26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8" name="Textfeld 26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9" name="Textfeld 26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0" name="Ellipse 26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1" name="Ellipse 26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2" name="Textfeld 26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83" name="Textfeld 26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84" name="Rechteck 26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5" name="Rechteck 26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Rechteck 26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Rechteck 26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8" name="Rechteck 26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Rechteck 26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Rechteck 26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Rechteck 26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65" name="Textfeld 26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663" name="Textfeld 2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39" name="Gruppieren 1938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171" name="Gruppieren 217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73" name="Gruppieren 2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Ellipse 2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Ellipse 2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Textfeld 2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0" name="Textfeld 2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81" name="Ellipse 2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2" name="Ellipse 2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3" name="Textfeld 2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4" name="Textfeld 2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5" name="Ellipse 2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Textfeld 2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9" name="Ellipse 2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Textfeld 2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93" name="Rechteck 2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4" name="Rechteck 2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Rechteck 2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Rechteck 2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7" name="Rechteck 2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8" name="Rechteck 2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Rechteck 2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Rechteck 2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74" name="Textfeld 217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172" name="Textfeld 2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40" name="Gruppieren 1939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141" name="Gruppieren 214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43" name="Gruppieren 21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45" name="Rechteck 21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46" name="Rechteck 21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7" name="Ellipse 21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8" name="Ellipse 21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9" name="Textfeld 21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0" name="Textfeld 21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51" name="Ellipse 21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2" name="Ellipse 21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3" name="Textfeld 21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4" name="Textfeld 21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5" name="Ellipse 21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Textfeld 21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9" name="Ellipse 21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Textfeld 21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63" name="Rechteck 21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4" name="Rechteck 21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Rechteck 21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Rechteck 21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7" name="Rechteck 21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8" name="Rechteck 21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Rechteck 21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Rechteck 21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44" name="Textfeld 21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42" name="Textfeld 21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1" name="Gruppieren 1940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2111" name="Gruppieren 2110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113" name="Gruppieren 21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15" name="Rechteck 21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16" name="Rechteck 21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7" name="Ellipse 21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8" name="Ellipse 21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9" name="Textfeld 21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21" name="Ellipse 21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2" name="Ellipse 21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3" name="Textfeld 21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4" name="Textfeld 21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5" name="Ellipse 21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6" name="Ellipse 21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7" name="Textfeld 21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8" name="Textfeld 21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9" name="Ellipse 21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0" name="Ellipse 21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1" name="Textfeld 21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32" name="Textfeld 21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33" name="Rechteck 21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4" name="Rechteck 21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5" name="Rechteck 21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6" name="Rechteck 21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7" name="Rechteck 21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8" name="Rechteck 21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9" name="Rechteck 21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0" name="Rechteck 21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14" name="Textfeld 2113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12" name="Textfeld 21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2" name="Gruppieren 1941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2081" name="Gruppieren 208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083" name="Gruppieren 20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85" name="Rechteck 20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86" name="Rechteck 20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7" name="Ellipse 20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8" name="Ellipse 20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Textfeld 20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90" name="Textfeld 20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91" name="Ellipse 20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2" name="Ellipse 20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Textfeld 20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4" name="Textfeld 20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5" name="Ellipse 20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6" name="Ellipse 20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Textfeld 20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8" name="Textfeld 20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9" name="Ellipse 20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0" name="Ellipse 20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1" name="Textfeld 21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02" name="Textfeld 21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03" name="Rechteck 21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4" name="Rechteck 21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5" name="Rechteck 21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Rechteck 21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7" name="Rechteck 21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8" name="Rechteck 21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9" name="Rechteck 21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0" name="Rechteck 21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84" name="Textfeld 208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082" name="Textfeld 20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3" name="Gruppieren 1942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051" name="Gruppieren 205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053" name="Gruppieren 20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55" name="Rechteck 20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56" name="Rechteck 20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7" name="Ellipse 20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8" name="Ellipse 20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9" name="Textfeld 20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60" name="Textfeld 20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61" name="Ellipse 20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2" name="Ellipse 20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3" name="Textfeld 20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4" name="Textfeld 20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5" name="Ellipse 20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6" name="Ellipse 20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7" name="Textfeld 20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8" name="Textfeld 20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9" name="Ellipse 20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0" name="Ellipse 20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1" name="Textfeld 20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72" name="Textfeld 20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73" name="Rechteck 20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4" name="Rechteck 20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5" name="Rechteck 20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6" name="Rechteck 20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7" name="Rechteck 20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8" name="Rechteck 20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9" name="Rechteck 20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0" name="Rechteck 20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54" name="Textfeld 205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052" name="Textfeld 20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44" name="Gruppieren 1943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021" name="Gruppieren 202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023" name="Gruppieren 20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25" name="Rechteck 20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26" name="Rechteck 20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7" name="Ellipse 20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8" name="Ellipse 20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9" name="Textfeld 20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30" name="Textfeld 20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31" name="Ellipse 20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2" name="Ellipse 20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Textfeld 20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34" name="Textfeld 20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35" name="Ellipse 20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Ellipse 20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Textfeld 20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8" name="Textfeld 20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9" name="Ellipse 20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0" name="Ellipse 20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1" name="Textfeld 20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042" name="Textfeld 20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043" name="Rechteck 20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4" name="Rechteck 20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5" name="Rechteck 20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6" name="Rechteck 20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7" name="Rechteck 20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Rechteck 20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9" name="Rechteck 20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0" name="Rechteck 20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24" name="Textfeld 202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022" name="Textfeld 20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945" name="Gruppieren 1944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2017" name="Gruppieren 201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019" name="Rechteck 201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020" name="Textfeld 201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018" name="Textfeld 20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946" name="Textfeld 1945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947" name="Gruppieren 1946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1986" name="Gruppieren 198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988" name="Gruppieren 198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990" name="Gruppieren 198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992" name="Rechteck 199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93" name="Rechteck 199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4" name="Ellipse 199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95" name="Ellipse 199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6" name="Textfeld 199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997" name="Ellipse 199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8" name="Ellipse 199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9" name="Textfeld 199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0" name="Textfeld 199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1" name="Ellipse 200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2" name="Ellipse 200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3" name="Textfeld 200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4" name="Textfeld 200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5" name="Ellipse 200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6" name="Ellipse 200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7" name="Textfeld 200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008" name="Textfeld 200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009" name="Rechteck 200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0" name="Rechteck 200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1" name="Rechteck 201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2" name="Rechteck 201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3" name="Rechteck 201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4" name="Rechteck 201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5" name="Rechteck 201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6" name="Rechteck 201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991" name="Textfeld 199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989" name="Textfeld 198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987" name="Textfeld 198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1948" name="Gruppieren 1947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1949" name="Rechteck 194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950" name="Ellipse 194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951" name="Ellipse 195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52" name="Ellipse 195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53" name="Ellipse 195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54" name="Textfeld 195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5" name="Textfeld 195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6" name="Ellipse 195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957" name="Ellipse 195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58" name="Ellipse 195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59" name="Ellipse 195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60" name="Ellipse 195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961" name="Ellipse 196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62" name="Ellipse 196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63" name="Ellipse 196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64" name="Ellipse 196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965" name="Ellipse 196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66" name="Ellipse 196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1967" name="Ellipse 196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1968" name="Gruppieren 196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1969" name="Rechteck 196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0" name="Rechteck 196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1" name="Rechteck 197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2" name="Rechteck 197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973" name="Rechteck 197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4" name="Rechteck 197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5" name="Rechteck 197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6" name="Rechteck 197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7" name="Rechteck 197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8" name="Rechteck 197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79" name="Rechteck 197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80" name="Rechteck 197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81" name="Rechteck 198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82" name="Rechteck 198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83" name="Rechteck 198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84" name="Rechteck 198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985" name="Rechteck 198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18393345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16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3" name="Gruppieren 2"/>
          <p:cNvGrpSpPr/>
          <p:nvPr/>
        </p:nvGrpSpPr>
        <p:grpSpPr>
          <a:xfrm>
            <a:off x="10244840" y="2835616"/>
            <a:ext cx="1866389" cy="1654004"/>
            <a:chOff x="10244840" y="2835616"/>
            <a:chExt cx="1866389" cy="1654004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11134856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10" name="Gruppieren 7809"/>
            <p:cNvGrpSpPr/>
            <p:nvPr/>
          </p:nvGrpSpPr>
          <p:grpSpPr>
            <a:xfrm>
              <a:off x="11786279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7812" name="Gruppieren 7811"/>
            <p:cNvGrpSpPr/>
            <p:nvPr/>
          </p:nvGrpSpPr>
          <p:grpSpPr>
            <a:xfrm>
              <a:off x="11461725" y="2886883"/>
              <a:ext cx="324950" cy="1602737"/>
              <a:chOff x="2526020" y="269422"/>
              <a:chExt cx="324950" cy="1602737"/>
            </a:xfrm>
          </p:grpSpPr>
          <p:sp>
            <p:nvSpPr>
              <p:cNvPr id="7813" name="Rechteck 781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4" name="Ellipse 781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5" name="Ellipse 781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6" name="Ellipse 781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7" name="Ellipse 781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8" name="Textfeld 781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9" name="Textfeld 781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20" name="Ellipse 781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1" name="Ellipse 782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2" name="Ellipse 782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3" name="Ellipse 782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4" name="Ellipse 782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5" name="Ellipse 782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6" name="Ellipse 782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7" name="Ellipse 782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8" name="Ellipse 782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9" name="Ellipse 782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0" name="Ellipse 782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1" name="Ellipse 783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32" name="Gruppieren 783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833" name="Rechteck 783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4" name="Rechteck 783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5" name="Rechteck 783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6" name="Rechteck 783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37" name="Rechteck 783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8" name="Rechteck 783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9" name="Rechteck 783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0" name="Rechteck 783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1" name="Rechteck 784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2" name="Rechteck 784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3" name="Rechteck 784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4" name="Rechteck 784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5" name="Rechteck 784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6" name="Rechteck 784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7" name="Rechteck 784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8" name="Rechteck 784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9" name="Rechteck 784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5" name="Gruppieren 4"/>
          <p:cNvGrpSpPr/>
          <p:nvPr/>
        </p:nvGrpSpPr>
        <p:grpSpPr>
          <a:xfrm>
            <a:off x="3761062" y="4876820"/>
            <a:ext cx="2230445" cy="1654493"/>
            <a:chOff x="3761062" y="4876820"/>
            <a:chExt cx="2230445" cy="1654493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4005463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3766079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968611" y="4878385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5296067" y="4878385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621847" y="4878385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247" name="Gruppieren 8246"/>
            <p:cNvGrpSpPr/>
            <p:nvPr/>
          </p:nvGrpSpPr>
          <p:grpSpPr>
            <a:xfrm>
              <a:off x="4644982" y="4878092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3761062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6" name="Gruppieren 5"/>
          <p:cNvGrpSpPr/>
          <p:nvPr/>
        </p:nvGrpSpPr>
        <p:grpSpPr>
          <a:xfrm>
            <a:off x="6758410" y="4867199"/>
            <a:ext cx="2232646" cy="1654831"/>
            <a:chOff x="6758410" y="4867199"/>
            <a:chExt cx="2232646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7968160" y="486788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8295616" y="486788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8621396" y="486788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459" name="Gruppieren 8458"/>
            <p:cNvGrpSpPr/>
            <p:nvPr/>
          </p:nvGrpSpPr>
          <p:grpSpPr>
            <a:xfrm>
              <a:off x="7642330" y="4867199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7" name="Gruppieren 6"/>
          <p:cNvGrpSpPr/>
          <p:nvPr/>
        </p:nvGrpSpPr>
        <p:grpSpPr>
          <a:xfrm>
            <a:off x="391231" y="4873212"/>
            <a:ext cx="1866985" cy="1656756"/>
            <a:chOff x="391231" y="4873212"/>
            <a:chExt cx="1866985" cy="1656756"/>
          </a:xfrm>
        </p:grpSpPr>
        <p:grpSp>
          <p:nvGrpSpPr>
            <p:cNvPr id="2203" name="Gruppieren 2202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2425" name="Gruppieren 242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27" name="Gruppieren 242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29" name="Rechteck 24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0" name="Rechteck 24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1" name="Ellipse 24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2" name="Ellipse 24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3" name="Ellipse 24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4" name="Ellipse 24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Ellipse 24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6" name="Ellipse 24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Rechteck 24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0" name="Rechteck 24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1" name="Rechteck 24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Rechteck 24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Rechteck 24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4" name="Rechteck 24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5" name="Rechteck 24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Rechteck 24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28" name="Textfeld 242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426" name="Textfeld 24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204" name="Rechteck 2203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5" name="Rechteck 2204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6" name="Rechteck 2205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7" name="Rechteck 2206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8" name="Rechteck 2207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209" name="Gruppieren 2208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2395" name="Gruppieren 23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97" name="Gruppieren 23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99" name="Rechteck 23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0" name="Rechteck 23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Ellipse 24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2" name="Ellipse 24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3" name="Textfeld 24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04" name="Textfeld 24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05" name="Ellipse 24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Ellipse 24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Textfeld 24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08" name="Textfeld 24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09" name="Ellipse 240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Ellipse 240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Textfeld 241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412" name="Textfeld 241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413" name="Ellipse 241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Ellipse 241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5" name="Textfeld 241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416" name="Textfeld 241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417" name="Rechteck 24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8" name="Rechteck 24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9" name="Rechteck 24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0" name="Rechteck 24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1" name="Rechteck 24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2" name="Rechteck 24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3" name="Rechteck 24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4" name="Rechteck 24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98" name="Textfeld 23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396" name="Textfeld 2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211" name="Gruppieren 2210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2335" name="Gruppieren 23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37" name="Gruppieren 23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39" name="Rechteck 23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0" name="Rechteck 23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1" name="Ellipse 23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2" name="Ellipse 23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3" name="Textfeld 23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44" name="Textfeld 23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Ellipse 23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48" name="Textfeld 23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Ellipse 23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352" name="Textfeld 23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353" name="Ellipse 2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Ellipse 2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5" name="Textfeld 23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356" name="Textfeld 23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357" name="Rechteck 23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Rechteck 23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9" name="Rechteck 23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0" name="Rechteck 23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Rechteck 23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2" name="Rechteck 23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38" name="Textfeld 23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6" name="Textfeld 23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214" name="Gruppieren 2213"/>
            <p:cNvGrpSpPr/>
            <p:nvPr/>
          </p:nvGrpSpPr>
          <p:grpSpPr>
            <a:xfrm>
              <a:off x="1607540" y="4875740"/>
              <a:ext cx="327049" cy="1652928"/>
              <a:chOff x="1692193" y="1141150"/>
              <a:chExt cx="327049" cy="1652928"/>
            </a:xfrm>
          </p:grpSpPr>
          <p:grpSp>
            <p:nvGrpSpPr>
              <p:cNvPr id="2253" name="Gruppieren 225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55" name="Gruppieren 225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57" name="Rechteck 2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58" name="Rechteck 2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Ellipse 2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62" name="Textfeld 22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Ellipse 22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6" name="Textfeld 22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Ellipse 22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Textfeld 22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270" name="Textfeld 22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271" name="Ellipse 22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72" name="Ellipse 22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3" name="Textfeld 22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274" name="Textfeld 22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Rechteck 22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Rechteck 22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9" name="Rechteck 22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0" name="Rechteck 22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Rechteck 22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56" name="Textfeld 2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254" name="Textfeld 2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217" name="Gruppieren 2216"/>
            <p:cNvGrpSpPr/>
            <p:nvPr/>
          </p:nvGrpSpPr>
          <p:grpSpPr>
            <a:xfrm>
              <a:off x="1933266" y="4877040"/>
              <a:ext cx="324950" cy="1652928"/>
              <a:chOff x="1694292" y="1141150"/>
              <a:chExt cx="324950" cy="1652928"/>
            </a:xfrm>
          </p:grpSpPr>
          <p:grpSp>
            <p:nvGrpSpPr>
              <p:cNvPr id="2219" name="Gruppieren 221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221" name="Rechteck 222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222" name="Textfeld 22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20" name="Textfeld 22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218" name="Textfeld 2217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2760" name="Gruppieren 2759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2761" name="Gruppieren 2760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3359" name="Gruppieren 335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61" name="Gruppieren 336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4" name="Rechteck 33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5" name="Ellipse 33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6" name="Ellipse 33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Ellipse 33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Ellipse 33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Ellipse 33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Rechteck 33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Rechteck 33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Rechteck 33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Rechteck 33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0" name="Rechteck 33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2" name="Textfeld 336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60" name="Textfeld 33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62" name="Rechteck 2761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3" name="Rechteck 2762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4" name="Rechteck 2763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5" name="Rechteck 2764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6" name="Rechteck 2765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67" name="Gruppieren 2766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329" name="Gruppieren 33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1" name="Gruppieren 33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4" name="Rechteck 3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6" name="Ellipse 3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Textfeld 33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38" name="Textfeld 33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39" name="Ellipse 33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Ellipse 33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Textfeld 33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2" name="Textfeld 33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3" name="Ellipse 33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Ellipse 33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5" name="Textfeld 33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6" name="Textfeld 33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7" name="Ellipse 33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8" name="Ellipse 33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9" name="Textfeld 33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0" name="Textfeld 33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1" name="Rechteck 33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2" name="Rechteck 33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Rechteck 33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2" name="Textfeld 3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30" name="Textfeld 3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68" name="Gruppieren 2767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299" name="Gruppieren 3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1" name="Gruppieren 3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4" name="Rechteck 3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Ellipse 3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Ellipse 3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Textfeld 3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08" name="Textfeld 3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09" name="Ellipse 3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0" name="Ellipse 3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1" name="Textfeld 3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2" name="Textfeld 3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3" name="Ellipse 3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4" name="Ellipse 3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5" name="Textfeld 3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6" name="Textfeld 3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7" name="Ellipse 3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8" name="Ellipse 3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9" name="Textfeld 3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0" name="Textfeld 3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1" name="Rechteck 3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2" name="Rechteck 3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Rechteck 3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2" name="Textfeld 3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00" name="Textfeld 3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69" name="Gruppieren 2768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109" name="Gruppieren 31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11" name="Gruppieren 31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Ellipse 3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Ellipse 3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Textfeld 3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8" name="Textfeld 3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9" name="Ellipse 3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0" name="Ellipse 3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Textfeld 3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2" name="Textfeld 3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3" name="Ellipse 3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Ellipse 3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Textfeld 3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6" name="Textfeld 3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Textfeld 3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90" name="Textfeld 3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91" name="Rechteck 3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Rechteck 3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12" name="Textfeld 31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10" name="Textfeld 31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0" name="Gruppieren 2769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79" name="Gruppieren 30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81" name="Gruppieren 30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Ellipse 30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Textfeld 30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88" name="Textfeld 30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89" name="Ellipse 30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Ellipse 30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1" name="Textfeld 30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2" name="Textfeld 30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3" name="Ellipse 30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Ellipse 30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Textfeld 30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6" name="Textfeld 30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7" name="Ellipse 30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8" name="Ellipse 30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Textfeld 30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00" name="Textfeld 30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01" name="Rechteck 31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2" name="Rechteck 31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Rechteck 31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Rechteck 31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Rechteck 31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6" name="Rechteck 31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7" name="Rechteck 31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8" name="Rechteck 31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82" name="Textfeld 30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080" name="Textfeld 30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1" name="Gruppieren 2770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49" name="Gruppieren 30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51" name="Gruppieren 30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Ellipse 30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Ellipse 30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Textfeld 30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58" name="Textfeld 30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59" name="Ellipse 30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0" name="Ellipse 30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1" name="Textfeld 30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2" name="Textfeld 30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3" name="Ellipse 30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4" name="Ellipse 30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5" name="Textfeld 306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6" name="Textfeld 30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7" name="Ellipse 30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8" name="Ellipse 30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9" name="Textfeld 30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70" name="Textfeld 30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71" name="Rechteck 30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2" name="Rechteck 30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3" name="Rechteck 30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Rechteck 30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Rechteck 30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6" name="Rechteck 30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7" name="Rechteck 30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Rechteck 30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52" name="Textfeld 30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050" name="Textfeld 30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2" name="Gruppieren 2771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19" name="Gruppieren 30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21" name="Gruppieren 30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Textfeld 30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6" name="Textfeld 30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7" name="Ellipse 30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8" name="Ellipse 30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Textfeld 30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40" name="Textfeld 30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Rechteck 30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Rechteck 30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Rechteck 30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2" name="Textfeld 30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020" name="Textfeld 30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3" name="Gruppieren 2772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2989" name="Gruppieren 298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2991" name="Gruppieren 29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4" name="Rechteck 29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Ellipse 29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8" name="Textfeld 29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Ellipse 29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Ellipse 30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6" name="Textfeld 30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Ellipse 30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10" name="Textfeld 30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11" name="Rechteck 30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Rechteck 30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3" name="Rechteck 30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Rechteck 30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2" name="Textfeld 299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990" name="Textfeld 29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4" name="Gruppieren 2773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959" name="Gruppieren 295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61" name="Gruppieren 29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3" name="Rechteck 29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4" name="Rechteck 29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6" name="Ellipse 29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Ellipse 29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Ellipse 29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6" name="Textfeld 29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Ellipse 29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80" name="Textfeld 29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81" name="Rechteck 29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Rechteck 29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3" name="Rechteck 29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Rechteck 29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2" name="Textfeld 296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960" name="Textfeld 29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5" name="Gruppieren 2774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929" name="Gruppieren 292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31" name="Gruppieren 29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33" name="Rechteck 29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34" name="Rechteck 29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Ellipse 29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38" name="Textfeld 29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Ellipse 29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Textfeld 29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2" name="Textfeld 29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3" name="Ellipse 29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4" name="Ellipse 29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5" name="Textfeld 29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6" name="Textfeld 29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7" name="Ellipse 29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8" name="Ellipse 29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9" name="Textfeld 29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50" name="Textfeld 29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51" name="Rechteck 29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2" name="Rechteck 29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3" name="Rechteck 29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4" name="Rechteck 29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5" name="Rechteck 29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6" name="Rechteck 29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32" name="Textfeld 29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930" name="Textfeld 29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6" name="Gruppieren 2775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99" name="Gruppieren 28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01" name="Gruppieren 29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03" name="Rechteck 29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4" name="Rechteck 29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5" name="Ellipse 29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6" name="Ellipse 29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7" name="Textfeld 29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08" name="Textfeld 29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Ellipse 29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1" name="Textfeld 29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2" name="Textfeld 29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3" name="Ellipse 29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Ellipse 29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5" name="Textfeld 29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6" name="Textfeld 29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7" name="Ellipse 29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Ellipse 29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9" name="Textfeld 29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20" name="Textfeld 29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21" name="Rechteck 29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2" name="Rechteck 29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3" name="Rechteck 29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4" name="Rechteck 29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5" name="Rechteck 29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2" name="Textfeld 29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900" name="Textfeld 28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7" name="Gruppieren 2776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69" name="Gruppieren 28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71" name="Gruppieren 28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4" name="Rechteck 28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5" name="Ellipse 28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6" name="Ellipse 28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7" name="Textfeld 28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78" name="Textfeld 28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Ellipse 28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2" name="Textfeld 28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Ellipse 28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6" name="Textfeld 28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Ellipse 28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90" name="Textfeld 28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1" name="Rechteck 28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Rechteck 28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3" name="Rechteck 28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2" name="Textfeld 28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870" name="Textfeld 28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8" name="Gruppieren 2777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43" name="Gruppieren 2842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2845" name="Gruppieren 284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Ellipse 28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Ellipse 28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Textfeld 28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Ellipse 28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7" name="Textfeld 2856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Rechteck 28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Rechteck 28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Rechteck 28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6" name="Textfeld 284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844" name="Textfeld 28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779" name="Gruppieren 2778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815" name="Gruppieren 2814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817" name="Gruppieren 281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Ellipse 28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Textfeld 28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25" name="Ellipse 28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Rechteck 28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Rechteck 28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0" name="Rechteck 28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Rechteck 28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Rechteck 28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8" name="Textfeld 281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2816" name="Textfeld 28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780" name="Gruppieren 2779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787" name="Gruppieren 2786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789" name="Gruppieren 278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2" name="Rechteck 27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Ellipse 27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6" name="Textfeld 279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Ellipse 27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02" name="Textfeld 28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Ellipse 28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06" name="Textfeld 28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Rechteck 28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Rechteck 28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0" name="Textfeld 278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2788" name="Textfeld 27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781" name="Gruppieren 2780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2783" name="Gruppieren 2782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785" name="Rechteck 278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86" name="Textfeld 27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2784" name="Textfeld 27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782" name="Textfeld 2781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594" name="Gruppieren 3593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3595" name="Gruppieren 3594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3730" name="Gruppieren 372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732" name="Gruppieren 373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734" name="Rechteck 37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5" name="Rechteck 37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6" name="Ellipse 37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7" name="Ellipse 37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8" name="Ellipse 37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9" name="Ellipse 37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0" name="Ellipse 37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1" name="Ellipse 37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2" name="Ellipse 37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3" name="Ellipse 37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4" name="Rechteck 37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5" name="Rechteck 37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6" name="Rechteck 37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7" name="Rechteck 37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8" name="Rechteck 37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9" name="Rechteck 37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0" name="Rechteck 37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1" name="Rechteck 37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33" name="Textfeld 37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731" name="Textfeld 37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596" name="Rechteck 3595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7" name="Rechteck 3596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8" name="Rechteck 3597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9" name="Rechteck 3598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600" name="Rechteck 3599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601" name="Gruppieren 3600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3700" name="Gruppieren 36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702" name="Gruppieren 37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704" name="Rechteck 37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5" name="Rechteck 37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6" name="Ellipse 37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7" name="Ellipse 37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8" name="Textfeld 37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709" name="Textfeld 37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710" name="Ellipse 37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1" name="Ellipse 37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2" name="Textfeld 37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13" name="Textfeld 37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14" name="Ellipse 37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5" name="Ellipse 37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6" name="Textfeld 37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717" name="Textfeld 37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718" name="Ellipse 37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9" name="Ellipse 37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0" name="Textfeld 37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721" name="Textfeld 37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722" name="Rechteck 37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3" name="Rechteck 37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4" name="Rechteck 37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5" name="Rechteck 37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6" name="Rechteck 37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7" name="Rechteck 37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8" name="Rechteck 37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9" name="Rechteck 37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03" name="Textfeld 37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701" name="Textfeld 37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602" name="Gruppieren 3601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3670" name="Gruppieren 36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72" name="Gruppieren 36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74" name="Rechteck 36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75" name="Rechteck 36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6" name="Ellipse 36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7" name="Ellipse 36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Textfeld 36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79" name="Textfeld 36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80" name="Ellipse 36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1" name="Ellipse 36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2" name="Textfeld 36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83" name="Textfeld 36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84" name="Ellipse 36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5" name="Ellipse 36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6" name="Textfeld 368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87" name="Textfeld 368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88" name="Ellipse 36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9" name="Ellipse 36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0" name="Textfeld 36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91" name="Textfeld 36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92" name="Rechteck 36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3" name="Rechteck 36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4" name="Rechteck 36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5" name="Rechteck 36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6" name="Rechteck 36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7" name="Rechteck 36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8" name="Rechteck 36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9" name="Rechteck 36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73" name="Textfeld 36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671" name="Textfeld 36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603" name="Gruppieren 3602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3642" name="Gruppieren 364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644" name="Gruppieren 364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646" name="Rechteck 36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Rechteck 36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Textfeld 36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51" name="Textfeld 36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Ellipse 36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Ellipse 36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Textfeld 36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7" name="Textfeld 36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8" name="Ellipse 36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59" name="Ellipse 36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Textfeld 36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1" name="Textfeld 36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2" name="Rechteck 36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3" name="Rechteck 36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4" name="Rechteck 36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5" name="Rechteck 36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Rechteck 36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9" name="Rechteck 36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5" name="Textfeld 36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643" name="Textfeld 36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604" name="Gruppieren 3603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3638" name="Gruppieren 363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3640" name="Rechteck 363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641" name="Textfeld 364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639" name="Textfeld 3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605" name="Textfeld 3604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3606" name="Gruppieren 3605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3607" name="Gruppieren 360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611" name="Gruppieren 361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3613" name="Gruppieren 361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3615" name="Rechteck 361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616" name="Rechteck 361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7" name="Ellipse 361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8" name="Ellipse 361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9" name="Textfeld 361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3620" name="Ellipse 361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1" name="Ellipse 362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2" name="Textfeld 362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623" name="Textfeld 362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624" name="Ellipse 362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5" name="Ellipse 362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6" name="Textfeld 362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627" name="Textfeld 362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628" name="Ellipse 362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629" name="Ellipse 362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0" name="Rechteck 362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1" name="Rechteck 363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2" name="Rechteck 363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3" name="Rechteck 363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4" name="Rechteck 363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5" name="Rechteck 363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6" name="Rechteck 363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7" name="Rechteck 363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614" name="Textfeld 361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612" name="Textfeld 361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608" name="Textfeld 360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3609" name="Textfeld 360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3610" name="Textfeld 360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059" name="Gruppieren 2058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2060" name="Gruppieren 2059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3183" name="Gruppieren 318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185" name="Gruppieren 318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187" name="Rechteck 31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88" name="Rechteck 31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Ellipse 31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2" name="Ellipse 31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3" name="Ellipse 3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Ellipse 3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Ellipse 31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Ellipse 31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1" name="Rechteck 32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2" name="Rechteck 32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3" name="Rechteck 32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4" name="Rechteck 32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6" name="Textfeld 31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184" name="Textfeld 31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061" name="Rechteck 2060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2" name="Rechteck 2061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3" name="Rechteck 2062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4" name="Rechteck 2063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5" name="Rechteck 2064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66" name="Gruppieren 2065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3153" name="Gruppieren 315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55" name="Gruppieren 315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57" name="Rechteck 31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58" name="Rechteck 31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9" name="Ellipse 31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0" name="Ellipse 31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1" name="Textfeld 31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62" name="Textfeld 31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63" name="Ellipse 31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4" name="Ellipse 31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5" name="Textfeld 31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66" name="Textfeld 31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67" name="Ellipse 31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8" name="Ellipse 31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9" name="Textfeld 31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70" name="Textfeld 31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71" name="Ellipse 31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2" name="Ellipse 31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3" name="Textfeld 31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74" name="Textfeld 31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Rechteck 31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Rechteck 31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Rechteck 31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0" name="Rechteck 31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1" name="Rechteck 31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Rechteck 31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56" name="Textfeld 31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54" name="Textfeld 31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7" name="Gruppieren 2066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3123" name="Gruppieren 31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25" name="Gruppieren 31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27" name="Rechteck 31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28" name="Rechteck 31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9" name="Ellipse 31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0" name="Ellipse 31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1" name="Textfeld 31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32" name="Textfeld 31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33" name="Ellipse 31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4" name="Ellipse 31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5" name="Textfeld 31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36" name="Textfeld 31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37" name="Ellipse 31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8" name="Ellipse 31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9" name="Textfeld 31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40" name="Textfeld 31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41" name="Ellipse 31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2" name="Ellipse 31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3" name="Textfeld 31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44" name="Textfeld 31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45" name="Rechteck 31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6" name="Rechteck 31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7" name="Rechteck 31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8" name="Rechteck 31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9" name="Rechteck 31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0" name="Rechteck 31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1" name="Rechteck 31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2" name="Rechteck 31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26" name="Textfeld 31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24" name="Textfeld 31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8" name="Gruppieren 2067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75" name="Gruppieren 23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77" name="Gruppieren 23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9" name="Rechteck 23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80" name="Rechteck 23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1" name="Ellipse 23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Textfeld 23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85" name="Ellipse 23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Textfeld 23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9" name="Ellipse 23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0" name="Ellipse 23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Textfeld 23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92" name="Textfeld 23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93" name="Ellipse 23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Ellipse 23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3" name="Textfeld 31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14" name="Textfeld 31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15" name="Rechteck 31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6" name="Rechteck 31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7" name="Rechteck 31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8" name="Rechteck 31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9" name="Rechteck 31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0" name="Rechteck 31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1" name="Rechteck 31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2" name="Rechteck 31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8" name="Textfeld 23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76" name="Textfeld 23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9" name="Gruppieren 2068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15" name="Gruppieren 23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17" name="Gruppieren 23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9" name="Rechteck 23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20" name="Rechteck 2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1" name="Ellipse 2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Textfeld 23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25" name="Ellipse 2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Textfeld 2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29" name="Ellipse 2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0" name="Ellipse 2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Textfeld 23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32" name="Textfeld 23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33" name="Ellipse 2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4" name="Ellipse 2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Textfeld 236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66" name="Textfeld 236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Rechteck 23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Rechteck 23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Rechteck 23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Rechteck 23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2" name="Rechteck 23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3" name="Rechteck 23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Rechteck 23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8" name="Textfeld 2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316" name="Textfeld 23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0" name="Gruppieren 2069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2285" name="Gruppieren 228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87" name="Gruppieren 22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89" name="Rechteck 22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0" name="Rechteck 22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1" name="Ellipse 22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Textfeld 22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94" name="Textfeld 22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95" name="Ellipse 22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6" name="Ellipse 22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7" name="Textfeld 22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8" name="Textfeld 22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9" name="Ellipse 22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0" name="Ellipse 22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1" name="Textfeld 23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2" name="Textfeld 23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3" name="Ellipse 23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Ellipse 23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Textfeld 23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06" name="Textfeld 23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Rechteck 23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Rechteck 23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Rechteck 23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1" name="Rechteck 23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2" name="Rechteck 23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3" name="Rechteck 23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Rechteck 23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8" name="Textfeld 228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86" name="Textfeld 22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1" name="Gruppieren 2070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2225" name="Gruppieren 222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27" name="Gruppieren 22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29" name="Rechteck 22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30" name="Rechteck 22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1" name="Ellipse 22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2" name="Ellipse 22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Textfeld 22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34" name="Textfeld 22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35" name="Ellipse 22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Textfeld 22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9" name="Ellipse 22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0" name="Ellipse 22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Textfeld 22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42" name="Textfeld 22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43" name="Ellipse 22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4" name="Ellipse 22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5" name="Textfeld 22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46" name="Textfeld 22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47" name="Rechteck 22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8" name="Rechteck 22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9" name="Rechteck 22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0" name="Rechteck 22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Rechteck 22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Rechteck 22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28" name="Textfeld 222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26" name="Textfeld 22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2" name="Gruppieren 2071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180" name="Gruppieren 217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82" name="Gruppieren 21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Ellipse 21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9" name="Textfeld 21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Ellipse 21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3" name="Textfeld 21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02" name="Rechteck 22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0" name="Rechteck 220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2" name="Rechteck 22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3" name="Rechteck 22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Rechteck 22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3" name="Rechteck 22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4" name="Rechteck 22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83" name="Textfeld 218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81" name="Textfeld 21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73" name="Gruppieren 2072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150" name="Gruppieren 214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52" name="Gruppieren 21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54" name="Rechteck 21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55" name="Rechteck 21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Ellipse 21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9" name="Textfeld 21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Ellipse 21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3" name="Textfeld 21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2" name="Rechteck 21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Rechteck 21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Rechteck 21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Rechteck 21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Rechteck 21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Rechteck 21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53" name="Textfeld 21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51" name="Textfeld 21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074" name="Gruppieren 2073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2146" name="Gruppieren 214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48" name="Rechteck 214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49" name="Textfeld 214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47" name="Textfeld 21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75" name="Textfeld 2074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076" name="Gruppieren 2075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2115" name="Gruppieren 211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17" name="Gruppieren 211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19" name="Gruppieren 211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1" name="Rechteck 212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2" name="Rechteck 212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3" name="Ellipse 212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4" name="Ellipse 212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5" name="Textfeld 212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26" name="Ellipse 21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7" name="Ellipse 21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8" name="Textfeld 21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29" name="Textfeld 21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0" name="Ellipse 21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2" name="Textfeld 21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38" name="Rechteck 21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Rechteck 21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Rechteck 21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1" name="Rechteck 21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2" name="Rechteck 21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Rechteck 21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Rechteck 21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5" name="Rechteck 21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18" name="Textfeld 21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16" name="Textfeld 211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2077" name="Gruppieren 2076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2078" name="Rechteck 2077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79" name="Ellipse 2078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80" name="Ellipse 2079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1" name="Ellipse 2080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2" name="Ellipse 2081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3" name="Textfeld 2082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4" name="Textfeld 2083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5" name="Ellipse 2084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86" name="Ellipse 2085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7" name="Ellipse 2086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8" name="Ellipse 2087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9" name="Ellipse 2088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90" name="Ellipse 2089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1" name="Ellipse 2090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2" name="Ellipse 2091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3" name="Ellipse 2092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94" name="Ellipse 2093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5" name="Ellipse 2094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6" name="Ellipse 2095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097" name="Gruppieren 2096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098" name="Rechteck 2097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099" name="Rechteck 2098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0" name="Rechteck 2099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1" name="Rechteck 2100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02" name="Rechteck 2101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3" name="Rechteck 2102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4" name="Rechteck 2103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5" name="Rechteck 2104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6" name="Rechteck 2105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7" name="Rechteck 2106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8" name="Rechteck 2107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9" name="Rechteck 2108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0" name="Rechteck 2109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1" name="Rechteck 2110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2" name="Rechteck 2111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3" name="Rechteck 2112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4" name="Rechteck 2113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0271373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16f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660" name="Gruppieren 2659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2661" name="Gruppieren 2660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41" name="Gruppieren 274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43" name="Gruppieren 27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6" name="Rechteck 27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8" name="Ellipse 27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50" name="Textfeld 27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2" name="Ellipse 27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3" name="Textfeld 2752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54" name="Textfeld 27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55" name="Ellipse 27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Ellipse 27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7" name="Textfeld 27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58" name="Textfeld 27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Ellipse 27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62" name="Textfeld 27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Rechteck 27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Rechteck 27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Rechteck 27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Rechteck 27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0" name="Rechteck 27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44" name="Textfeld 27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42" name="Textfeld 27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2" name="Rechteck 2661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3" name="Rechteck 2662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7" name="Gruppieren 2666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11" name="Gruppieren 27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13" name="Gruppieren 27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15" name="Rechteck 27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Ellipse 27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Textfeld 27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0" name="Textfeld 27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1" name="Ellipse 27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2" name="Ellipse 27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Textfeld 27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24" name="Textfeld 27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Ellipse 27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8" name="Textfeld 2727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Ellipse 27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2" name="Textfeld 27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4" name="Textfeld 27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12" name="Textfeld 27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668" name="Gruppieren 2667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2709" name="Rechteck 2708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710" name="Textfeld 27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669" name="Textfeld 2668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670" name="Gruppieren 2669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2672" name="Rechteck 2671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73" name="Ellipse 2672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74" name="Ellipse 2673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75" name="Ellipse 2674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76" name="Ellipse 2675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77" name="Textfeld 267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2678" name="Textfeld 2677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9" name="Ellipse 2678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0" name="Ellipse 2679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1" name="Ellipse 2680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2" name="Ellipse 2681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3" name="Ellipse 2682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4" name="Ellipse 2683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5" name="Ellipse 2684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6" name="Ellipse 2685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7" name="Ellipse 2686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8" name="Ellipse 2687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9" name="Ellipse 2688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0" name="Ellipse 2689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691" name="Gruppieren 2690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692" name="Rechteck 2691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693" name="Rechteck 2692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694" name="Rechteck 2693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695" name="Rechteck 2694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96" name="Rechteck 2695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697" name="Rechteck 2696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698" name="Rechteck 2697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699" name="Rechteck 2698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0" name="Rechteck 2699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1" name="Rechteck 2700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2" name="Rechteck 2701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3" name="Rechteck 2702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4" name="Rechteck 2703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5" name="Rechteck 2704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6" name="Rechteck 2705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7" name="Rechteck 2706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8" name="Rechteck 2707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2671" name="Textfeld 2670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2771" name="Gruppieren 2770"/>
          <p:cNvGrpSpPr/>
          <p:nvPr/>
        </p:nvGrpSpPr>
        <p:grpSpPr>
          <a:xfrm>
            <a:off x="10244840" y="2835616"/>
            <a:ext cx="1866389" cy="1654004"/>
            <a:chOff x="10244840" y="2835616"/>
            <a:chExt cx="1866389" cy="1654004"/>
          </a:xfrm>
        </p:grpSpPr>
        <p:grpSp>
          <p:nvGrpSpPr>
            <p:cNvPr id="2772" name="Gruppieren 2771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884" name="Gruppieren 2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886" name="Gruppieren 2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888" name="Rechteck 2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89" name="Rechteck 2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0" name="Ellipse 2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91" name="Ellipse 2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Ellipse 2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3" name="Ellipse 2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4" name="Ellipse 2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Ellipse 2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Ellipse 2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Ellipse 2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9" name="Rechteck 2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0" name="Rechteck 2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1" name="Rechteck 2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2" name="Rechteck 2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3" name="Rechteck 2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4" name="Rechteck 2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5" name="Rechteck 2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87" name="Textfeld 2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85" name="Textfeld 2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73" name="Rechteck 2772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74" name="Rechteck 2773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75" name="Rechteck 2774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76" name="Rechteck 2775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77" name="Rechteck 2776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78" name="Gruppieren 2777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854" name="Gruppieren 2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56" name="Gruppieren 2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58" name="Rechteck 2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Rechteck 2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Textfeld 2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63" name="Textfeld 2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Textfeld 2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7" name="Textfeld 2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8" name="Ellipse 2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Ellipse 2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Textfeld 2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71" name="Textfeld 2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72" name="Ellipse 2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Ellipse 2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4" name="Textfeld 2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75" name="Textfeld 2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76" name="Rechteck 2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7" name="Rechteck 2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8" name="Rechteck 2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Rechteck 2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Rechteck 2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1" name="Rechteck 2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2" name="Rechteck 2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Rechteck 2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7" name="Textfeld 2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55" name="Textfeld 2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779" name="Gruppieren 2778"/>
            <p:cNvGrpSpPr/>
            <p:nvPr/>
          </p:nvGrpSpPr>
          <p:grpSpPr>
            <a:xfrm>
              <a:off x="11134856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824" name="Gruppieren 282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6" name="Gruppieren 282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8" name="Rechteck 282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Rechteck 282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Ellipse 282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Textfeld 283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4" name="Ellipse 283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Ellipse 283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Textfeld 283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37" name="Textfeld 283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38" name="Ellipse 283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Ellipse 283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0" name="Textfeld 283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41" name="Textfeld 284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42" name="Ellipse 28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3" name="Ellipse 28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4" name="Textfeld 284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45" name="Textfeld 284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2" name="Rechteck 28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Rechteck 28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7" name="Textfeld 282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825" name="Textfeld 282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780" name="Gruppieren 2779"/>
            <p:cNvGrpSpPr/>
            <p:nvPr/>
          </p:nvGrpSpPr>
          <p:grpSpPr>
            <a:xfrm>
              <a:off x="11786279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820" name="Gruppieren 281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822" name="Rechteck 282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23" name="Textfeld 28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821" name="Textfeld 28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781" name="Textfeld 278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2782" name="Gruppieren 2781"/>
            <p:cNvGrpSpPr/>
            <p:nvPr/>
          </p:nvGrpSpPr>
          <p:grpSpPr>
            <a:xfrm>
              <a:off x="11461725" y="2886883"/>
              <a:ext cx="324950" cy="1602737"/>
              <a:chOff x="2526020" y="269422"/>
              <a:chExt cx="324950" cy="1602737"/>
            </a:xfrm>
          </p:grpSpPr>
          <p:sp>
            <p:nvSpPr>
              <p:cNvPr id="2783" name="Rechteck 278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784" name="Ellipse 278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785" name="Ellipse 278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86" name="Ellipse 278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87" name="Ellipse 278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88" name="Textfeld 278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9" name="Textfeld 278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0" name="Ellipse 278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791" name="Ellipse 279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92" name="Ellipse 279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93" name="Ellipse 279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94" name="Ellipse 279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795" name="Ellipse 279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96" name="Ellipse 279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97" name="Ellipse 279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98" name="Ellipse 279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799" name="Ellipse 279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00" name="Ellipse 279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01" name="Ellipse 280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802" name="Gruppieren 280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803" name="Rechteck 280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04" name="Rechteck 280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05" name="Rechteck 280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06" name="Rechteck 280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07" name="Rechteck 280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08" name="Rechteck 280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09" name="Rechteck 280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0" name="Rechteck 280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1" name="Rechteck 281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2" name="Rechteck 281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3" name="Rechteck 281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4" name="Rechteck 281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5" name="Rechteck 281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6" name="Rechteck 281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7" name="Rechteck 281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8" name="Rechteck 281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9" name="Rechteck 281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906" name="Gruppieren 2905"/>
          <p:cNvGrpSpPr/>
          <p:nvPr/>
        </p:nvGrpSpPr>
        <p:grpSpPr>
          <a:xfrm>
            <a:off x="3761062" y="4876820"/>
            <a:ext cx="2230445" cy="1654493"/>
            <a:chOff x="3761062" y="4876820"/>
            <a:chExt cx="2230445" cy="1654493"/>
          </a:xfrm>
        </p:grpSpPr>
        <p:grpSp>
          <p:nvGrpSpPr>
            <p:cNvPr id="2907" name="Gruppieren 2906"/>
            <p:cNvGrpSpPr/>
            <p:nvPr/>
          </p:nvGrpSpPr>
          <p:grpSpPr>
            <a:xfrm>
              <a:off x="4005463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3041" name="Gruppieren 30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043" name="Gruppieren 30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48" name="Ellipse 30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9" name="Ellipse 30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0" name="Ellipse 30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1" name="Ellipse 3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Ellipse 3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Ellipse 30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Ellipse 30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8" name="Rechteck 30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9" name="Rechteck 30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0" name="Rechteck 30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1" name="Rechteck 30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2" name="Rechteck 30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44" name="Textfeld 30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042" name="Textfeld 30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908" name="Rechteck 2907"/>
            <p:cNvSpPr/>
            <p:nvPr/>
          </p:nvSpPr>
          <p:spPr>
            <a:xfrm>
              <a:off x="3766079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09" name="Rechteck 2908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0" name="Rechteck 2909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1" name="Rechteck 2910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2" name="Rechteck 2911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913" name="Gruppieren 2912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3011" name="Gruppieren 30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13" name="Gruppieren 30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Ellipse 30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0" name="Textfeld 30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1" name="Ellipse 30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Ellipse 30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Textfeld 30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4" name="Textfeld 30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Rechteck 30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Rechteck 30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Rechteck 30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Rechteck 30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Rechteck 30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Rechteck 30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Rechteck 30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14" name="Textfeld 30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012" name="Textfeld 30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914" name="Gruppieren 2913"/>
            <p:cNvGrpSpPr/>
            <p:nvPr/>
          </p:nvGrpSpPr>
          <p:grpSpPr>
            <a:xfrm>
              <a:off x="4968611" y="4878385"/>
              <a:ext cx="327049" cy="1652928"/>
              <a:chOff x="1692193" y="1141150"/>
              <a:chExt cx="327049" cy="1652928"/>
            </a:xfrm>
          </p:grpSpPr>
          <p:grpSp>
            <p:nvGrpSpPr>
              <p:cNvPr id="2981" name="Gruppieren 29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83" name="Gruppieren 29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Ellipse 29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Ellipse 29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Textfeld 29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0" name="Textfeld 29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91" name="Ellipse 29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2" name="Ellipse 29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3" name="Textfeld 29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4" name="Textfeld 299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6" name="Ellipse 29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8" name="Textfeld 299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Ellipse 29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Rechteck 30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Rechteck 30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Rechteck 30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Rechteck 30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Rechteck 30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Rechteck 30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Rechteck 30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84" name="Textfeld 29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982" name="Textfeld 29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915" name="Gruppieren 2914"/>
            <p:cNvGrpSpPr/>
            <p:nvPr/>
          </p:nvGrpSpPr>
          <p:grpSpPr>
            <a:xfrm>
              <a:off x="5296067" y="4878385"/>
              <a:ext cx="326518" cy="1652928"/>
              <a:chOff x="1692724" y="1141150"/>
              <a:chExt cx="326518" cy="1652928"/>
            </a:xfrm>
          </p:grpSpPr>
          <p:grpSp>
            <p:nvGrpSpPr>
              <p:cNvPr id="2953" name="Gruppieren 295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955" name="Gruppieren 295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9" name="Ellipse 29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0" name="Ellipse 29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1" name="Textfeld 29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2" name="Textfeld 29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3" name="Ellipse 29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4" name="Ellipse 29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6" name="Ellipse 29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0" name="Ellipse 29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3" name="Rechteck 29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Rechteck 29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Rechteck 29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6" name="Rechteck 29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Rechteck 29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Rechteck 29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9" name="Rechteck 29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0" name="Rechteck 29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56" name="Textfeld 29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954" name="Textfeld 29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916" name="Gruppieren 2915"/>
            <p:cNvGrpSpPr/>
            <p:nvPr/>
          </p:nvGrpSpPr>
          <p:grpSpPr>
            <a:xfrm>
              <a:off x="5621847" y="4878385"/>
              <a:ext cx="369660" cy="1652928"/>
              <a:chOff x="1694292" y="1141150"/>
              <a:chExt cx="369660" cy="1652928"/>
            </a:xfrm>
          </p:grpSpPr>
          <p:grpSp>
            <p:nvGrpSpPr>
              <p:cNvPr id="2949" name="Gruppieren 294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2951" name="Rechteck 295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52" name="Textfeld 295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950" name="Textfeld 29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2917" name="Gruppieren 2916"/>
            <p:cNvGrpSpPr/>
            <p:nvPr/>
          </p:nvGrpSpPr>
          <p:grpSpPr>
            <a:xfrm>
              <a:off x="4644982" y="4878092"/>
              <a:ext cx="327049" cy="1652928"/>
              <a:chOff x="1692193" y="1141150"/>
              <a:chExt cx="327049" cy="1652928"/>
            </a:xfrm>
          </p:grpSpPr>
          <p:grpSp>
            <p:nvGrpSpPr>
              <p:cNvPr id="2923" name="Gruppieren 292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2925" name="Gruppieren 292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9" name="Ellipse 29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Ellipse 29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Ellipse 29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2" name="Ellipse 29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3" name="Textfeld 29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34" name="Textfeld 29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Ellipse 29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8" name="Textfeld 293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Ellipse 29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Rechteck 29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2" name="Rechteck 29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3" name="Rechteck 29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4" name="Rechteck 29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5" name="Rechteck 29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6" name="Rechteck 29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7" name="Rechteck 29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8" name="Rechteck 29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26" name="Textfeld 29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924" name="Textfeld 29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2918" name="Textfeld 2917"/>
            <p:cNvSpPr txBox="1"/>
            <p:nvPr/>
          </p:nvSpPr>
          <p:spPr>
            <a:xfrm>
              <a:off x="3761062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2919" name="Textfeld 291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2920" name="Textfeld 291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2921" name="Textfeld 292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2922" name="Textfeld 292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3063" name="Gruppieren 3062"/>
          <p:cNvGrpSpPr/>
          <p:nvPr/>
        </p:nvGrpSpPr>
        <p:grpSpPr>
          <a:xfrm>
            <a:off x="6758410" y="4867199"/>
            <a:ext cx="2232646" cy="1654831"/>
            <a:chOff x="6758410" y="4867199"/>
            <a:chExt cx="2232646" cy="1654831"/>
          </a:xfrm>
        </p:grpSpPr>
        <p:grpSp>
          <p:nvGrpSpPr>
            <p:cNvPr id="3064" name="Gruppieren 3063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3358" name="Gruppieren 335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60" name="Gruppieren 335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62" name="Rechteck 33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4" name="Ellipse 33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5" name="Ellipse 33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6" name="Ellipse 33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Ellipse 33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Ellipse 3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Rechteck 33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Rechteck 33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Rechteck 33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Rechteck 33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Rechteck 33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1" name="Textfeld 33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59" name="Textfeld 33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065" name="Rechteck 3064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6" name="Rechteck 3065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7" name="Rechteck 3066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8" name="Rechteck 3067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9" name="Rechteck 3068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70" name="Gruppieren 3069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3328" name="Gruppieren 33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0" name="Gruppieren 33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2" name="Rechteck 33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4" name="Ellipse 33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Textfeld 33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37" name="Textfeld 33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38" name="Ellipse 3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Ellipse 3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Textfeld 33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1" name="Textfeld 33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2" name="Ellipse 33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Ellipse 33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Textfeld 33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5" name="Textfeld 33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6" name="Ellipse 33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47" name="Ellipse 33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8" name="Textfeld 33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49" name="Textfeld 33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0" name="Rechteck 33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Rechteck 33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2" name="Rechteck 33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1" name="Textfeld 33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29" name="Textfeld 33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071" name="Gruppieren 3070"/>
            <p:cNvGrpSpPr/>
            <p:nvPr/>
          </p:nvGrpSpPr>
          <p:grpSpPr>
            <a:xfrm>
              <a:off x="7968160" y="4867886"/>
              <a:ext cx="327049" cy="1652928"/>
              <a:chOff x="1692193" y="1141150"/>
              <a:chExt cx="327049" cy="1652928"/>
            </a:xfrm>
          </p:grpSpPr>
          <p:grpSp>
            <p:nvGrpSpPr>
              <p:cNvPr id="3298" name="Gruppieren 32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0" name="Gruppieren 32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2" name="Rechteck 33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4" name="Ellipse 33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Ellipse 33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Textfeld 33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07" name="Textfeld 33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08" name="Ellipse 33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9" name="Ellipse 33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0" name="Textfeld 33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1" name="Textfeld 3310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2" name="Ellipse 33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3" name="Ellipse 33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4" name="Textfeld 3313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5" name="Textfeld 3314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6" name="Ellipse 33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7" name="Ellipse 33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8" name="Textfeld 33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19" name="Textfeld 33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0" name="Rechteck 33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Rechteck 33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2" name="Rechteck 33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1" name="Textfeld 33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299" name="Textfeld 32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72" name="Gruppieren 3071"/>
            <p:cNvGrpSpPr/>
            <p:nvPr/>
          </p:nvGrpSpPr>
          <p:grpSpPr>
            <a:xfrm>
              <a:off x="8295616" y="4867886"/>
              <a:ext cx="326518" cy="1652928"/>
              <a:chOff x="1692724" y="1141150"/>
              <a:chExt cx="326518" cy="1652928"/>
            </a:xfrm>
          </p:grpSpPr>
          <p:grpSp>
            <p:nvGrpSpPr>
              <p:cNvPr id="3110" name="Gruppieren 310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112" name="Gruppieren 31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Ellipse 3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7" name="Ellipse 3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8" name="Textfeld 3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9" name="Textfeld 3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80" name="Ellipse 3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Ellipse 3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2" name="Ellipse 32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3" name="Ellipse 32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Textfeld 32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5" name="Textfeld 32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6" name="Ellipse 32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Textfeld 32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89" name="Textfeld 32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90" name="Rechteck 32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1" name="Rechteck 32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Rechteck 32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73" name="Textfeld 32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11" name="Textfeld 31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073" name="Gruppieren 3072"/>
            <p:cNvGrpSpPr/>
            <p:nvPr/>
          </p:nvGrpSpPr>
          <p:grpSpPr>
            <a:xfrm>
              <a:off x="8621396" y="4867886"/>
              <a:ext cx="369660" cy="1652928"/>
              <a:chOff x="1694292" y="1141150"/>
              <a:chExt cx="369660" cy="1652928"/>
            </a:xfrm>
          </p:grpSpPr>
          <p:grpSp>
            <p:nvGrpSpPr>
              <p:cNvPr id="3106" name="Gruppieren 3105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3108" name="Rechteck 31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09" name="Textfeld 310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107" name="Textfeld 31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3074" name="Gruppieren 3073"/>
            <p:cNvGrpSpPr/>
            <p:nvPr/>
          </p:nvGrpSpPr>
          <p:grpSpPr>
            <a:xfrm>
              <a:off x="7642330" y="4867199"/>
              <a:ext cx="327049" cy="1652928"/>
              <a:chOff x="1692193" y="1141150"/>
              <a:chExt cx="327049" cy="1652928"/>
            </a:xfrm>
          </p:grpSpPr>
          <p:grpSp>
            <p:nvGrpSpPr>
              <p:cNvPr id="3080" name="Gruppieren 3079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3082" name="Gruppieren 3081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Ellipse 30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8" name="Ellipse 30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9" name="Ellipse 30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Textfeld 30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1" name="Textfeld 30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2" name="Ellipse 30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3" name="Ellipse 30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Textfeld 3093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95" name="Textfeld 3094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96" name="Ellipse 30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7" name="Ellipse 30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8" name="Rechteck 30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Rechteck 30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Rechteck 30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1" name="Rechteck 31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2" name="Rechteck 31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Rechteck 31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Rechteck 31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Rechteck 31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83" name="Textfeld 30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081" name="Textfeld 30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3075" name="Textfeld 3074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76" name="Textfeld 3075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3077" name="Textfeld 3076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3078" name="Textfeld 3077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3079" name="Textfeld 3078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3883" name="Gruppieren 3882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3884" name="Gruppieren 3883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4322" name="Gruppieren 43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324" name="Gruppieren 43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326" name="Rechteck 43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27" name="Rechteck 43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8" name="Ellipse 43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29" name="Ellipse 43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0" name="Ellipse 43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1" name="Ellipse 43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2" name="Ellipse 43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3" name="Ellipse 43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4" name="Ellipse 43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5" name="Ellipse 43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6" name="Rechteck 43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7" name="Rechteck 43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8" name="Rechteck 43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9" name="Rechteck 43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0" name="Rechteck 43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1" name="Rechteck 43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2" name="Rechteck 43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3" name="Rechteck 43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25" name="Textfeld 43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323" name="Textfeld 43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885" name="Rechteck 3884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6" name="Rechteck 3885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7" name="Rechteck 3886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8" name="Rechteck 3887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9" name="Rechteck 3888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890" name="Gruppieren 3889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92" name="Gruppieren 42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94" name="Gruppieren 42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96" name="Rechteck 42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97" name="Rechteck 42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8" name="Ellipse 42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99" name="Ellipse 42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0" name="Textfeld 42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301" name="Textfeld 43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302" name="Ellipse 43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3" name="Ellipse 43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4" name="Textfeld 43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5" name="Textfeld 43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6" name="Ellipse 43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7" name="Ellipse 43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8" name="Textfeld 43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9" name="Textfeld 43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10" name="Ellipse 43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1" name="Ellipse 43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2" name="Textfeld 43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313" name="Textfeld 43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314" name="Rechteck 43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5" name="Rechteck 43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6" name="Rechteck 43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7" name="Rechteck 43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8" name="Rechteck 43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9" name="Rechteck 43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0" name="Rechteck 43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1" name="Rechteck 43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95" name="Textfeld 42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293" name="Textfeld 42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1" name="Gruppieren 3890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62" name="Gruppieren 42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64" name="Gruppieren 42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66" name="Rechteck 42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67" name="Rechteck 42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8" name="Ellipse 42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9" name="Ellipse 42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0" name="Textfeld 42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71" name="Textfeld 42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72" name="Ellipse 42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3" name="Ellipse 42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4" name="Textfeld 42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5" name="Textfeld 42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6" name="Ellipse 42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7" name="Ellipse 42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8" name="Textfeld 42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9" name="Textfeld 42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80" name="Ellipse 42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81" name="Ellipse 42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2" name="Textfeld 42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83" name="Textfeld 42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84" name="Rechteck 42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5" name="Rechteck 42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6" name="Rechteck 42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7" name="Rechteck 42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8" name="Rechteck 42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9" name="Rechteck 42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0" name="Rechteck 42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1" name="Rechteck 42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65" name="Textfeld 42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4263" name="Textfeld 42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2" name="Gruppieren 3891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32" name="Gruppieren 42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34" name="Gruppieren 42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36" name="Rechteck 42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37" name="Rechteck 42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8" name="Ellipse 42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9" name="Ellipse 42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0" name="Textfeld 42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41" name="Textfeld 42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42" name="Ellipse 42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3" name="Ellipse 42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4" name="Textfeld 42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5" name="Textfeld 42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6" name="Ellipse 42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7" name="Ellipse 42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8" name="Textfeld 42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9" name="Textfeld 42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50" name="Ellipse 42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1" name="Ellipse 42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2" name="Textfeld 42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53" name="Textfeld 42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54" name="Rechteck 42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5" name="Rechteck 42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6" name="Rechteck 42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7" name="Rechteck 42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8" name="Rechteck 42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9" name="Rechteck 42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0" name="Rechteck 42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1" name="Rechteck 42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35" name="Textfeld 42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233" name="Textfeld 42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3" name="Gruppieren 3892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02" name="Gruppieren 42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04" name="Gruppieren 42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06" name="Rechteck 42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07" name="Rechteck 42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8" name="Ellipse 42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9" name="Ellipse 42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0" name="Textfeld 42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11" name="Textfeld 42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12" name="Ellipse 42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3" name="Ellipse 42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4" name="Textfeld 42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5" name="Textfeld 42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6" name="Ellipse 42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7" name="Ellipse 42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8" name="Textfeld 42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9" name="Textfeld 42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20" name="Ellipse 42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1" name="Ellipse 42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2" name="Textfeld 42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23" name="Textfeld 42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24" name="Rechteck 42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5" name="Rechteck 42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6" name="Rechteck 42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7" name="Rechteck 42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8" name="Rechteck 42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9" name="Rechteck 42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0" name="Rechteck 42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1" name="Rechteck 42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05" name="Textfeld 42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203" name="Textfeld 42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4" name="Gruppieren 3893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172" name="Gruppieren 41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74" name="Gruppieren 41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76" name="Rechteck 41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77" name="Rechteck 41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8" name="Ellipse 41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9" name="Ellipse 41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0" name="Textfeld 41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81" name="Textfeld 41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82" name="Ellipse 41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3" name="Ellipse 41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4" name="Textfeld 41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5" name="Textfeld 41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6" name="Ellipse 41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7" name="Ellipse 41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8" name="Textfeld 4187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9" name="Textfeld 41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90" name="Ellipse 41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1" name="Ellipse 41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2" name="Textfeld 41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93" name="Textfeld 41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94" name="Rechteck 41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5" name="Rechteck 41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6" name="Rechteck 41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7" name="Rechteck 41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8" name="Rechteck 41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9" name="Rechteck 41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0" name="Rechteck 41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1" name="Rechteck 42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75" name="Textfeld 41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173" name="Textfeld 41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5" name="Gruppieren 3894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142" name="Gruppieren 414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44" name="Gruppieren 41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46" name="Rechteck 41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47" name="Rechteck 41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8" name="Ellipse 41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9" name="Ellipse 41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0" name="Textfeld 41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51" name="Textfeld 41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52" name="Ellipse 41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3" name="Ellipse 41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4" name="Textfeld 41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5" name="Textfeld 41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6" name="Ellipse 41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7" name="Ellipse 41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8" name="Textfeld 41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9" name="Textfeld 41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60" name="Ellipse 41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61" name="Ellipse 41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2" name="Textfeld 41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63" name="Textfeld 41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64" name="Rechteck 41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5" name="Rechteck 41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6" name="Rechteck 41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7" name="Rechteck 41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8" name="Rechteck 41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9" name="Rechteck 41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0" name="Rechteck 41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1" name="Rechteck 41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45" name="Textfeld 41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143" name="Textfeld 41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6" name="Gruppieren 3895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4112" name="Gruppieren 4111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4114" name="Gruppieren 41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16" name="Rechteck 41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17" name="Rechteck 41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8" name="Ellipse 41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9" name="Ellipse 41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0" name="Textfeld 41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21" name="Textfeld 41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22" name="Ellipse 41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3" name="Ellipse 41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4" name="Textfeld 41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5" name="Textfeld 41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6" name="Ellipse 41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7" name="Ellipse 41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8" name="Textfeld 41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9" name="Textfeld 41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30" name="Ellipse 41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1" name="Ellipse 41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2" name="Textfeld 41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33" name="Textfeld 41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34" name="Rechteck 41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5" name="Rechteck 41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6" name="Rechteck 41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7" name="Rechteck 41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8" name="Rechteck 41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9" name="Rechteck 41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0" name="Rechteck 41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1" name="Rechteck 41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15" name="Textfeld 4114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4113" name="Textfeld 41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7" name="Gruppieren 3896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82" name="Gruppieren 408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84" name="Gruppieren 40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86" name="Rechteck 40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7" name="Rechteck 40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8" name="Ellipse 40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9" name="Ellipse 40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0" name="Textfeld 40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91" name="Textfeld 40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92" name="Ellipse 40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3" name="Ellipse 40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4" name="Textfeld 40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5" name="Textfeld 40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6" name="Ellipse 40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7" name="Ellipse 40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8" name="Textfeld 40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9" name="Textfeld 40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00" name="Ellipse 40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1" name="Ellipse 41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2" name="Textfeld 41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03" name="Textfeld 41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04" name="Rechteck 41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5" name="Rechteck 41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6" name="Rechteck 41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7" name="Rechteck 41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8" name="Rechteck 41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9" name="Rechteck 41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0" name="Rechteck 41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1" name="Rechteck 41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85" name="Textfeld 408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4083" name="Textfeld 40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8" name="Gruppieren 3897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52" name="Gruppieren 405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54" name="Gruppieren 40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56" name="Rechteck 4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57" name="Rechteck 4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8" name="Ellipse 4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9" name="Ellipse 4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0" name="Textfeld 40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61" name="Textfeld 40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62" name="Ellipse 40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3" name="Ellipse 40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4" name="Textfeld 40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5" name="Textfeld 40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6" name="Ellipse 40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7" name="Ellipse 40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8" name="Textfeld 40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9" name="Textfeld 40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70" name="Ellipse 40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1" name="Ellipse 40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2" name="Textfeld 40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73" name="Textfeld 40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74" name="Rechteck 40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5" name="Rechteck 40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6" name="Rechteck 40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7" name="Rechteck 40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8" name="Rechteck 40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9" name="Rechteck 40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0" name="Rechteck 40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1" name="Rechteck 40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55" name="Textfeld 405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4053" name="Textfeld 4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9" name="Gruppieren 3898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22" name="Gruppieren 402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24" name="Gruppieren 4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26" name="Rechteck 4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27" name="Rechteck 4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8" name="Ellipse 4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9" name="Ellipse 4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0" name="Textfeld 4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31" name="Textfeld 4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32" name="Ellipse 4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3" name="Ellipse 4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4" name="Textfeld 4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5" name="Textfeld 4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6" name="Ellipse 4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7" name="Ellipse 4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8" name="Textfeld 4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9" name="Textfeld 4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40" name="Ellipse 4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1" name="Ellipse 4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2" name="Textfeld 4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43" name="Textfeld 4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44" name="Rechteck 4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5" name="Rechteck 4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6" name="Rechteck 4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7" name="Rechteck 4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8" name="Rechteck 4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9" name="Rechteck 4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0" name="Rechteck 4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1" name="Rechteck 4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25" name="Textfeld 40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4023" name="Textfeld 4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900" name="Gruppieren 3899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3992" name="Gruppieren 39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994" name="Gruppieren 3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996" name="Rechteck 3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97" name="Rechteck 3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8" name="Ellipse 3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9" name="Ellipse 3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0" name="Textfeld 3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01" name="Textfeld 4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02" name="Ellipse 4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3" name="Ellipse 4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4" name="Textfeld 4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5" name="Textfeld 4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6" name="Ellipse 4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7" name="Ellipse 4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8" name="Textfeld 4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9" name="Textfeld 4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10" name="Ellipse 4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1" name="Ellipse 4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2" name="Textfeld 4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13" name="Textfeld 4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14" name="Rechteck 4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5" name="Rechteck 4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6" name="Rechteck 4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7" name="Rechteck 4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8" name="Rechteck 4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9" name="Rechteck 4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0" name="Rechteck 4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1" name="Rechteck 4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95" name="Textfeld 39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993" name="Textfeld 3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901" name="Gruppieren 3900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3966" name="Gruppieren 3965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3968" name="Gruppieren 396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970" name="Rechteck 3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71" name="Rechteck 3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2" name="Ellipse 3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3" name="Ellipse 3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4" name="Ellipse 3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5" name="Ellipse 3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6" name="Textfeld 39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7" name="Textfeld 39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8" name="Ellipse 39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9" name="Ellipse 39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0" name="Textfeld 3979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981" name="Textfeld 39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982" name="Ellipse 39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3" name="Ellipse 39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4" name="Rechteck 3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5" name="Rechteck 3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6" name="Rechteck 3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7" name="Rechteck 3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8" name="Rechteck 3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9" name="Rechteck 3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0" name="Rechteck 3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1" name="Rechteck 3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69" name="Textfeld 396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3967" name="Textfeld 3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902" name="Gruppieren 3901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3938" name="Gruppieren 393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3940" name="Gruppieren 393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942" name="Rechteck 39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43" name="Rechteck 39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4" name="Ellipse 39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5" name="Ellipse 39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6" name="Textfeld 39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47" name="Textfeld 39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48" name="Ellipse 39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9" name="Ellipse 39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0" name="Ellipse 3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1" name="Ellipse 3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2" name="Textfeld 3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53" name="Textfeld 3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54" name="Ellipse 3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5" name="Ellipse 3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6" name="Textfeld 3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57" name="Textfeld 3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58" name="Rechteck 3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9" name="Rechteck 3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0" name="Rechteck 3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1" name="Rechteck 3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2" name="Rechteck 3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3" name="Rechteck 3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4" name="Rechteck 3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5" name="Rechteck 3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41" name="Textfeld 394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3939" name="Textfeld 39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903" name="Gruppieren 3902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3910" name="Gruppieren 390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3912" name="Gruppieren 39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914" name="Rechteck 39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15" name="Rechteck 39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6" name="Ellipse 39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7" name="Ellipse 39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8" name="Textfeld 39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19" name="Textfeld 39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20" name="Ellipse 39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1" name="Ellipse 39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2" name="Ellipse 3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3" name="Ellipse 3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4" name="Textfeld 3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25" name="Textfeld 3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26" name="Ellipse 3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7" name="Ellipse 3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8" name="Textfeld 3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29" name="Textfeld 3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30" name="Rechteck 3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1" name="Rechteck 3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2" name="Rechteck 3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3" name="Rechteck 3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4" name="Rechteck 3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5" name="Rechteck 3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6" name="Rechteck 3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7" name="Rechteck 3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13" name="Textfeld 391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3911" name="Textfeld 39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904" name="Gruppieren 3903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3906" name="Gruppieren 3905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3908" name="Rechteck 39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09" name="Textfeld 390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3907" name="Textfeld 3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905" name="Textfeld 3904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344" name="Gruppieren 4343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4345" name="Gruppieren 4344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4480" name="Gruppieren 447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482" name="Gruppieren 448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484" name="Rechteck 44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85" name="Rechteck 44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6" name="Ellipse 44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87" name="Ellipse 44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8" name="Ellipse 44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9" name="Ellipse 44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0" name="Ellipse 44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1" name="Ellipse 44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2" name="Ellipse 4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3" name="Ellipse 4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4" name="Rechteck 44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5" name="Rechteck 44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6" name="Rechteck 44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7" name="Rechteck 44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8" name="Rechteck 44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9" name="Rechteck 44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00" name="Rechteck 44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01" name="Rechteck 45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83" name="Textfeld 44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481" name="Textfeld 44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4346" name="Rechteck 4345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7" name="Rechteck 4346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8" name="Rechteck 4347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9" name="Rechteck 4348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50" name="Rechteck 4349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351" name="Gruppieren 4350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4450" name="Gruppieren 44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452" name="Gruppieren 44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454" name="Rechteck 44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55" name="Rechteck 44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6" name="Ellipse 44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57" name="Ellipse 44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8" name="Textfeld 44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59" name="Textfeld 44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60" name="Ellipse 44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1" name="Ellipse 44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2" name="Textfeld 44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463" name="Textfeld 44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464" name="Ellipse 44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5" name="Ellipse 44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6" name="Textfeld 44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467" name="Textfeld 44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468" name="Ellipse 4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9" name="Ellipse 4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0" name="Textfeld 44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471" name="Textfeld 44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472" name="Rechteck 44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3" name="Rechteck 44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4" name="Rechteck 44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5" name="Rechteck 44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6" name="Rechteck 44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7" name="Rechteck 44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8" name="Rechteck 44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9" name="Rechteck 44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53" name="Textfeld 44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451" name="Textfeld 44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352" name="Gruppieren 4351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4420" name="Gruppieren 44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422" name="Gruppieren 44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424" name="Rechteck 44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25" name="Rechteck 44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6" name="Ellipse 44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7" name="Ellipse 44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8" name="Textfeld 44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29" name="Textfeld 44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30" name="Ellipse 44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1" name="Ellipse 44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2" name="Textfeld 44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433" name="Textfeld 44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434" name="Ellipse 44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5" name="Ellipse 44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6" name="Textfeld 443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437" name="Textfeld 443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438" name="Ellipse 44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39" name="Ellipse 44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0" name="Textfeld 44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441" name="Textfeld 44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442" name="Rechteck 44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3" name="Rechteck 44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4" name="Rechteck 44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5" name="Rechteck 44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6" name="Rechteck 44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7" name="Rechteck 44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8" name="Rechteck 44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9" name="Rechteck 44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23" name="Textfeld 44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421" name="Textfeld 44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4353" name="Gruppieren 4352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4392" name="Gruppieren 439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4394" name="Gruppieren 43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4396" name="Rechteck 43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97" name="Rechteck 43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8" name="Ellipse 43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9" name="Ellipse 43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0" name="Textfeld 43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01" name="Textfeld 44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02" name="Ellipse 44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3" name="Ellipse 44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4" name="Ellipse 44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5" name="Ellipse 44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6" name="Textfeld 44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407" name="Textfeld 44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408" name="Ellipse 44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09" name="Ellipse 44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0" name="Textfeld 44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411" name="Textfeld 44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412" name="Rechteck 44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3" name="Rechteck 44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4" name="Rechteck 44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5" name="Rechteck 44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6" name="Rechteck 44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7" name="Rechteck 44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8" name="Rechteck 44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9" name="Rechteck 44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95" name="Textfeld 43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393" name="Textfeld 43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4354" name="Gruppieren 4353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4388" name="Gruppieren 438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4390" name="Rechteck 43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391" name="Textfeld 439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4389" name="Textfeld 43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355" name="Textfeld 4354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4356" name="Gruppieren 4355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4357" name="Gruppieren 435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4361" name="Gruppieren 436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4363" name="Gruppieren 436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4365" name="Rechteck 436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366" name="Rechteck 436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7" name="Ellipse 436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8" name="Ellipse 436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9" name="Textfeld 436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4370" name="Ellipse 436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1" name="Ellipse 437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2" name="Textfeld 437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373" name="Textfeld 437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374" name="Ellipse 437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5" name="Ellipse 437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6" name="Textfeld 437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4377" name="Textfeld 437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4378" name="Ellipse 437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379" name="Ellipse 437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0" name="Rechteck 437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1" name="Rechteck 438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2" name="Rechteck 438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3" name="Rechteck 438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4" name="Rechteck 438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5" name="Rechteck 438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6" name="Rechteck 438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7" name="Rechteck 438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4364" name="Textfeld 436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4362" name="Textfeld 436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4358" name="Textfeld 435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4359" name="Textfeld 435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4360" name="Textfeld 435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4502" name="Gruppieren 4501"/>
          <p:cNvGrpSpPr/>
          <p:nvPr/>
        </p:nvGrpSpPr>
        <p:grpSpPr>
          <a:xfrm>
            <a:off x="391231" y="4873212"/>
            <a:ext cx="1866985" cy="1656756"/>
            <a:chOff x="391231" y="4873212"/>
            <a:chExt cx="1866985" cy="1656756"/>
          </a:xfrm>
        </p:grpSpPr>
        <p:grpSp>
          <p:nvGrpSpPr>
            <p:cNvPr id="4503" name="Gruppieren 4502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4608" name="Gruppieren 460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610" name="Gruppieren 460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612" name="Rechteck 4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13" name="Rechteck 4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4" name="Ellipse 4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15" name="Ellipse 4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6" name="Ellipse 46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7" name="Ellipse 46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8" name="Ellipse 46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9" name="Ellipse 46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0" name="Ellipse 46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1" name="Ellipse 46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2" name="Rechteck 46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3" name="Rechteck 46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4" name="Rechteck 46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5" name="Rechteck 46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6" name="Rechteck 46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7" name="Rechteck 46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8" name="Rechteck 46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9" name="Rechteck 46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11" name="Textfeld 4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609" name="Textfeld 4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4504" name="Rechteck 4503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5" name="Rechteck 4504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6" name="Rechteck 4505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7" name="Rechteck 4506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8" name="Rechteck 4507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509" name="Gruppieren 4508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4578" name="Gruppieren 4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80" name="Gruppieren 4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82" name="Rechteck 4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83" name="Rechteck 4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4" name="Ellipse 4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85" name="Ellipse 4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6" name="Textfeld 4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87" name="Textfeld 4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88" name="Ellipse 4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9" name="Ellipse 4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0" name="Textfeld 4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91" name="Textfeld 4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92" name="Ellipse 4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3" name="Ellipse 4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4" name="Textfeld 4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595" name="Textfeld 4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596" name="Ellipse 4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7" name="Ellipse 4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8" name="Textfeld 4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599" name="Textfeld 4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600" name="Rechteck 4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1" name="Rechteck 4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2" name="Rechteck 4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3" name="Rechteck 4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4" name="Rechteck 4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5" name="Rechteck 4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6" name="Rechteck 4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7" name="Rechteck 4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81" name="Textfeld 4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579" name="Textfeld 4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510" name="Gruppieren 4509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4548" name="Gruppieren 4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50" name="Gruppieren 4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52" name="Rechteck 4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53" name="Rechteck 4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4" name="Ellipse 45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5" name="Ellipse 45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6" name="Textfeld 45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57" name="Textfeld 45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58" name="Ellipse 45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9" name="Ellipse 45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0" name="Textfeld 45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561" name="Textfeld 45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62" name="Ellipse 45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3" name="Ellipse 45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4" name="Textfeld 45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565" name="Textfeld 45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566" name="Ellipse 45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7" name="Ellipse 45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8" name="Textfeld 45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569" name="Textfeld 45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570" name="Rechteck 4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1" name="Rechteck 4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2" name="Rechteck 4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3" name="Rechteck 4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4" name="Rechteck 4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5" name="Rechteck 4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6" name="Rechteck 4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7" name="Rechteck 4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51" name="Textfeld 4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549" name="Textfeld 4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4511" name="Gruppieren 4510"/>
            <p:cNvGrpSpPr/>
            <p:nvPr/>
          </p:nvGrpSpPr>
          <p:grpSpPr>
            <a:xfrm>
              <a:off x="1607540" y="4875740"/>
              <a:ext cx="327049" cy="1652928"/>
              <a:chOff x="1692193" y="1141150"/>
              <a:chExt cx="327049" cy="1652928"/>
            </a:xfrm>
          </p:grpSpPr>
          <p:grpSp>
            <p:nvGrpSpPr>
              <p:cNvPr id="4518" name="Gruppieren 451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20" name="Gruppieren 45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22" name="Rechteck 45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23" name="Rechteck 45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4" name="Ellipse 45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5" name="Ellipse 45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6" name="Textfeld 45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27" name="Textfeld 45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28" name="Ellipse 45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9" name="Ellipse 45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0" name="Textfeld 45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31" name="Textfeld 453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32" name="Ellipse 45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3" name="Ellipse 45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4" name="Textfeld 45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535" name="Textfeld 45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536" name="Ellipse 45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37" name="Ellipse 45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8" name="Textfeld 45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539" name="Textfeld 45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540" name="Rechteck 45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1" name="Rechteck 45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2" name="Rechteck 45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3" name="Rechteck 45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4" name="Rechteck 45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5" name="Rechteck 45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6" name="Rechteck 45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7" name="Rechteck 45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21" name="Textfeld 45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519" name="Textfeld 45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4512" name="Gruppieren 4511"/>
            <p:cNvGrpSpPr/>
            <p:nvPr/>
          </p:nvGrpSpPr>
          <p:grpSpPr>
            <a:xfrm>
              <a:off x="1933266" y="4877040"/>
              <a:ext cx="324950" cy="1652928"/>
              <a:chOff x="1694292" y="1141150"/>
              <a:chExt cx="324950" cy="1652928"/>
            </a:xfrm>
          </p:grpSpPr>
          <p:grpSp>
            <p:nvGrpSpPr>
              <p:cNvPr id="4514" name="Gruppieren 451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4516" name="Rechteck 451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517" name="Textfeld 451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515" name="Textfeld 451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513" name="Textfeld 4512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2059" name="Gruppieren 2058"/>
          <p:cNvGrpSpPr/>
          <p:nvPr/>
        </p:nvGrpSpPr>
        <p:grpSpPr>
          <a:xfrm>
            <a:off x="391231" y="941890"/>
            <a:ext cx="4152423" cy="1652928"/>
            <a:chOff x="2326225" y="2890919"/>
            <a:chExt cx="4152423" cy="1652928"/>
          </a:xfrm>
        </p:grpSpPr>
        <p:grpSp>
          <p:nvGrpSpPr>
            <p:cNvPr id="2060" name="Gruppieren 2059"/>
            <p:cNvGrpSpPr/>
            <p:nvPr/>
          </p:nvGrpSpPr>
          <p:grpSpPr>
            <a:xfrm>
              <a:off x="2571016" y="2890919"/>
              <a:ext cx="324950" cy="1652928"/>
              <a:chOff x="1694292" y="1141150"/>
              <a:chExt cx="324950" cy="1652928"/>
            </a:xfrm>
          </p:grpSpPr>
          <p:grpSp>
            <p:nvGrpSpPr>
              <p:cNvPr id="2390" name="Gruppieren 238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392" name="Gruppieren 239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Ellipse 23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7" name="Ellipse 23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8" name="Ellipse 23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9" name="Ellipse 23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Ellipse 23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Ellipse 24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2" name="Ellipse 24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3" name="Ellipse 24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Rechteck 24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5" name="Rechteck 24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Rechteck 24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Rechteck 24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Rechteck 24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Rechteck 24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Rechteck 24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Rechteck 24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93" name="Textfeld 239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91" name="Textfeld 23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061" name="Rechteck 2060"/>
            <p:cNvSpPr/>
            <p:nvPr/>
          </p:nvSpPr>
          <p:spPr>
            <a:xfrm>
              <a:off x="2331632" y="3053620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2" name="Rechteck 2061"/>
            <p:cNvSpPr/>
            <p:nvPr/>
          </p:nvSpPr>
          <p:spPr>
            <a:xfrm>
              <a:off x="2408408" y="3235020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3" name="Rechteck 2062"/>
            <p:cNvSpPr/>
            <p:nvPr/>
          </p:nvSpPr>
          <p:spPr>
            <a:xfrm>
              <a:off x="2364934" y="3277696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4" name="Rechteck 2063"/>
            <p:cNvSpPr/>
            <p:nvPr/>
          </p:nvSpPr>
          <p:spPr>
            <a:xfrm>
              <a:off x="2409078" y="384351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5" name="Rechteck 2064"/>
            <p:cNvSpPr/>
            <p:nvPr/>
          </p:nvSpPr>
          <p:spPr>
            <a:xfrm>
              <a:off x="2365604" y="388618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66" name="Gruppieren 2065"/>
            <p:cNvGrpSpPr/>
            <p:nvPr/>
          </p:nvGrpSpPr>
          <p:grpSpPr>
            <a:xfrm>
              <a:off x="3221431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60" name="Gruppieren 23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62" name="Gruppieren 23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Ellipse 23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Ellipse 23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Textfeld 23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69" name="Textfeld 23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70" name="Ellipse 23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Ellipse 23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2" name="Textfeld 23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3" name="Textfeld 23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Ellipse 23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7" name="Textfeld 23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9" name="Ellipse 23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81" name="Textfeld 23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82" name="Rechteck 23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Rechteck 23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Rechteck 23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5" name="Rechteck 23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Rechteck 23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Rechteck 23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8" name="Rechteck 23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9" name="Rechteck 23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63" name="Textfeld 23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361" name="Textfeld 23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7" name="Gruppieren 2066"/>
            <p:cNvGrpSpPr/>
            <p:nvPr/>
          </p:nvGrpSpPr>
          <p:grpSpPr>
            <a:xfrm>
              <a:off x="3545410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30" name="Gruppieren 232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32" name="Gruppieren 23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Ellipse 23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Ellipse 23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Textfeld 23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39" name="Textfeld 23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0" name="Ellipse 23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1" name="Ellipse 23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2" name="Textfeld 23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3" name="Textfeld 23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4" name="Ellipse 23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Textfeld 23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52" name="Rechteck 23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Rechteck 23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Rechteck 23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5" name="Rechteck 23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6" name="Rechteck 23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Rechteck 23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Rechteck 23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9" name="Rechteck 23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33" name="Textfeld 23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1" name="Textfeld 23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8" name="Gruppieren 2067"/>
            <p:cNvGrpSpPr/>
            <p:nvPr/>
          </p:nvGrpSpPr>
          <p:grpSpPr>
            <a:xfrm>
              <a:off x="3869389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300" name="Gruppieren 22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02" name="Gruppieren 23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Ellipse 23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Ellipse 23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Textfeld 23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09" name="Textfeld 23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10" name="Ellipse 23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1" name="Ellipse 23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2" name="Textfeld 23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3" name="Textfeld 23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4" name="Ellipse 23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5" name="Ellipse 23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6" name="Textfeld 23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7" name="Textfeld 23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Ellipse 23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21" name="Textfeld 23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22" name="Rechteck 23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Rechteck 23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Rechteck 23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5" name="Rechteck 23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Rechteck 23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Rechteck 23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8" name="Rechteck 23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9" name="Rechteck 23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03" name="Textfeld 23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01" name="Textfeld 23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9" name="Gruppieren 2068"/>
            <p:cNvGrpSpPr/>
            <p:nvPr/>
          </p:nvGrpSpPr>
          <p:grpSpPr>
            <a:xfrm>
              <a:off x="4521734" y="2890919"/>
              <a:ext cx="327049" cy="1652928"/>
              <a:chOff x="1692193" y="1141150"/>
              <a:chExt cx="327049" cy="1652928"/>
            </a:xfrm>
          </p:grpSpPr>
          <p:grpSp>
            <p:nvGrpSpPr>
              <p:cNvPr id="2270" name="Gruppieren 22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72" name="Gruppieren 22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74" name="Rechteck 2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Ellipse 2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Ellipse 2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Textfeld 2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79" name="Textfeld 2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80" name="Ellipse 2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Ellipse 2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Textfeld 22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3" name="Textfeld 22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4" name="Ellipse 22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5" name="Ellipse 22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6" name="Textfeld 22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7" name="Textfeld 22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8" name="Ellipse 22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89" name="Ellipse 22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0" name="Textfeld 22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91" name="Textfeld 22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92" name="Rechteck 22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Rechteck 22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Rechteck 22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5" name="Rechteck 22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6" name="Rechteck 22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7" name="Rechteck 22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Rechteck 22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9" name="Rechteck 22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73" name="Textfeld 22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71" name="Textfeld 2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0" name="Gruppieren 2069"/>
            <p:cNvGrpSpPr/>
            <p:nvPr/>
          </p:nvGrpSpPr>
          <p:grpSpPr>
            <a:xfrm>
              <a:off x="4845713" y="2890919"/>
              <a:ext cx="417638" cy="1652928"/>
              <a:chOff x="1692193" y="1141150"/>
              <a:chExt cx="417638" cy="1652928"/>
            </a:xfrm>
          </p:grpSpPr>
          <p:grpSp>
            <p:nvGrpSpPr>
              <p:cNvPr id="2240" name="Gruppieren 223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42" name="Gruppieren 22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44" name="Rechteck 22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45" name="Rechteck 22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Ellipse 22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Ellipse 22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8" name="Textfeld 22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49" name="Textfeld 22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50" name="Ellipse 22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Ellipse 22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Textfeld 22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3" name="Textfeld 22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4" name="Ellipse 22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Ellipse 22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Textfeld 22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7" name="Textfeld 22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8" name="Ellipse 22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Textfeld 22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62" name="Rechteck 22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Rechteck 22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Rechteck 22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Rechteck 22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6" name="Rechteck 22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7" name="Rechteck 22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Rechteck 22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Rechteck 22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43" name="Textfeld 224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41" name="Textfeld 22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1" name="Gruppieren 2070"/>
            <p:cNvGrpSpPr/>
            <p:nvPr/>
          </p:nvGrpSpPr>
          <p:grpSpPr>
            <a:xfrm>
              <a:off x="5169692" y="2890919"/>
              <a:ext cx="371759" cy="1652928"/>
              <a:chOff x="1692193" y="1141150"/>
              <a:chExt cx="371759" cy="1652928"/>
            </a:xfrm>
          </p:grpSpPr>
          <p:grpSp>
            <p:nvGrpSpPr>
              <p:cNvPr id="2210" name="Gruppieren 2209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12" name="Gruppieren 22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14" name="Rechteck 22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Ellipse 22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7" name="Ellipse 22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8" name="Textfeld 22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19" name="Textfeld 22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20" name="Ellipse 22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1" name="Ellipse 22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2" name="Textfeld 22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3" name="Textfeld 22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4" name="Ellipse 22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5" name="Ellipse 22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6" name="Textfeld 22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7" name="Textfeld 22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8" name="Ellipse 22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9" name="Ellipse 22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0" name="Textfeld 22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31" name="Textfeld 22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32" name="Rechteck 22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Rechteck 22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4" name="Rechteck 22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5" name="Rechteck 22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Rechteck 22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Rechteck 22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8" name="Rechteck 22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9" name="Rechteck 22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13" name="Textfeld 221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11" name="Textfeld 22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2" name="Gruppieren 2071"/>
            <p:cNvGrpSpPr/>
            <p:nvPr/>
          </p:nvGrpSpPr>
          <p:grpSpPr>
            <a:xfrm>
              <a:off x="5492528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180" name="Gruppieren 217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82" name="Gruppieren 21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Ellipse 21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9" name="Textfeld 21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Ellipse 21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3" name="Textfeld 21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02" name="Rechteck 22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3" name="Rechteck 22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4" name="Rechteck 22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5" name="Rechteck 22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6" name="Rechteck 22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7" name="Rechteck 22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8" name="Rechteck 22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9" name="Rechteck 22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83" name="Textfeld 218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81" name="Textfeld 21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73" name="Gruppieren 2072"/>
            <p:cNvGrpSpPr/>
            <p:nvPr/>
          </p:nvGrpSpPr>
          <p:grpSpPr>
            <a:xfrm>
              <a:off x="5815199" y="2897593"/>
              <a:ext cx="358092" cy="1646254"/>
              <a:chOff x="1692193" y="1147824"/>
              <a:chExt cx="358092" cy="1646254"/>
            </a:xfrm>
          </p:grpSpPr>
          <p:grpSp>
            <p:nvGrpSpPr>
              <p:cNvPr id="2150" name="Gruppieren 214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52" name="Gruppieren 21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54" name="Rechteck 21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55" name="Rechteck 21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Ellipse 21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9" name="Textfeld 21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Ellipse 21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3" name="Textfeld 21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2" name="Rechteck 21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Rechteck 21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Rechteck 21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Rechteck 21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Rechteck 21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Rechteck 21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53" name="Textfeld 21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51" name="Textfeld 21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074" name="Gruppieren 2073"/>
            <p:cNvGrpSpPr/>
            <p:nvPr/>
          </p:nvGrpSpPr>
          <p:grpSpPr>
            <a:xfrm>
              <a:off x="6132211" y="2905282"/>
              <a:ext cx="346437" cy="1638565"/>
              <a:chOff x="1686699" y="1155513"/>
              <a:chExt cx="346437" cy="1638565"/>
            </a:xfrm>
          </p:grpSpPr>
          <p:grpSp>
            <p:nvGrpSpPr>
              <p:cNvPr id="2146" name="Gruppieren 214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48" name="Rechteck 214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49" name="Textfeld 214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147" name="Textfeld 21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75" name="Textfeld 2074"/>
            <p:cNvSpPr txBox="1"/>
            <p:nvPr/>
          </p:nvSpPr>
          <p:spPr>
            <a:xfrm>
              <a:off x="2326225" y="43748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076" name="Gruppieren 2075"/>
            <p:cNvGrpSpPr/>
            <p:nvPr/>
          </p:nvGrpSpPr>
          <p:grpSpPr>
            <a:xfrm>
              <a:off x="2894506" y="2890919"/>
              <a:ext cx="327049" cy="1652928"/>
              <a:chOff x="3131212" y="1103872"/>
              <a:chExt cx="327049" cy="1652928"/>
            </a:xfrm>
          </p:grpSpPr>
          <p:grpSp>
            <p:nvGrpSpPr>
              <p:cNvPr id="2115" name="Gruppieren 211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17" name="Gruppieren 211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19" name="Gruppieren 211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1" name="Rechteck 212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2" name="Rechteck 212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3" name="Ellipse 212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4" name="Ellipse 212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5" name="Textfeld 212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26" name="Ellipse 21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7" name="Ellipse 21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8" name="Textfeld 21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29" name="Textfeld 21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0" name="Ellipse 21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2" name="Textfeld 21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38" name="Rechteck 21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Rechteck 21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Rechteck 21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1" name="Rechteck 21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2" name="Rechteck 21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Rechteck 21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Rechteck 21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5" name="Rechteck 21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18" name="Textfeld 21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16" name="Textfeld 211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2077" name="Gruppieren 2076"/>
            <p:cNvGrpSpPr/>
            <p:nvPr/>
          </p:nvGrpSpPr>
          <p:grpSpPr>
            <a:xfrm>
              <a:off x="4196245" y="2940848"/>
              <a:ext cx="324950" cy="1602737"/>
              <a:chOff x="2526020" y="269422"/>
              <a:chExt cx="324950" cy="1602737"/>
            </a:xfrm>
          </p:grpSpPr>
          <p:sp>
            <p:nvSpPr>
              <p:cNvPr id="2078" name="Rechteck 2077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79" name="Ellipse 2078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80" name="Ellipse 2079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1" name="Ellipse 2080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2" name="Ellipse 2081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3" name="Textfeld 2082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4" name="Textfeld 2083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5" name="Ellipse 2084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86" name="Ellipse 2085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7" name="Ellipse 2086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8" name="Ellipse 2087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89" name="Ellipse 2088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90" name="Ellipse 2089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1" name="Ellipse 2090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2" name="Ellipse 2091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3" name="Ellipse 2092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094" name="Ellipse 2093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5" name="Ellipse 2094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096" name="Ellipse 2095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097" name="Gruppieren 2096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098" name="Rechteck 2097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099" name="Rechteck 2098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0" name="Rechteck 2099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1" name="Rechteck 2100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02" name="Rechteck 2101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3" name="Rechteck 2102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4" name="Rechteck 2103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5" name="Rechteck 2104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6" name="Rechteck 2105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7" name="Rechteck 2106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8" name="Rechteck 2107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09" name="Rechteck 2108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0" name="Rechteck 2109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1" name="Rechteck 2110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2" name="Rechteck 2111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3" name="Rechteck 2112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114" name="Rechteck 2113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57104118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17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7798" name="Gruppieren 7797"/>
          <p:cNvGrpSpPr/>
          <p:nvPr/>
        </p:nvGrpSpPr>
        <p:grpSpPr>
          <a:xfrm>
            <a:off x="10244840" y="2835616"/>
            <a:ext cx="2517156" cy="1652928"/>
            <a:chOff x="2586406" y="1278376"/>
            <a:chExt cx="2517156" cy="1652928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6" name="Gruppieren 7805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06" name="Gruppieren 79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08" name="Gruppieren 79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10" name="Rechteck 79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11" name="Rechteck 79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2" name="Ellipse 79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3" name="Ellipse 79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4" name="Textfeld 79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15" name="Textfeld 79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16" name="Ellipse 79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7" name="Ellipse 79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8" name="Textfeld 79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19" name="Textfeld 79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20" name="Ellipse 79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1" name="Ellipse 79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2" name="Textfeld 79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23" name="Textfeld 79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924" name="Ellipse 79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25" name="Ellipse 79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6" name="Textfeld 79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27" name="Textfeld 79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928" name="Rechteck 79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9" name="Rechteck 79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0" name="Rechteck 79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1" name="Rechteck 79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2" name="Rechteck 79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3" name="Rechteck 79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4" name="Rechteck 79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5" name="Rechteck 79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09" name="Textfeld 79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907" name="Textfeld 7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7" name="Gruppieren 780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84" name="Gruppieren 7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86" name="Gruppieren 7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8" name="Rechteck 7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89" name="Rechteck 7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0" name="Ellipse 7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1" name="Ellipse 7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2" name="Ellipse 7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3" name="Ellipse 7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4" name="Ellipse 7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5" name="Ellipse 7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6" name="Ellipse 7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7" name="Ellipse 7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8" name="Rechteck 7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9" name="Rechteck 7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0" name="Rechteck 7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1" name="Rechteck 7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2" name="Rechteck 7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3" name="Rechteck 7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4" name="Rechteck 7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5" name="Rechteck 7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87" name="Textfeld 7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885" name="Textfeld 7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09" name="Rechteck 7808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7810" name="Gruppieren 780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7812" name="Gruppieren 7811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7813" name="Rechteck 781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4" name="Ellipse 781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5" name="Ellipse 781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6" name="Ellipse 781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7" name="Ellipse 781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8" name="Textfeld 781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9" name="Textfeld 781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20" name="Ellipse 781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1" name="Ellipse 782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2" name="Ellipse 782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3" name="Ellipse 782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4" name="Ellipse 782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5" name="Ellipse 782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6" name="Ellipse 782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7" name="Ellipse 782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8" name="Ellipse 782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9" name="Ellipse 782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0" name="Ellipse 782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1" name="Ellipse 783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32" name="Gruppieren 783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833" name="Rechteck 783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4" name="Rechteck 783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5" name="Rechteck 783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6" name="Rechteck 783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37" name="Rechteck 783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8" name="Rechteck 783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9" name="Rechteck 783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0" name="Rechteck 783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1" name="Rechteck 784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2" name="Rechteck 784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3" name="Rechteck 784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4" name="Rechteck 784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5" name="Rechteck 784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6" name="Rechteck 784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7" name="Rechteck 784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8" name="Rechteck 784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9" name="Rechteck 784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233" name="Gruppieren 8232"/>
          <p:cNvGrpSpPr/>
          <p:nvPr/>
        </p:nvGrpSpPr>
        <p:grpSpPr>
          <a:xfrm>
            <a:off x="37610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7584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638" name="Gruppieren 26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0" name="Gruppieren 26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5" name="Ellipse 26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Ellipse 26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1" name="Textfeld 26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39" name="Textfeld 2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608" name="Gruppieren 26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0" name="Gruppieren 26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Ellipse 2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5" name="Ellipse 2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Textfeld 26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17" name="Textfeld 26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Ellipse 26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21" name="Textfeld 26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Ellipse 2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25" name="Textfeld 26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Ellipse 26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29" name="Textfeld 26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30" name="Rechteck 26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Rechteck 26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2" name="Rechteck 26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1" name="Textfeld 2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09" name="Textfeld 2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78" name="Gruppieren 2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0" name="Gruppieren 2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Ellipse 2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Ellipse 2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Textfeld 2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87" name="Textfeld 2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Ellipse 2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Textfeld 2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Ellipse 2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95" name="Textfeld 2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Ellipse 2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99" name="Textfeld 2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00" name="Rechteck 2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Rechteck 2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2" name="Rechteck 2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1" name="Textfeld 2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79" name="Textfeld 2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556" name="Gruppieren 25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58" name="Gruppieren 25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60" name="Rechteck 25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1" name="Rechteck 25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Rechteck 2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Rechteck 2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Rechteck 2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9" name="Textfeld 25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7" name="Textfeld 25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26" name="Gruppieren 25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8" name="Gruppieren 25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0" name="Rechteck 25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1" name="Rechteck 25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47" name="Textfeld 25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9" name="Textfeld 2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527" name="Textfeld 2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498" name="Gruppieren 2497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500" name="Gruppieren 249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Ellipse 25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Textfeld 25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8" name="Ellipse 25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Ellipse 2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3" name="Textfeld 2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5" name="Ellipse 2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7" name="Textfeld 2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1" name="Textfeld 25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99" name="Textfeld 24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494" name="Gruppieren 2493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496" name="Rechteck 2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97" name="Textfeld 2496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495" name="Textfeld 2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0" name="Rechteck 2459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461" name="Textfeld 2460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462" name="Gruppieren 2461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463" name="Gruppieren 2462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467" name="Gruppieren 2466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469" name="Gruppieren 2468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471" name="Rechteck 24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72" name="Rechteck 24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3" name="Ellipse 24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4" name="Ellipse 24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5" name="Textfeld 2474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476" name="Ellipse 24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7" name="Ellipse 24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8" name="Textfeld 24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79" name="Textfeld 24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80" name="Ellipse 24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1" name="Ellipse 24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2" name="Textfeld 24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3" name="Textfeld 24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4" name="Ellipse 24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85" name="Ellipse 24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6" name="Rechteck 2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7" name="Rechteck 2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8" name="Rechteck 2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9" name="Rechteck 2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0" name="Rechteck 2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1" name="Rechteck 2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2" name="Rechteck 2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3" name="Rechteck 2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468" name="Textfeld 24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464" name="Textfeld 2463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2465" name="Textfeld 2464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2466" name="Textfeld 2465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660" name="Gruppieren 2659"/>
          <p:cNvGrpSpPr/>
          <p:nvPr/>
        </p:nvGrpSpPr>
        <p:grpSpPr>
          <a:xfrm>
            <a:off x="391231" y="4873212"/>
            <a:ext cx="1866985" cy="1656756"/>
            <a:chOff x="391231" y="4873212"/>
            <a:chExt cx="1866985" cy="1656756"/>
          </a:xfrm>
        </p:grpSpPr>
        <p:grpSp>
          <p:nvGrpSpPr>
            <p:cNvPr id="2661" name="Gruppieren 2660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2766" name="Gruppieren 27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68" name="Gruppieren 27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70" name="Rechteck 27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1" name="Rechteck 27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Ellipse 27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3" name="Ellipse 27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4" name="Ellipse 27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Ellipse 27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Rechteck 2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Rechteck 2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69" name="Textfeld 27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67" name="Textfeld 27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2" name="Rechteck 2661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3" name="Rechteck 2662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7" name="Gruppieren 2666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2736" name="Gruppieren 27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38" name="Gruppieren 27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Ellipse 2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3" name="Ellipse 2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Textfeld 27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45" name="Textfeld 27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46" name="Ellipse 27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Textfeld 27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0" name="Ellipse 2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2" name="Textfeld 27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53" name="Textfeld 27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54" name="Ellipse 27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5" name="Ellipse 27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Textfeld 27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57" name="Textfeld 27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58" name="Rechteck 27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Rechteck 27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Rechteck 27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1" name="Rechteck 27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9" name="Textfeld 27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37" name="Textfeld 2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68" name="Gruppieren 2667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2706" name="Gruppieren 27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08" name="Gruppieren 27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10" name="Rechteck 2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1" name="Rechteck 27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2" name="Ellipse 27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3" name="Ellipse 27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4" name="Textfeld 27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15" name="Textfeld 27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16" name="Ellipse 2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Ellipse 2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Textfeld 27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19" name="Textfeld 27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20" name="Ellipse 27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1" name="Ellipse 27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2" name="Textfeld 27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3" name="Textfeld 27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28" name="Rechteck 27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Rechteck 27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Rechteck 27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1" name="Rechteck 27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2" name="Rechteck 27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09" name="Textfeld 27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07" name="Textfeld 27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607540" y="4875740"/>
              <a:ext cx="327049" cy="1652928"/>
              <a:chOff x="1692193" y="1141150"/>
              <a:chExt cx="327049" cy="1652928"/>
            </a:xfrm>
          </p:grpSpPr>
          <p:grpSp>
            <p:nvGrpSpPr>
              <p:cNvPr id="2676" name="Gruppieren 267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78" name="Gruppieren 26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80" name="Rechteck 26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81" name="Rechteck 26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2" name="Ellipse 26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3" name="Ellipse 26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85" name="Textfeld 26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86" name="Ellipse 26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Ellipse 26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8" name="Textfeld 26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89" name="Textfeld 26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90" name="Ellipse 26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Ellipse 26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2" name="Textfeld 26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93" name="Textfeld 26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94" name="Ellipse 26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5" name="Ellipse 26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6" name="Textfeld 26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97" name="Textfeld 26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98" name="Rechteck 26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Rechteck 26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0" name="Rechteck 26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1" name="Rechteck 27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2" name="Rechteck 27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Rechteck 27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Rechteck 27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5" name="Rechteck 27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79" name="Textfeld 267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677" name="Textfeld 26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933266" y="4877040"/>
              <a:ext cx="324950" cy="1652928"/>
              <a:chOff x="1694292" y="1141150"/>
              <a:chExt cx="324950" cy="1652928"/>
            </a:xfrm>
          </p:grpSpPr>
          <p:grpSp>
            <p:nvGrpSpPr>
              <p:cNvPr id="2672" name="Gruppieren 267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674" name="Rechteck 267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75" name="Textfeld 2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673" name="Textfeld 26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671" name="Textfeld 2670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3028" name="Gruppieren 3027"/>
          <p:cNvGrpSpPr/>
          <p:nvPr/>
        </p:nvGrpSpPr>
        <p:grpSpPr>
          <a:xfrm>
            <a:off x="396407" y="942675"/>
            <a:ext cx="4806473" cy="1652928"/>
            <a:chOff x="2235114" y="1103872"/>
            <a:chExt cx="4806473" cy="1652928"/>
          </a:xfrm>
        </p:grpSpPr>
        <p:grpSp>
          <p:nvGrpSpPr>
            <p:cNvPr id="3029" name="Gruppieren 3028"/>
            <p:cNvGrpSpPr/>
            <p:nvPr/>
          </p:nvGrpSpPr>
          <p:grpSpPr>
            <a:xfrm>
              <a:off x="2479905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545" name="Gruppieren 354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47" name="Gruppieren 354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49" name="Rechteck 354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0" name="Rechteck 354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1" name="Ellipse 355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2" name="Ellipse 355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Ellipse 35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Ellipse 355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Ellipse 35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Ellipse 35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Ellipse 35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Ellipse 35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Rechteck 35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0" name="Rechteck 35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1" name="Rechteck 35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2" name="Rechteck 35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3" name="Rechteck 35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Rechteck 35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48" name="Textfeld 354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546" name="Textfeld 354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030" name="Rechteck 3029"/>
            <p:cNvSpPr/>
            <p:nvPr/>
          </p:nvSpPr>
          <p:spPr>
            <a:xfrm>
              <a:off x="2240521" y="12665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1" name="Rechteck 3030"/>
            <p:cNvSpPr/>
            <p:nvPr/>
          </p:nvSpPr>
          <p:spPr>
            <a:xfrm>
              <a:off x="2317297" y="14479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2" name="Rechteck 3031"/>
            <p:cNvSpPr/>
            <p:nvPr/>
          </p:nvSpPr>
          <p:spPr>
            <a:xfrm>
              <a:off x="2273823" y="14906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3" name="Rechteck 3032"/>
            <p:cNvSpPr/>
            <p:nvPr/>
          </p:nvSpPr>
          <p:spPr>
            <a:xfrm>
              <a:off x="2317967" y="20564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4" name="Rechteck 3033"/>
            <p:cNvSpPr/>
            <p:nvPr/>
          </p:nvSpPr>
          <p:spPr>
            <a:xfrm>
              <a:off x="2274493" y="20991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35" name="Gruppieren 3034"/>
            <p:cNvGrpSpPr/>
            <p:nvPr/>
          </p:nvGrpSpPr>
          <p:grpSpPr>
            <a:xfrm>
              <a:off x="3130320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515" name="Gruppieren 3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17" name="Gruppieren 3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Ellipse 3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Ellipse 3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Textfeld 3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24" name="Textfeld 3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25" name="Ellipse 3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Ellipse 3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Textfeld 3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28" name="Textfeld 3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29" name="Ellipse 3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0" name="Ellipse 3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1" name="Textfeld 3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32" name="Textfeld 3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33" name="Ellipse 3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Textfeld 3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37" name="Rechteck 3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8" name="Rechteck 3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9" name="Rechteck 3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0" name="Rechteck 3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1" name="Rechteck 3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2" name="Rechteck 3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3" name="Rechteck 3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4" name="Rechteck 3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18" name="Textfeld 3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516" name="Textfeld 3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6" name="Gruppieren 3035"/>
            <p:cNvGrpSpPr/>
            <p:nvPr/>
          </p:nvGrpSpPr>
          <p:grpSpPr>
            <a:xfrm>
              <a:off x="3454299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485" name="Gruppieren 348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87" name="Gruppieren 34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89" name="Rechteck 34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90" name="Rechteck 34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1" name="Ellipse 34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2" name="Ellipse 34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3" name="Textfeld 34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94" name="Textfeld 34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95" name="Ellipse 34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6" name="Ellipse 34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7" name="Textfeld 34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98" name="Textfeld 34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99" name="Ellipse 34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0" name="Ellipse 34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1" name="Textfeld 35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02" name="Textfeld 35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03" name="Ellipse 35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4" name="Ellipse 35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5" name="Textfeld 35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06" name="Textfeld 35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07" name="Rechteck 35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Rechteck 35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9" name="Rechteck 35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0" name="Rechteck 35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Rechteck 35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Rechteck 35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Rechteck 35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Rechteck 35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88" name="Textfeld 348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486" name="Textfeld 34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7" name="Gruppieren 3036"/>
            <p:cNvGrpSpPr/>
            <p:nvPr/>
          </p:nvGrpSpPr>
          <p:grpSpPr>
            <a:xfrm>
              <a:off x="3778278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455" name="Gruppieren 345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57" name="Gruppieren 345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59" name="Rechteck 34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60" name="Rechteck 34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1" name="Ellipse 34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2" name="Ellipse 34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3" name="Textfeld 346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64" name="Textfeld 346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65" name="Ellipse 346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6" name="Ellipse 346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7" name="Textfeld 346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68" name="Textfeld 346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69" name="Ellipse 34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0" name="Ellipse 34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1" name="Textfeld 34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73" name="Ellipse 34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4" name="Ellipse 34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Textfeld 34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76" name="Textfeld 34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77" name="Rechteck 34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8" name="Rechteck 34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9" name="Rechteck 34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0" name="Rechteck 34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1" name="Rechteck 34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2" name="Rechteck 34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3" name="Rechteck 34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4" name="Rechteck 34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58" name="Textfeld 345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456" name="Textfeld 34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8" name="Gruppieren 3037"/>
            <p:cNvGrpSpPr/>
            <p:nvPr/>
          </p:nvGrpSpPr>
          <p:grpSpPr>
            <a:xfrm>
              <a:off x="4759847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433" name="Gruppieren 343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435" name="Gruppieren 343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437" name="Rechteck 34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8" name="Rechteck 34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9" name="Ellipse 34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0" name="Ellipse 34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1" name="Ellipse 34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Ellipse 34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43" name="Ellipse 34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4" name="Ellipse 34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45" name="Ellipse 34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Ellipse 34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7" name="Rechteck 34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8" name="Rechteck 34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9" name="Rechteck 34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0" name="Rechteck 34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1" name="Rechteck 34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2" name="Rechteck 34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36" name="Textfeld 34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34" name="Textfeld 34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039" name="Gruppieren 3038"/>
            <p:cNvGrpSpPr/>
            <p:nvPr/>
          </p:nvGrpSpPr>
          <p:grpSpPr>
            <a:xfrm>
              <a:off x="5084673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403" name="Gruppieren 340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05" name="Gruppieren 34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07" name="Rechteck 3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08" name="Rechteck 3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9" name="Ellipse 3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0" name="Ellipse 3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Textfeld 34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12" name="Textfeld 34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13" name="Ellipse 34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4" name="Ellipse 34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5" name="Textfeld 34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6" name="Textfeld 34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7" name="Ellipse 34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8" name="Ellipse 34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9" name="Textfeld 34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20" name="Textfeld 34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21" name="Ellipse 34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2" name="Ellipse 34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3" name="Textfeld 34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24" name="Textfeld 34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25" name="Rechteck 34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6" name="Rechteck 34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Rechteck 34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8" name="Rechteck 34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9" name="Rechteck 34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0" name="Rechteck 34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1" name="Rechteck 34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2" name="Rechteck 34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06" name="Textfeld 340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04" name="Textfeld 3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0" name="Gruppieren 3039"/>
            <p:cNvGrpSpPr/>
            <p:nvPr/>
          </p:nvGrpSpPr>
          <p:grpSpPr>
            <a:xfrm>
              <a:off x="5408652" y="1103872"/>
              <a:ext cx="417638" cy="1652928"/>
              <a:chOff x="1692193" y="1141150"/>
              <a:chExt cx="417638" cy="1652928"/>
            </a:xfrm>
          </p:grpSpPr>
          <p:grpSp>
            <p:nvGrpSpPr>
              <p:cNvPr id="3373" name="Gruppieren 337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375" name="Gruppieren 337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Ellipse 337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0" name="Ellipse 337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1" name="Textfeld 338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82" name="Textfeld 338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83" name="Ellipse 338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4" name="Ellipse 338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5" name="Textfeld 338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86" name="Textfeld 338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87" name="Ellipse 338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8" name="Ellipse 338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9" name="Textfeld 338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90" name="Textfeld 338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91" name="Ellipse 339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2" name="Ellipse 339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3" name="Textfeld 339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94" name="Textfeld 339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95" name="Rechteck 33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6" name="Rechteck 33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7" name="Rechteck 33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8" name="Rechteck 33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9" name="Rechteck 33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0" name="Rechteck 33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1" name="Rechteck 34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2" name="Rechteck 34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76" name="Textfeld 337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74" name="Textfeld 337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1" name="Gruppieren 3040"/>
            <p:cNvGrpSpPr/>
            <p:nvPr/>
          </p:nvGrpSpPr>
          <p:grpSpPr>
            <a:xfrm>
              <a:off x="5732631" y="1103872"/>
              <a:ext cx="371759" cy="1652928"/>
              <a:chOff x="1692193" y="1141150"/>
              <a:chExt cx="371759" cy="1652928"/>
            </a:xfrm>
          </p:grpSpPr>
          <p:grpSp>
            <p:nvGrpSpPr>
              <p:cNvPr id="3343" name="Gruppieren 334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345" name="Gruppieren 334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47" name="Rechteck 33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48" name="Rechteck 33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9" name="Ellipse 33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0" name="Ellipse 33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Textfeld 335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52" name="Textfeld 335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53" name="Ellipse 33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Ellipse 335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Textfeld 335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56" name="Textfeld 335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57" name="Ellipse 335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Ellipse 335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9" name="Textfeld 335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60" name="Textfeld 335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61" name="Ellipse 336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2" name="Ellipse 336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3" name="Textfeld 336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64" name="Textfeld 336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65" name="Rechteck 336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6" name="Rechteck 336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Rechteck 336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Rechteck 336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Rechteck 336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Rechteck 336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Rechteck 337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Rechteck 337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46" name="Textfeld 334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44" name="Textfeld 33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2" name="Gruppieren 3041"/>
            <p:cNvGrpSpPr/>
            <p:nvPr/>
          </p:nvGrpSpPr>
          <p:grpSpPr>
            <a:xfrm>
              <a:off x="6055467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3313" name="Gruppieren 331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315" name="Gruppieren 33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17" name="Rechteck 33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8" name="Rechteck 33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9" name="Ellipse 33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0" name="Ellipse 33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Textfeld 33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22" name="Textfeld 33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23" name="Ellipse 33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Ellipse 33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Textfeld 33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6" name="Textfeld 33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7" name="Ellipse 33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Ellipse 33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9" name="Textfeld 33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30" name="Textfeld 33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31" name="Ellipse 33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2" name="Ellipse 33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3" name="Textfeld 33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34" name="Textfeld 33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35" name="Rechteck 33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Rechteck 33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Rechteck 33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Rechteck 33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Rechteck 33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Rechteck 33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Rechteck 33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Rechteck 33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16" name="Textfeld 331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14" name="Textfeld 33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3043" name="Rechteck 3042"/>
            <p:cNvSpPr/>
            <p:nvPr/>
          </p:nvSpPr>
          <p:spPr>
            <a:xfrm>
              <a:off x="4468465" y="1183062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3044" name="Rechteck 3043"/>
            <p:cNvSpPr/>
            <p:nvPr/>
          </p:nvSpPr>
          <p:spPr>
            <a:xfrm>
              <a:off x="4438897" y="1154063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3045" name="Textfeld 3044"/>
            <p:cNvSpPr txBox="1"/>
            <p:nvPr/>
          </p:nvSpPr>
          <p:spPr>
            <a:xfrm>
              <a:off x="4433773" y="2591027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3046" name="Gruppieren 3045"/>
            <p:cNvGrpSpPr/>
            <p:nvPr/>
          </p:nvGrpSpPr>
          <p:grpSpPr>
            <a:xfrm>
              <a:off x="6378138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3283" name="Gruppieren 328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285" name="Gruppieren 32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87" name="Rechteck 3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8" name="Rechteck 3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Ellipse 3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0" name="Ellipse 3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1" name="Textfeld 3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92" name="Textfeld 3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93" name="Ellipse 3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Ellipse 3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Textfeld 32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6" name="Textfeld 32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7" name="Ellipse 32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Ellipse 32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Textfeld 32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00" name="Textfeld 32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01" name="Ellipse 33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2" name="Ellipse 33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3" name="Textfeld 33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304" name="Textfeld 33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305" name="Rechteck 33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Rechteck 33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Rechteck 33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8" name="Rechteck 33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9" name="Rechteck 33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0" name="Rechteck 33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1" name="Rechteck 33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2" name="Rechteck 33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86" name="Textfeld 32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284" name="Textfeld 3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047" name="Gruppieren 3046"/>
            <p:cNvGrpSpPr/>
            <p:nvPr/>
          </p:nvGrpSpPr>
          <p:grpSpPr>
            <a:xfrm>
              <a:off x="6695150" y="1118235"/>
              <a:ext cx="346437" cy="1638565"/>
              <a:chOff x="1686699" y="1155513"/>
              <a:chExt cx="346437" cy="1638565"/>
            </a:xfrm>
          </p:grpSpPr>
          <p:grpSp>
            <p:nvGrpSpPr>
              <p:cNvPr id="3279" name="Gruppieren 327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281" name="Rechteck 328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282" name="Textfeld 328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280" name="Textfeld 3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048" name="Textfeld 3047"/>
            <p:cNvSpPr txBox="1"/>
            <p:nvPr/>
          </p:nvSpPr>
          <p:spPr>
            <a:xfrm>
              <a:off x="2235114" y="25877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049" name="Gruppieren 3048"/>
            <p:cNvGrpSpPr/>
            <p:nvPr/>
          </p:nvGrpSpPr>
          <p:grpSpPr>
            <a:xfrm>
              <a:off x="2803395" y="1103872"/>
              <a:ext cx="327049" cy="1652928"/>
              <a:chOff x="3131212" y="1103872"/>
              <a:chExt cx="327049" cy="1652928"/>
            </a:xfrm>
          </p:grpSpPr>
          <p:grpSp>
            <p:nvGrpSpPr>
              <p:cNvPr id="3088" name="Gruppieren 308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090" name="Gruppieren 308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092" name="Gruppieren 309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94" name="Rechteck 309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5" name="Rechteck 309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6" name="Ellipse 309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7" name="Ellipse 309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8" name="Textfeld 309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99" name="Ellipse 309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0" name="Ellipse 309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1" name="Textfeld 310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2" name="Textfeld 310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3" name="Ellipse 310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4" name="Ellipse 310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5" name="Textfeld 310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6" name="Textfeld 310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7" name="Ellipse 310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8" name="Ellipse 310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9" name="Textfeld 310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10" name="Textfeld 310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11" name="Rechteck 311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12" name="Rechteck 311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3" name="Rechteck 32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4" name="Rechteck 32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5" name="Rechteck 32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6" name="Rechteck 32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7" name="Rechteck 32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8" name="Rechteck 32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93" name="Textfeld 309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091" name="Textfeld 309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089" name="Textfeld 308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3050" name="Gruppieren 3049"/>
            <p:cNvGrpSpPr/>
            <p:nvPr/>
          </p:nvGrpSpPr>
          <p:grpSpPr>
            <a:xfrm>
              <a:off x="4105134" y="1153801"/>
              <a:ext cx="324950" cy="1602737"/>
              <a:chOff x="2526020" y="269422"/>
              <a:chExt cx="324950" cy="1602737"/>
            </a:xfrm>
          </p:grpSpPr>
          <p:sp>
            <p:nvSpPr>
              <p:cNvPr id="3051" name="Rechteck 305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052" name="Ellipse 305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053" name="Ellipse 305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54" name="Ellipse 305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55" name="Ellipse 305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56" name="Textfeld 305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7" name="Textfeld 305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8" name="Ellipse 305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059" name="Ellipse 305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0" name="Ellipse 305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1" name="Ellipse 306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2" name="Ellipse 306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063" name="Ellipse 306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4" name="Ellipse 306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5" name="Ellipse 306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6" name="Ellipse 306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067" name="Ellipse 306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8" name="Ellipse 306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069" name="Ellipse 306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070" name="Gruppieren 306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071" name="Rechteck 307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2" name="Rechteck 307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3" name="Rechteck 307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4" name="Rechteck 307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075" name="Rechteck 307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6" name="Rechteck 307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7" name="Rechteck 307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8" name="Rechteck 307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79" name="Rechteck 307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0" name="Rechteck 307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1" name="Rechteck 308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2" name="Rechteck 308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3" name="Rechteck 308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4" name="Rechteck 308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5" name="Rechteck 308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6" name="Rechteck 308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087" name="Rechteck 308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4014845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18-19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7798" name="Gruppieren 7797"/>
          <p:cNvGrpSpPr/>
          <p:nvPr/>
        </p:nvGrpSpPr>
        <p:grpSpPr>
          <a:xfrm>
            <a:off x="10244840" y="2835616"/>
            <a:ext cx="2517156" cy="1652928"/>
            <a:chOff x="2586406" y="1278376"/>
            <a:chExt cx="2517156" cy="1652928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6" name="Gruppieren 7805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06" name="Gruppieren 79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08" name="Gruppieren 79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10" name="Rechteck 79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11" name="Rechteck 79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2" name="Ellipse 79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3" name="Ellipse 79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4" name="Textfeld 79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15" name="Textfeld 79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16" name="Ellipse 79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7" name="Ellipse 79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8" name="Textfeld 79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19" name="Textfeld 79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20" name="Ellipse 79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1" name="Ellipse 79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2" name="Textfeld 79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23" name="Textfeld 79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924" name="Ellipse 79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25" name="Ellipse 79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6" name="Textfeld 79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27" name="Textfeld 79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928" name="Rechteck 79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9" name="Rechteck 79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0" name="Rechteck 79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1" name="Rechteck 79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2" name="Rechteck 79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3" name="Rechteck 79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4" name="Rechteck 79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5" name="Rechteck 79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09" name="Textfeld 79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907" name="Textfeld 7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7" name="Gruppieren 780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84" name="Gruppieren 7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86" name="Gruppieren 7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8" name="Rechteck 7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89" name="Rechteck 7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0" name="Ellipse 7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1" name="Ellipse 7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2" name="Ellipse 7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3" name="Ellipse 7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4" name="Ellipse 7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5" name="Ellipse 7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6" name="Ellipse 7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7" name="Ellipse 7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8" name="Rechteck 7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9" name="Rechteck 7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0" name="Rechteck 7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1" name="Rechteck 7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2" name="Rechteck 7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3" name="Rechteck 7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4" name="Rechteck 7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5" name="Rechteck 7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87" name="Textfeld 7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885" name="Textfeld 7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09" name="Rechteck 7808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7810" name="Gruppieren 780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7812" name="Gruppieren 7811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7813" name="Rechteck 781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4" name="Ellipse 781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5" name="Ellipse 781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6" name="Ellipse 781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7" name="Ellipse 781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8" name="Textfeld 781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9" name="Textfeld 781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20" name="Ellipse 781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1" name="Ellipse 782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2" name="Ellipse 782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3" name="Ellipse 782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4" name="Ellipse 782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5" name="Ellipse 782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6" name="Ellipse 782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7" name="Ellipse 782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8" name="Ellipse 782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9" name="Ellipse 782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0" name="Ellipse 782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1" name="Ellipse 783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32" name="Gruppieren 783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833" name="Rechteck 783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4" name="Rechteck 783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5" name="Rechteck 783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6" name="Rechteck 783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37" name="Rechteck 783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8" name="Rechteck 783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9" name="Rechteck 783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0" name="Rechteck 783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1" name="Rechteck 784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2" name="Rechteck 784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3" name="Rechteck 784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4" name="Rechteck 784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5" name="Rechteck 784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6" name="Rechteck 784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7" name="Rechteck 784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8" name="Rechteck 784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9" name="Rechteck 784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233" name="Gruppieren 8232"/>
          <p:cNvGrpSpPr/>
          <p:nvPr/>
        </p:nvGrpSpPr>
        <p:grpSpPr>
          <a:xfrm>
            <a:off x="37610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7584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638" name="Gruppieren 26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0" name="Gruppieren 26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5" name="Ellipse 26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Ellipse 26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1" name="Textfeld 26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39" name="Textfeld 2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608" name="Gruppieren 26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0" name="Gruppieren 26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Ellipse 2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5" name="Ellipse 2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Textfeld 26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17" name="Textfeld 26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Ellipse 26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21" name="Textfeld 26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Ellipse 2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25" name="Textfeld 26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Ellipse 26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29" name="Textfeld 26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30" name="Rechteck 26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Rechteck 26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2" name="Rechteck 26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1" name="Textfeld 2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09" name="Textfeld 2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78" name="Gruppieren 2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0" name="Gruppieren 2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Ellipse 2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Ellipse 2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Textfeld 2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87" name="Textfeld 2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Ellipse 2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Textfeld 2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Ellipse 2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95" name="Textfeld 2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Ellipse 2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99" name="Textfeld 2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00" name="Rechteck 2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Rechteck 2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2" name="Rechteck 2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1" name="Textfeld 2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79" name="Textfeld 2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556" name="Gruppieren 25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58" name="Gruppieren 25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60" name="Rechteck 25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1" name="Rechteck 25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Rechteck 2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Rechteck 2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Rechteck 2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9" name="Textfeld 25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7" name="Textfeld 25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26" name="Gruppieren 25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8" name="Gruppieren 25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0" name="Rechteck 25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1" name="Rechteck 25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47" name="Textfeld 25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9" name="Textfeld 2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527" name="Textfeld 2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498" name="Gruppieren 2497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500" name="Gruppieren 249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Ellipse 25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Textfeld 25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8" name="Ellipse 25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Ellipse 2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3" name="Textfeld 2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5" name="Ellipse 2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7" name="Textfeld 2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1" name="Textfeld 25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99" name="Textfeld 24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494" name="Gruppieren 2493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496" name="Rechteck 2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97" name="Textfeld 2496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495" name="Textfeld 2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0" name="Rechteck 2459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461" name="Textfeld 2460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462" name="Gruppieren 2461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463" name="Gruppieren 2462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467" name="Gruppieren 2466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469" name="Gruppieren 2468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471" name="Rechteck 24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72" name="Rechteck 24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3" name="Ellipse 24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4" name="Ellipse 24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5" name="Textfeld 2474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476" name="Ellipse 24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7" name="Ellipse 24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8" name="Textfeld 24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79" name="Textfeld 24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80" name="Ellipse 24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1" name="Ellipse 24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2" name="Textfeld 24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3" name="Textfeld 24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4" name="Ellipse 24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85" name="Ellipse 24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6" name="Rechteck 2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7" name="Rechteck 2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8" name="Rechteck 2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9" name="Rechteck 2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0" name="Rechteck 2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1" name="Rechteck 2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2" name="Rechteck 2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3" name="Rechteck 2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468" name="Textfeld 24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464" name="Textfeld 2463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2465" name="Textfeld 2464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2466" name="Textfeld 2465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334" name="Gruppieren 2333"/>
          <p:cNvGrpSpPr/>
          <p:nvPr/>
        </p:nvGrpSpPr>
        <p:grpSpPr>
          <a:xfrm>
            <a:off x="391231" y="4872995"/>
            <a:ext cx="3169862" cy="1653145"/>
            <a:chOff x="2585007" y="1278159"/>
            <a:chExt cx="3169862" cy="1653145"/>
          </a:xfrm>
        </p:grpSpPr>
        <p:grpSp>
          <p:nvGrpSpPr>
            <p:cNvPr id="2335" name="Gruppieren 2334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2898" name="Gruppieren 289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900" name="Gruppieren 289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902" name="Rechteck 29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3" name="Rechteck 29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4" name="Ellipse 29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5" name="Ellipse 29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6" name="Ellipse 29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7" name="Ellipse 29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8" name="Ellipse 29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Ellipse 29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1" name="Ellipse 29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2" name="Rechteck 2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3" name="Rechteck 2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Rechteck 2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5" name="Rechteck 2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6" name="Rechteck 2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7" name="Rechteck 2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Rechteck 2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9" name="Rechteck 2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1" name="Textfeld 29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99" name="Textfeld 28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336" name="Rechteck 2335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37" name="Rechteck 2336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38" name="Rechteck 2337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39" name="Rechteck 2338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40" name="Rechteck 2339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341" name="Gruppieren 2340"/>
            <p:cNvGrpSpPr/>
            <p:nvPr/>
          </p:nvGrpSpPr>
          <p:grpSpPr>
            <a:xfrm>
              <a:off x="315230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868" name="Gruppieren 28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70" name="Gruppieren 28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2" name="Rechteck 28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4" name="Ellipse 28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5" name="Ellipse 28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6" name="Textfeld 28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77" name="Textfeld 28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78" name="Ellipse 28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Textfeld 28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82" name="Ellipse 28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Textfeld 28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86" name="Ellipse 28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Textfeld 28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90" name="Rechteck 28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1" name="Rechteck 28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Rechteck 28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3" name="Rechteck 28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1" name="Textfeld 28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69" name="Textfeld 28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342" name="Gruppieren 2341"/>
            <p:cNvGrpSpPr/>
            <p:nvPr/>
          </p:nvGrpSpPr>
          <p:grpSpPr>
            <a:xfrm>
              <a:off x="347923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838" name="Gruppieren 28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40" name="Gruppieren 28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42" name="Rechteck 28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3" name="Rechteck 28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4" name="Ellipse 28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5" name="Ellipse 28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6" name="Textfeld 28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47" name="Textfeld 28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48" name="Ellipse 28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Textfeld 28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1" name="Textfeld 28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Ellipse 28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Textfeld 28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7" name="Ellipse 28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59" name="Textfeld 28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60" name="Rechteck 28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Rechteck 28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Rechteck 28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Rechteck 28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1" name="Textfeld 28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839" name="Textfeld 28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343" name="Gruppieren 2342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808" name="Gruppieren 28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10" name="Gruppieren 28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Ellipse 28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Ellipse 28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Textfeld 28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17" name="Textfeld 28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18" name="Ellipse 28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9" name="Ellipse 28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Textfeld 28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21" name="Textfeld 28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Ellipse 28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25" name="Textfeld 28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Textfeld 28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0" name="Rechteck 28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1" name="Rechteck 28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Rechteck 28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Rechteck 28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4" name="Rechteck 28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1" name="Textfeld 28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809" name="Textfeld 2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344" name="Gruppieren 2343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437" name="Gruppieren 243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39" name="Gruppieren 24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41" name="Rechteck 24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42" name="Rechteck 24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Ellipse 24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4" name="Ellipse 24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5" name="Textfeld 24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46" name="Textfeld 24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88" name="Ellipse 27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Ellipse 27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Textfeld 27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1" name="Textfeld 27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92" name="Ellipse 27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Textfeld 27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96" name="Ellipse 27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Textfeld 27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99" name="Textfeld 27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00" name="Rechteck 27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Rechteck 28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2" name="Rechteck 28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Rechteck 28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Rechteck 28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Rechteck 28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6" name="Rechteck 28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40" name="Textfeld 243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438" name="Textfeld 24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345" name="Gruppieren 2344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2415" name="Gruppieren 241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17" name="Gruppieren 241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19" name="Rechteck 24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0" name="Rechteck 24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1" name="Ellipse 24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2" name="Ellipse 24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3" name="Ellipse 24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4" name="Ellipse 24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5" name="Ellipse 24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6" name="Ellipse 24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7" name="Ellipse 24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8" name="Ellipse 24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9" name="Rechteck 242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0" name="Rechteck 242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1" name="Rechteck 243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2" name="Rechteck 243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3" name="Rechteck 243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4" name="Rechteck 243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Rechteck 243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6" name="Rechteck 243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18" name="Textfeld 24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416" name="Textfeld 24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346" name="Gruppieren 2345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385" name="Gruppieren 238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87" name="Gruppieren 23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89" name="Rechteck 23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0" name="Rechteck 23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Ellipse 23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2" name="Ellipse 23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3" name="Textfeld 23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94" name="Textfeld 23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95" name="Ellipse 23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Ellipse 23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Textfeld 23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98" name="Textfeld 23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9" name="Ellipse 23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Ellipse 23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Textfeld 24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402" name="Textfeld 24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403" name="Ellipse 24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4" name="Ellipse 24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5" name="Textfeld 24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406" name="Textfeld 24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407" name="Rechteck 24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Rechteck 24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Rechteck 24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Rechteck 24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Rechteck 24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Rechteck 24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Rechteck 24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Rechteck 24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88" name="Textfeld 238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386" name="Textfeld 23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347" name="Gruppieren 2346"/>
            <p:cNvGrpSpPr/>
            <p:nvPr/>
          </p:nvGrpSpPr>
          <p:grpSpPr>
            <a:xfrm>
              <a:off x="5102318" y="1278376"/>
              <a:ext cx="371759" cy="1652928"/>
              <a:chOff x="1692193" y="1141150"/>
              <a:chExt cx="371759" cy="1652928"/>
            </a:xfrm>
          </p:grpSpPr>
          <p:grpSp>
            <p:nvGrpSpPr>
              <p:cNvPr id="2355" name="Gruppieren 235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357" name="Gruppieren 235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59" name="Rechteck 23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0" name="Rechteck 23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Ellipse 23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2" name="Ellipse 23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3" name="Textfeld 236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64" name="Textfeld 236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65" name="Ellipse 236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Ellipse 236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Textfeld 236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68" name="Textfeld 236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69" name="Ellipse 23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Ellipse 23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Textfeld 23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72" name="Textfeld 23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73" name="Ellipse 23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Textfeld 23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77" name="Rechteck 23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8" name="Rechteck 23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Rechteck 23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Rechteck 23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1" name="Rechteck 23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Rechteck 23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Rechteck 23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Rechteck 23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58" name="Textfeld 235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356" name="Textfeld 23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2348" name="Rechteck 2347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349" name="Gruppieren 2348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2351" name="Gruppieren 235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353" name="Rechteck 235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354" name="Textfeld 23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352" name="Textfeld 23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350" name="Textfeld 2349"/>
            <p:cNvSpPr txBox="1"/>
            <p:nvPr/>
          </p:nvSpPr>
          <p:spPr>
            <a:xfrm>
              <a:off x="258500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3305" name="Gruppieren 3304"/>
          <p:cNvGrpSpPr/>
          <p:nvPr/>
        </p:nvGrpSpPr>
        <p:grpSpPr>
          <a:xfrm>
            <a:off x="396407" y="942675"/>
            <a:ext cx="4806473" cy="1652928"/>
            <a:chOff x="2235114" y="1103872"/>
            <a:chExt cx="4806473" cy="1652928"/>
          </a:xfrm>
        </p:grpSpPr>
        <p:grpSp>
          <p:nvGrpSpPr>
            <p:cNvPr id="3306" name="Gruppieren 3305"/>
            <p:cNvGrpSpPr/>
            <p:nvPr/>
          </p:nvGrpSpPr>
          <p:grpSpPr>
            <a:xfrm>
              <a:off x="2479905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662" name="Gruppieren 366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664" name="Gruppieren 366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Ellipse 3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69" name="Ellipse 3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0" name="Ellipse 36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1" name="Ellipse 36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2" name="Ellipse 36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3" name="Ellipse 36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4" name="Ellipse 36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5" name="Ellipse 36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6" name="Rechteck 36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7" name="Rechteck 36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Rechteck 36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9" name="Rechteck 36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0" name="Rechteck 36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1" name="Rechteck 36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2" name="Rechteck 36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3" name="Rechteck 36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65" name="Textfeld 36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63" name="Textfeld 3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307" name="Rechteck 3306"/>
            <p:cNvSpPr/>
            <p:nvPr/>
          </p:nvSpPr>
          <p:spPr>
            <a:xfrm>
              <a:off x="2240521" y="12665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08" name="Rechteck 3307"/>
            <p:cNvSpPr/>
            <p:nvPr/>
          </p:nvSpPr>
          <p:spPr>
            <a:xfrm>
              <a:off x="2317297" y="14479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09" name="Rechteck 3308"/>
            <p:cNvSpPr/>
            <p:nvPr/>
          </p:nvSpPr>
          <p:spPr>
            <a:xfrm>
              <a:off x="2273823" y="14906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10" name="Rechteck 3309"/>
            <p:cNvSpPr/>
            <p:nvPr/>
          </p:nvSpPr>
          <p:spPr>
            <a:xfrm>
              <a:off x="2317967" y="20564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11" name="Rechteck 3310"/>
            <p:cNvSpPr/>
            <p:nvPr/>
          </p:nvSpPr>
          <p:spPr>
            <a:xfrm>
              <a:off x="2274493" y="20991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312" name="Gruppieren 3311"/>
            <p:cNvGrpSpPr/>
            <p:nvPr/>
          </p:nvGrpSpPr>
          <p:grpSpPr>
            <a:xfrm>
              <a:off x="3130320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632" name="Gruppieren 36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34" name="Gruppieren 36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Ellipse 36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Ellipse 36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0" name="Textfeld 36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41" name="Textfeld 36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42" name="Ellipse 36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3" name="Ellipse 36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4" name="Textfeld 36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5" name="Textfeld 36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6" name="Ellipse 36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7" name="Ellipse 36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Textfeld 36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9" name="Textfeld 36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50" name="Ellipse 3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51" name="Ellipse 3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2" name="Textfeld 36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53" name="Textfeld 36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54" name="Rechteck 36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Rechteck 36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Rechteck 36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Rechteck 36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Rechteck 36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9" name="Rechteck 36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Rechteck 36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Rechteck 36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35" name="Textfeld 36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633" name="Textfeld 36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3" name="Gruppieren 3312"/>
            <p:cNvGrpSpPr/>
            <p:nvPr/>
          </p:nvGrpSpPr>
          <p:grpSpPr>
            <a:xfrm>
              <a:off x="3454299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602" name="Gruppieren 36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04" name="Gruppieren 36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06" name="Rechteck 36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7" name="Rechteck 36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8" name="Ellipse 36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9" name="Ellipse 36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0" name="Textfeld 36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11" name="Textfeld 36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12" name="Ellipse 36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3" name="Ellipse 36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4" name="Textfeld 36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5" name="Textfeld 36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6" name="Ellipse 36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7" name="Ellipse 36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Textfeld 36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9" name="Textfeld 36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20" name="Ellipse 36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1" name="Ellipse 36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2" name="Textfeld 36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3" name="Textfeld 36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24" name="Rechteck 36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5" name="Rechteck 36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6" name="Rechteck 36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7" name="Rechteck 36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8" name="Rechteck 36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9" name="Rechteck 36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0" name="Rechteck 36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1" name="Rechteck 36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05" name="Textfeld 36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603" name="Textfeld 36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4" name="Gruppieren 3313"/>
            <p:cNvGrpSpPr/>
            <p:nvPr/>
          </p:nvGrpSpPr>
          <p:grpSpPr>
            <a:xfrm>
              <a:off x="3778278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572" name="Gruppieren 35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74" name="Gruppieren 35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76" name="Rechteck 35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77" name="Rechteck 35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8" name="Ellipse 35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9" name="Ellipse 35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0" name="Textfeld 35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81" name="Textfeld 35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82" name="Ellipse 35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3" name="Ellipse 35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4" name="Textfeld 35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5" name="Textfeld 35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6" name="Ellipse 35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7" name="Ellipse 35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8" name="Textfeld 35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9" name="Textfeld 35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90" name="Ellipse 35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1" name="Ellipse 35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2" name="Textfeld 35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93" name="Textfeld 35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94" name="Rechteck 35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5" name="Rechteck 35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6" name="Rechteck 35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7" name="Rechteck 35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8" name="Rechteck 35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9" name="Rechteck 35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0" name="Rechteck 35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1" name="Rechteck 36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75" name="Textfeld 35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573" name="Textfeld 35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5" name="Gruppieren 3314"/>
            <p:cNvGrpSpPr/>
            <p:nvPr/>
          </p:nvGrpSpPr>
          <p:grpSpPr>
            <a:xfrm>
              <a:off x="4759847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550" name="Gruppieren 35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52" name="Gruppieren 355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Ellipse 3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Ellipse 35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Ellipse 35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Ellipse 35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0" name="Ellipse 35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1" name="Ellipse 35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2" name="Ellipse 356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3" name="Ellipse 356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Rechteck 35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7" name="Rechteck 35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8" name="Rechteck 35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9" name="Rechteck 35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0" name="Rechteck 35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1" name="Rechteck 35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53" name="Textfeld 35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551" name="Textfeld 35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316" name="Gruppieren 3315"/>
            <p:cNvGrpSpPr/>
            <p:nvPr/>
          </p:nvGrpSpPr>
          <p:grpSpPr>
            <a:xfrm>
              <a:off x="5084673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520" name="Gruppieren 35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22" name="Gruppieren 35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Ellipse 35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Ellipse 35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8" name="Textfeld 35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29" name="Textfeld 35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30" name="Ellipse 35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1" name="Ellipse 35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2" name="Textfeld 35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3" name="Textfeld 35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Ellipse 35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7" name="Textfeld 35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8" name="Ellipse 35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9" name="Ellipse 35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0" name="Textfeld 35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42" name="Rechteck 35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3" name="Rechteck 35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4" name="Rechteck 35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5" name="Rechteck 35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6" name="Rechteck 35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7" name="Rechteck 35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8" name="Rechteck 35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9" name="Rechteck 35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23" name="Textfeld 35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521" name="Textfeld 35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7" name="Gruppieren 3316"/>
            <p:cNvGrpSpPr/>
            <p:nvPr/>
          </p:nvGrpSpPr>
          <p:grpSpPr>
            <a:xfrm>
              <a:off x="5408652" y="1103872"/>
              <a:ext cx="417638" cy="1652928"/>
              <a:chOff x="1692193" y="1141150"/>
              <a:chExt cx="417638" cy="1652928"/>
            </a:xfrm>
          </p:grpSpPr>
          <p:grpSp>
            <p:nvGrpSpPr>
              <p:cNvPr id="3490" name="Gruppieren 348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492" name="Gruppieren 34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94" name="Rechteck 34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95" name="Rechteck 34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6" name="Ellipse 34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7" name="Ellipse 34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8" name="Textfeld 34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99" name="Textfeld 34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00" name="Ellipse 34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1" name="Ellipse 35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2" name="Textfeld 35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3" name="Textfeld 35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4" name="Ellipse 35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5" name="Ellipse 35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6" name="Textfeld 35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7" name="Textfeld 35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8" name="Ellipse 35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9" name="Ellipse 35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0" name="Textfeld 35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11" name="Textfeld 35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12" name="Rechteck 35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Rechteck 35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Rechteck 35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5" name="Rechteck 35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6" name="Rechteck 35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7" name="Rechteck 35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8" name="Rechteck 35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93" name="Textfeld 349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91" name="Textfeld 34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8" name="Gruppieren 3317"/>
            <p:cNvGrpSpPr/>
            <p:nvPr/>
          </p:nvGrpSpPr>
          <p:grpSpPr>
            <a:xfrm>
              <a:off x="5732631" y="1103872"/>
              <a:ext cx="371759" cy="1652928"/>
              <a:chOff x="1692193" y="1141150"/>
              <a:chExt cx="371759" cy="1652928"/>
            </a:xfrm>
          </p:grpSpPr>
          <p:grpSp>
            <p:nvGrpSpPr>
              <p:cNvPr id="3460" name="Gruppieren 3459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462" name="Gruppieren 34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64" name="Rechteck 34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65" name="Rechteck 34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6" name="Ellipse 34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7" name="Ellipse 34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8" name="Textfeld 34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69" name="Textfeld 34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70" name="Ellipse 34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1" name="Ellipse 34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3" name="Textfeld 34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4" name="Ellipse 34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Ellipse 34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6" name="Textfeld 34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7" name="Textfeld 34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8" name="Ellipse 34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9" name="Ellipse 34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0" name="Textfeld 34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81" name="Textfeld 34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82" name="Rechteck 34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3" name="Rechteck 34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4" name="Rechteck 34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5" name="Rechteck 34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6" name="Rechteck 34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7" name="Rechteck 34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8" name="Rechteck 34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9" name="Rechteck 34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63" name="Textfeld 346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61" name="Textfeld 34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9" name="Gruppieren 3318"/>
            <p:cNvGrpSpPr/>
            <p:nvPr/>
          </p:nvGrpSpPr>
          <p:grpSpPr>
            <a:xfrm>
              <a:off x="6055467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3430" name="Gruppieren 34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432" name="Gruppieren 34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34" name="Rechteck 34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5" name="Rechteck 34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6" name="Ellipse 34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7" name="Ellipse 34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8" name="Textfeld 34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39" name="Textfeld 34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40" name="Ellipse 34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1" name="Ellipse 34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Textfeld 34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3" name="Textfeld 34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4" name="Ellipse 34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5" name="Ellipse 34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Textfeld 34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7" name="Textfeld 34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8" name="Ellipse 34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9" name="Ellipse 34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0" name="Textfeld 34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51" name="Textfeld 34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52" name="Rechteck 34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5" name="Rechteck 34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6" name="Rechteck 34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7" name="Rechteck 34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8" name="Rechteck 34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9" name="Rechteck 34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33" name="Textfeld 34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31" name="Textfeld 34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3320" name="Rechteck 3319"/>
            <p:cNvSpPr/>
            <p:nvPr/>
          </p:nvSpPr>
          <p:spPr>
            <a:xfrm>
              <a:off x="4468465" y="1183062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3321" name="Rechteck 3320"/>
            <p:cNvSpPr/>
            <p:nvPr/>
          </p:nvSpPr>
          <p:spPr>
            <a:xfrm>
              <a:off x="4438897" y="1154063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3322" name="Textfeld 3321"/>
            <p:cNvSpPr txBox="1"/>
            <p:nvPr/>
          </p:nvSpPr>
          <p:spPr>
            <a:xfrm>
              <a:off x="4433773" y="2591027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3323" name="Gruppieren 3322"/>
            <p:cNvGrpSpPr/>
            <p:nvPr/>
          </p:nvGrpSpPr>
          <p:grpSpPr>
            <a:xfrm>
              <a:off x="6378138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3400" name="Gruppieren 339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402" name="Gruppieren 34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04" name="Rechteck 34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05" name="Rechteck 34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6" name="Ellipse 34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7" name="Ellipse 34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8" name="Textfeld 34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09" name="Textfeld 34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10" name="Ellipse 34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Ellipse 34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2" name="Textfeld 34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3" name="Textfeld 34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4" name="Ellipse 34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5" name="Ellipse 34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6" name="Textfeld 34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7" name="Textfeld 34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8" name="Ellipse 34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9" name="Ellipse 34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0" name="Textfeld 34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21" name="Textfeld 34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22" name="Rechteck 34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3" name="Rechteck 34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4" name="Rechteck 34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5" name="Rechteck 34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6" name="Rechteck 34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Rechteck 34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8" name="Rechteck 34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9" name="Rechteck 34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03" name="Textfeld 340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01" name="Textfeld 34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324" name="Gruppieren 3323"/>
            <p:cNvGrpSpPr/>
            <p:nvPr/>
          </p:nvGrpSpPr>
          <p:grpSpPr>
            <a:xfrm>
              <a:off x="6695150" y="1118235"/>
              <a:ext cx="346437" cy="1638565"/>
              <a:chOff x="1686699" y="1155513"/>
              <a:chExt cx="346437" cy="1638565"/>
            </a:xfrm>
          </p:grpSpPr>
          <p:grpSp>
            <p:nvGrpSpPr>
              <p:cNvPr id="3396" name="Gruppieren 339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398" name="Rechteck 339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399" name="Textfeld 339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397" name="Textfeld 3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325" name="Textfeld 3324"/>
            <p:cNvSpPr txBox="1"/>
            <p:nvPr/>
          </p:nvSpPr>
          <p:spPr>
            <a:xfrm>
              <a:off x="2235114" y="25877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326" name="Gruppieren 3325"/>
            <p:cNvGrpSpPr/>
            <p:nvPr/>
          </p:nvGrpSpPr>
          <p:grpSpPr>
            <a:xfrm>
              <a:off x="2803395" y="1103872"/>
              <a:ext cx="327049" cy="1652928"/>
              <a:chOff x="3131212" y="1103872"/>
              <a:chExt cx="327049" cy="1652928"/>
            </a:xfrm>
          </p:grpSpPr>
          <p:grpSp>
            <p:nvGrpSpPr>
              <p:cNvPr id="3365" name="Gruppieren 336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67" name="Gruppieren 336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69" name="Gruppieren 336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71" name="Rechteck 33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72" name="Rechteck 33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3" name="Ellipse 33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74" name="Ellipse 33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5" name="Textfeld 337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76" name="Ellipse 33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7" name="Ellipse 33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8" name="Textfeld 33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9" name="Textfeld 33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0" name="Ellipse 33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1" name="Ellipse 33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2" name="Textfeld 33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3" name="Textfeld 33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4" name="Ellipse 33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5" name="Ellipse 33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6" name="Textfeld 338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87" name="Textfeld 338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88" name="Rechteck 33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9" name="Rechteck 33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0" name="Rechteck 33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1" name="Rechteck 33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2" name="Rechteck 33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3" name="Rechteck 33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4" name="Rechteck 33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5" name="Rechteck 33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70" name="Textfeld 33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368" name="Textfeld 33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366" name="Textfeld 336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3327" name="Gruppieren 3326"/>
            <p:cNvGrpSpPr/>
            <p:nvPr/>
          </p:nvGrpSpPr>
          <p:grpSpPr>
            <a:xfrm>
              <a:off x="4105134" y="1153801"/>
              <a:ext cx="324950" cy="1602737"/>
              <a:chOff x="2526020" y="269422"/>
              <a:chExt cx="324950" cy="1602737"/>
            </a:xfrm>
          </p:grpSpPr>
          <p:sp>
            <p:nvSpPr>
              <p:cNvPr id="3328" name="Rechteck 3327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29" name="Ellipse 3328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30" name="Ellipse 3329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31" name="Ellipse 3330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32" name="Ellipse 3331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33" name="Textfeld 3332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4" name="Textfeld 3333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5" name="Ellipse 3334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36" name="Ellipse 3335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37" name="Ellipse 3336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38" name="Ellipse 3337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39" name="Ellipse 3338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40" name="Ellipse 3339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41" name="Ellipse 3340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42" name="Ellipse 3341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43" name="Ellipse 3342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344" name="Ellipse 3343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45" name="Ellipse 3344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346" name="Ellipse 3345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347" name="Gruppieren 3346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348" name="Rechteck 3347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49" name="Rechteck 3348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0" name="Rechteck 3349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1" name="Rechteck 3350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352" name="Rechteck 3351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3" name="Rechteck 3352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4" name="Rechteck 3353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5" name="Rechteck 3354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6" name="Rechteck 3355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7" name="Rechteck 3356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8" name="Rechteck 3357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59" name="Rechteck 3358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60" name="Rechteck 3359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61" name="Rechteck 3360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62" name="Rechteck 3361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63" name="Rechteck 3362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364" name="Rechteck 3363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53720905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20</a:t>
            </a:r>
            <a:endParaRPr lang="de-DE" dirty="0"/>
          </a:p>
        </p:txBody>
      </p:sp>
      <p:grpSp>
        <p:nvGrpSpPr>
          <p:cNvPr id="7033" name="Gruppieren 7032"/>
          <p:cNvGrpSpPr/>
          <p:nvPr/>
        </p:nvGrpSpPr>
        <p:grpSpPr>
          <a:xfrm>
            <a:off x="395599" y="2872756"/>
            <a:ext cx="5142591" cy="1652928"/>
            <a:chOff x="1956535" y="219231"/>
            <a:chExt cx="51425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5" name="Gruppieren 7044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7276" name="Gruppieren 7275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7278" name="Gruppieren 72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80" name="Rechteck 72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81" name="Rechteck 72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2" name="Ellipse 72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3" name="Ellipse 72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4" name="Textfeld 72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85" name="Textfeld 72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6" name="Ellipse 72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7" name="Ellipse 72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8" name="Textfeld 72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89" name="Textfeld 72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0" name="Ellipse 72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1" name="Ellipse 72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2" name="Textfeld 72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93" name="Textfeld 72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94" name="Ellipse 72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5" name="Ellipse 72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6" name="Textfeld 72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7" name="Textfeld 72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8" name="Rechteck 72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9" name="Rechteck 72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0" name="Rechteck 72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1" name="Rechteck 73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2" name="Rechteck 73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3" name="Rechteck 73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4" name="Rechteck 73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5" name="Rechteck 73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79" name="Textfeld 7278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7277" name="Textfeld 72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7798" name="Gruppieren 7797"/>
          <p:cNvGrpSpPr/>
          <p:nvPr/>
        </p:nvGrpSpPr>
        <p:grpSpPr>
          <a:xfrm>
            <a:off x="10244840" y="2835616"/>
            <a:ext cx="2517156" cy="1652928"/>
            <a:chOff x="2586406" y="1278376"/>
            <a:chExt cx="2517156" cy="1652928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6" name="Gruppieren 7805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06" name="Gruppieren 79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08" name="Gruppieren 79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10" name="Rechteck 79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11" name="Rechteck 79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2" name="Ellipse 79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3" name="Ellipse 79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4" name="Textfeld 79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15" name="Textfeld 79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16" name="Ellipse 79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7" name="Ellipse 79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8" name="Textfeld 79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19" name="Textfeld 79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20" name="Ellipse 79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1" name="Ellipse 79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2" name="Textfeld 79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23" name="Textfeld 79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924" name="Ellipse 79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25" name="Ellipse 79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6" name="Textfeld 79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27" name="Textfeld 79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928" name="Rechteck 79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9" name="Rechteck 79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0" name="Rechteck 79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1" name="Rechteck 79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2" name="Rechteck 79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3" name="Rechteck 79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4" name="Rechteck 79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5" name="Rechteck 79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09" name="Textfeld 79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907" name="Textfeld 7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7" name="Gruppieren 780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84" name="Gruppieren 7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86" name="Gruppieren 7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8" name="Rechteck 7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89" name="Rechteck 7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0" name="Ellipse 7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1" name="Ellipse 7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2" name="Ellipse 7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3" name="Ellipse 7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4" name="Ellipse 7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5" name="Ellipse 7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6" name="Ellipse 7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7" name="Ellipse 7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8" name="Rechteck 7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9" name="Rechteck 7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0" name="Rechteck 7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1" name="Rechteck 7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2" name="Rechteck 7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3" name="Rechteck 7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4" name="Rechteck 7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5" name="Rechteck 7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87" name="Textfeld 7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885" name="Textfeld 7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09" name="Rechteck 7808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7810" name="Gruppieren 780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7812" name="Gruppieren 7811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7813" name="Rechteck 781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4" name="Ellipse 781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5" name="Ellipse 781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6" name="Ellipse 781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7" name="Ellipse 781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8" name="Textfeld 781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9" name="Textfeld 781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20" name="Ellipse 781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1" name="Ellipse 782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2" name="Ellipse 782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3" name="Ellipse 782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4" name="Ellipse 782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5" name="Ellipse 782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6" name="Ellipse 782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7" name="Ellipse 782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8" name="Ellipse 782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9" name="Ellipse 782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0" name="Ellipse 782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1" name="Ellipse 783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32" name="Gruppieren 783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833" name="Rechteck 783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4" name="Rechteck 783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5" name="Rechteck 783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6" name="Rechteck 783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37" name="Rechteck 783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8" name="Rechteck 783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9" name="Rechteck 783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0" name="Rechteck 783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1" name="Rechteck 784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2" name="Rechteck 784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3" name="Rechteck 784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4" name="Rechteck 784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5" name="Rechteck 784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6" name="Rechteck 784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7" name="Rechteck 784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8" name="Rechteck 784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9" name="Rechteck 784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988" name="Gruppieren 7987"/>
          <p:cNvGrpSpPr/>
          <p:nvPr/>
        </p:nvGrpSpPr>
        <p:grpSpPr>
          <a:xfrm>
            <a:off x="391231" y="4872995"/>
            <a:ext cx="3169862" cy="1653145"/>
            <a:chOff x="2585007" y="1278159"/>
            <a:chExt cx="3169862" cy="1653145"/>
          </a:xfrm>
        </p:grpSpPr>
        <p:grpSp>
          <p:nvGrpSpPr>
            <p:cNvPr id="7989" name="Gruppieren 7988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211" name="Gruppieren 821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213" name="Gruppieren 821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215" name="Rechteck 82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16" name="Rechteck 82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17" name="Ellipse 82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18" name="Ellipse 82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19" name="Ellipse 8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0" name="Ellipse 8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1" name="Ellipse 82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2" name="Ellipse 82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3" name="Ellipse 82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4" name="Ellipse 82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5" name="Rechteck 82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6" name="Rechteck 82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7" name="Rechteck 82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8" name="Rechteck 82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9" name="Rechteck 82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0" name="Rechteck 82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1" name="Rechteck 82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2" name="Rechteck 82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14" name="Textfeld 82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212" name="Textfeld 82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990" name="Rechteck 7989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1" name="Rechteck 7990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2" name="Rechteck 7991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3" name="Rechteck 7992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4" name="Rechteck 7993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995" name="Gruppieren 7994"/>
            <p:cNvGrpSpPr/>
            <p:nvPr/>
          </p:nvGrpSpPr>
          <p:grpSpPr>
            <a:xfrm>
              <a:off x="315230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181" name="Gruppieren 81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183" name="Gruppieren 81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85" name="Rechteck 81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86" name="Rechteck 81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7" name="Ellipse 81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88" name="Ellipse 81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9" name="Textfeld 81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90" name="Textfeld 81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91" name="Ellipse 81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2" name="Ellipse 81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3" name="Textfeld 81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194" name="Textfeld 81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195" name="Ellipse 81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6" name="Ellipse 81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7" name="Textfeld 81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198" name="Textfeld 81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199" name="Ellipse 81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0" name="Ellipse 81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1" name="Textfeld 82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202" name="Textfeld 82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203" name="Rechteck 82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4" name="Rechteck 82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5" name="Rechteck 82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6" name="Rechteck 82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7" name="Rechteck 82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8" name="Rechteck 82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9" name="Rechteck 82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10" name="Rechteck 82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84" name="Textfeld 81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182" name="Textfeld 81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996" name="Gruppieren 7995"/>
            <p:cNvGrpSpPr/>
            <p:nvPr/>
          </p:nvGrpSpPr>
          <p:grpSpPr>
            <a:xfrm>
              <a:off x="347923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151" name="Gruppieren 81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153" name="Gruppieren 81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55" name="Rechteck 81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56" name="Rechteck 81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7" name="Ellipse 81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8" name="Ellipse 81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9" name="Textfeld 81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60" name="Textfeld 81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61" name="Ellipse 81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2" name="Ellipse 81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3" name="Textfeld 81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4" name="Textfeld 81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5" name="Ellipse 81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6" name="Ellipse 81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7" name="Textfeld 81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8" name="Textfeld 81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9" name="Ellipse 81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0" name="Ellipse 81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1" name="Textfeld 81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172" name="Textfeld 81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173" name="Rechteck 81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4" name="Rechteck 81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5" name="Rechteck 81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6" name="Rechteck 81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7" name="Rechteck 81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8" name="Rechteck 81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9" name="Rechteck 81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0" name="Rechteck 81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4" name="Textfeld 81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152" name="Textfeld 81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997" name="Gruppieren 799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121" name="Gruppieren 81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123" name="Gruppieren 81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25" name="Rechteck 81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26" name="Rechteck 81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7" name="Ellipse 81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8" name="Ellipse 81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9" name="Textfeld 81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30" name="Textfeld 81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31" name="Ellipse 81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2" name="Ellipse 81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3" name="Textfeld 81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134" name="Textfeld 81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35" name="Ellipse 81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6" name="Ellipse 81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7" name="Textfeld 81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138" name="Textfeld 81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139" name="Ellipse 81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0" name="Ellipse 81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1" name="Textfeld 81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142" name="Textfeld 81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143" name="Rechteck 81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4" name="Rechteck 81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5" name="Rechteck 81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6" name="Rechteck 81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7" name="Rechteck 81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8" name="Rechteck 81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9" name="Rechteck 81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0" name="Rechteck 81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24" name="Textfeld 81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122" name="Textfeld 81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998" name="Gruppieren 7997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091" name="Gruppieren 80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093" name="Gruppieren 80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095" name="Rechteck 80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96" name="Rechteck 80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7" name="Ellipse 80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8" name="Ellipse 80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9" name="Textfeld 80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00" name="Textfeld 80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101" name="Ellipse 81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2" name="Ellipse 81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3" name="Textfeld 81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04" name="Textfeld 81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105" name="Ellipse 81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6" name="Ellipse 81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7" name="Textfeld 810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108" name="Textfeld 81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109" name="Ellipse 8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0" name="Ellipse 8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1" name="Textfeld 81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112" name="Textfeld 81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113" name="Rechteck 81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4" name="Rechteck 81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5" name="Rechteck 81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6" name="Rechteck 81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7" name="Rechteck 81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8" name="Rechteck 81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9" name="Rechteck 81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0" name="Rechteck 81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94" name="Textfeld 80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092" name="Textfeld 80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999" name="Gruppieren 7998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069" name="Gruppieren 806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071" name="Gruppieren 807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073" name="Rechteck 80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74" name="Rechteck 80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5" name="Ellipse 80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6" name="Ellipse 80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7" name="Ellipse 8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78" name="Ellipse 8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79" name="Ellipse 80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80" name="Ellipse 80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81" name="Ellipse 80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2" name="Ellipse 80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3" name="Rechteck 80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4" name="Rechteck 80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5" name="Rechteck 80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6" name="Rechteck 80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7" name="Rechteck 80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8" name="Rechteck 80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9" name="Rechteck 80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0" name="Rechteck 80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72" name="Textfeld 80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070" name="Textfeld 80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000" name="Gruppieren 7999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039" name="Gruppieren 80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041" name="Gruppieren 80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043" name="Rechteck 80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44" name="Rechteck 80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5" name="Ellipse 80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6" name="Ellipse 80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7" name="Textfeld 80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048" name="Textfeld 80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049" name="Ellipse 80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0" name="Ellipse 80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1" name="Textfeld 80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2" name="Textfeld 80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53" name="Ellipse 80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4" name="Ellipse 80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5" name="Textfeld 80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056" name="Textfeld 80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057" name="Ellipse 80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58" name="Ellipse 80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9" name="Textfeld 80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060" name="Textfeld 80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061" name="Rechteck 80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2" name="Rechteck 80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3" name="Rechteck 80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4" name="Rechteck 80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5" name="Rechteck 80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6" name="Rechteck 80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7" name="Rechteck 80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8" name="Rechteck 80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42" name="Textfeld 80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040" name="Textfeld 80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8001" name="Gruppieren 8000"/>
            <p:cNvGrpSpPr/>
            <p:nvPr/>
          </p:nvGrpSpPr>
          <p:grpSpPr>
            <a:xfrm>
              <a:off x="5102318" y="1278376"/>
              <a:ext cx="371759" cy="1652928"/>
              <a:chOff x="1692193" y="1141150"/>
              <a:chExt cx="371759" cy="1652928"/>
            </a:xfrm>
          </p:grpSpPr>
          <p:grpSp>
            <p:nvGrpSpPr>
              <p:cNvPr id="8009" name="Gruppieren 800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011" name="Gruppieren 80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013" name="Rechteck 80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14" name="Rechteck 80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5" name="Ellipse 80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6" name="Ellipse 80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7" name="Textfeld 80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018" name="Textfeld 80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019" name="Ellipse 80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0" name="Ellipse 80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1" name="Textfeld 80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2" name="Textfeld 80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3" name="Ellipse 80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4" name="Ellipse 80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5" name="Textfeld 80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6" name="Textfeld 80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7" name="Ellipse 80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8" name="Ellipse 80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9" name="Textfeld 80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30" name="Textfeld 80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31" name="Rechteck 80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2" name="Rechteck 80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3" name="Rechteck 80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4" name="Rechteck 80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5" name="Rechteck 80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6" name="Rechteck 80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7" name="Rechteck 80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8" name="Rechteck 80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12" name="Textfeld 801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010" name="Textfeld 80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8002" name="Rechteck 8001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003" name="Gruppieren 8002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8005" name="Gruppieren 800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007" name="Rechteck 80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008" name="Textfeld 80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006" name="Textfeld 80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004" name="Textfeld 8003"/>
            <p:cNvSpPr txBox="1"/>
            <p:nvPr/>
          </p:nvSpPr>
          <p:spPr>
            <a:xfrm>
              <a:off x="258500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8233" name="Gruppieren 8232"/>
          <p:cNvGrpSpPr/>
          <p:nvPr/>
        </p:nvGrpSpPr>
        <p:grpSpPr>
          <a:xfrm>
            <a:off x="37610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7584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657" name="Gruppieren 8656"/>
          <p:cNvGrpSpPr/>
          <p:nvPr/>
        </p:nvGrpSpPr>
        <p:grpSpPr>
          <a:xfrm>
            <a:off x="9830705" y="4843030"/>
            <a:ext cx="2520106" cy="1653719"/>
            <a:chOff x="2585049" y="1277585"/>
            <a:chExt cx="2520106" cy="1653719"/>
          </a:xfrm>
        </p:grpSpPr>
        <p:grpSp>
          <p:nvGrpSpPr>
            <p:cNvPr id="8658" name="Gruppieren 8657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818" name="Gruppieren 881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820" name="Gruppieren 881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822" name="Rechteck 88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3" name="Rechteck 88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4" name="Ellipse 88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5" name="Ellipse 88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6" name="Ellipse 88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7" name="Ellipse 88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8" name="Ellipse 88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9" name="Ellipse 88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0" name="Ellipse 8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1" name="Ellipse 8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2" name="Rechteck 88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3" name="Rechteck 88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4" name="Rechteck 88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5" name="Rechteck 88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6" name="Rechteck 88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7" name="Rechteck 88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8" name="Rechteck 88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9" name="Rechteck 88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21" name="Textfeld 88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819" name="Textfeld 8818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659" name="Rechteck 8658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0" name="Rechteck 8659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1" name="Rechteck 8660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2" name="Rechteck 8661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3" name="Rechteck 8662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664" name="Gruppieren 866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88" name="Gruppieren 87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0" name="Gruppieren 87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92" name="Rechteck 87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93" name="Rechteck 87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4" name="Ellipse 87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5" name="Ellipse 87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6" name="Textfeld 87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97" name="Textfeld 87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98" name="Ellipse 87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9" name="Ellipse 87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0" name="Textfeld 87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1" name="Textfeld 88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2" name="Ellipse 88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3" name="Ellipse 88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4" name="Textfeld 88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5" name="Textfeld 88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6" name="Ellipse 88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07" name="Ellipse 88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8" name="Textfeld 88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09" name="Textfeld 88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10" name="Rechteck 88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1" name="Rechteck 88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2" name="Rechteck 88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3" name="Rechteck 88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4" name="Rechteck 88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5" name="Rechteck 88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6" name="Rechteck 88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7" name="Rechteck 88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91" name="Textfeld 87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789" name="Textfeld 87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665" name="Gruppieren 8664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58" name="Gruppieren 87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60" name="Gruppieren 87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2" name="Rechteck 87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63" name="Rechteck 87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4" name="Ellipse 87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5" name="Ellipse 87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6" name="Textfeld 87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67" name="Textfeld 87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768" name="Ellipse 87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9" name="Ellipse 87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0" name="Textfeld 87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71" name="Textfeld 87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772" name="Ellipse 87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3" name="Ellipse 87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4" name="Textfeld 87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75" name="Textfeld 87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776" name="Ellipse 87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7" name="Ellipse 87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8" name="Textfeld 87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79" name="Textfeld 87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780" name="Rechteck 8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1" name="Rechteck 8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2" name="Rechteck 8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3" name="Rechteck 8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4" name="Rechteck 8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5" name="Rechteck 8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6" name="Rechteck 8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7" name="Rechteck 8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61" name="Textfeld 87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759" name="Textfeld 87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666" name="Gruppieren 8665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36" name="Gruppieren 873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738" name="Gruppieren 873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740" name="Rechteck 8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1" name="Rechteck 8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2" name="Ellipse 8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3" name="Ellipse 8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4" name="Ellipse 87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5" name="Ellipse 87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6" name="Ellipse 87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7" name="Ellipse 87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8" name="Ellipse 87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9" name="Ellipse 87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0" name="Rechteck 87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1" name="Rechteck 87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2" name="Rechteck 87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3" name="Rechteck 87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4" name="Rechteck 87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5" name="Rechteck 87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6" name="Rechteck 87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7" name="Rechteck 87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39" name="Textfeld 87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737" name="Textfeld 8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667" name="Gruppieren 8666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06" name="Gruppieren 87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08" name="Gruppieren 87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10" name="Rechteck 8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1" name="Rechteck 87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2" name="Ellipse 87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3" name="Ellipse 87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4" name="Textfeld 87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5" name="Textfeld 87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16" name="Ellipse 8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7" name="Ellipse 8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8" name="Textfeld 87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19" name="Textfeld 871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0" name="Ellipse 87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1" name="Ellipse 87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2" name="Textfeld 872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3" name="Textfeld 872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4" name="Ellipse 87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5" name="Ellipse 87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6" name="Textfeld 87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27" name="Textfeld 87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28" name="Rechteck 87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9" name="Rechteck 87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0" name="Rechteck 87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1" name="Rechteck 87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2" name="Rechteck 87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3" name="Rechteck 87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4" name="Rechteck 87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5" name="Rechteck 87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09" name="Textfeld 87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707" name="Textfeld 87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668" name="Gruppieren 8667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02" name="Gruppieren 870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704" name="Rechteck 870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705" name="Textfeld 87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03" name="Textfeld 87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669" name="Rechteck 8668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670" name="Gruppieren 8669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8672" name="Gruppieren 8671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8674" name="Gruppieren 8673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8676" name="Rechteck 8675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7" name="Rechteck 86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8" name="Ellipse 86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9" name="Ellipse 86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0" name="Textfeld 86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81" name="Textfeld 86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82" name="Ellipse 86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3" name="Ellipse 86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4" name="Textfeld 86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5" name="Textfeld 8684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6" name="Ellipse 86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7" name="Ellipse 86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8" name="Textfeld 86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89" name="Textfeld 86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90" name="Ellipse 86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1" name="Ellipse 86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2" name="Textfeld 86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3" name="Textfeld 8692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4" name="Rechteck 86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5" name="Rechteck 86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6" name="Rechteck 86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7" name="Rechteck 86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8" name="Rechteck 86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9" name="Rechteck 86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0" name="Rechteck 86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1" name="Rechteck 87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75" name="Textfeld 8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673" name="Textfeld 8672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8671" name="Textfeld 8670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661" name="Gruppieren 2660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852" name="Gruppieren 28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854" name="Gruppieren 28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856" name="Rechteck 28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7" name="Rechteck 28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Ellipse 28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Ellipse 28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Ellipse 28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2" name="Rechteck 28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5" name="Textfeld 28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53" name="Textfeld 28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822" name="Gruppieren 28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4" name="Gruppieren 28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6" name="Rechteck 28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7" name="Rechteck 28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Ellipse 28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1" name="Textfeld 28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Ellipse 28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35" name="Textfeld 28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36" name="Ellipse 28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Ellipse 28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Textfeld 28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39" name="Textfeld 28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40" name="Ellipse 28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Ellipse 28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Textfeld 28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43" name="Textfeld 28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44" name="Rechteck 28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5" name="Rechteck 28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5" name="Textfeld 28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23" name="Textfeld 28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92" name="Gruppieren 27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94" name="Gruppieren 27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96" name="Rechteck 27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7" name="Rechteck 27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Textfeld 27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02" name="Ellipse 28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Textfeld 28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06" name="Ellipse 28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Ellipse 28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Textfeld 28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9" name="Textfeld 28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10" name="Ellipse 28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Ellipse 28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Textfeld 28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13" name="Textfeld 28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Rechteck 28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Rechteck 28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Rechteck 28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5" name="Textfeld 27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93" name="Textfeld 27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770" name="Gruppieren 276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72" name="Gruppieren 277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Ellipse 27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Ellipse 27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Ellipse 27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Ellipse 27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Rechteck 27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Rechteck 27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Rechteck 27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73" name="Textfeld 27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71" name="Textfeld 2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40" name="Gruppieren 27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42" name="Gruppieren 27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Ellipse 2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Textfeld 27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50" name="Ellipse 27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2" name="Textfeld 27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53" name="Textfeld 27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4" name="Ellipse 27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5" name="Ellipse 27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6" name="Textfeld 275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57" name="Textfeld 275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Rechteck 2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Rechteck 2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Rechteck 2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Rechteck 2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43" name="Textfeld 2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741" name="Textfeld 2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712" name="Gruppieren 271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714" name="Gruppieren 271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7" name="Rechteck 27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Ellipse 27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Textfeld 27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1" name="Textfeld 27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2" name="Ellipse 27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Ellipse 27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2" name="Rechteck 2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5" name="Textfeld 27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713" name="Textfeld 27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708" name="Gruppieren 270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710" name="Rechteck 27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11" name="Textfeld 271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09" name="Textfeld 27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674" name="Rechteck 2673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675" name="Textfeld 2674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676" name="Gruppieren 2675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677" name="Gruppieren 267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681" name="Gruppieren 268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683" name="Gruppieren 268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685" name="Rechteck 268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86" name="Rechteck 268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7" name="Ellipse 268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8" name="Ellipse 268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9" name="Textfeld 268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690" name="Ellipse 268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1" name="Ellipse 269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2" name="Textfeld 269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3" name="Textfeld 269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4" name="Ellipse 269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5" name="Ellipse 269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6" name="Textfeld 269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7" name="Textfeld 269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8" name="Ellipse 269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99" name="Ellipse 269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0" name="Rechteck 26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1" name="Rechteck 27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2" name="Rechteck 27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3" name="Rechteck 27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4" name="Rechteck 27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5" name="Rechteck 27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6" name="Rechteck 27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7" name="Rechteck 27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682" name="Textfeld 268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678" name="Textfeld 267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2679" name="Textfeld 267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2680" name="Textfeld 267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874" name="Gruppieren 2873"/>
          <p:cNvGrpSpPr/>
          <p:nvPr/>
        </p:nvGrpSpPr>
        <p:grpSpPr>
          <a:xfrm>
            <a:off x="396407" y="942675"/>
            <a:ext cx="4806473" cy="1652928"/>
            <a:chOff x="2235114" y="1103872"/>
            <a:chExt cx="4806473" cy="1652928"/>
          </a:xfrm>
        </p:grpSpPr>
        <p:grpSp>
          <p:nvGrpSpPr>
            <p:cNvPr id="2875" name="Gruppieren 2874"/>
            <p:cNvGrpSpPr/>
            <p:nvPr/>
          </p:nvGrpSpPr>
          <p:grpSpPr>
            <a:xfrm>
              <a:off x="2479905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391" name="Gruppieren 339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93" name="Gruppieren 339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95" name="Rechteck 33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96" name="Rechteck 33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7" name="Ellipse 33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98" name="Ellipse 33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9" name="Ellipse 33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0" name="Ellipse 33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1" name="Ellipse 340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2" name="Ellipse 340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3" name="Ellipse 34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4" name="Ellipse 34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5" name="Rechteck 34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6" name="Rechteck 34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7" name="Rechteck 34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8" name="Rechteck 34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9" name="Rechteck 34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0" name="Rechteck 34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Rechteck 34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2" name="Rechteck 34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94" name="Textfeld 33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92" name="Textfeld 33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876" name="Rechteck 2875"/>
            <p:cNvSpPr/>
            <p:nvPr/>
          </p:nvSpPr>
          <p:spPr>
            <a:xfrm>
              <a:off x="2240521" y="12665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7" name="Rechteck 2876"/>
            <p:cNvSpPr/>
            <p:nvPr/>
          </p:nvSpPr>
          <p:spPr>
            <a:xfrm>
              <a:off x="2317297" y="14479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8" name="Rechteck 2877"/>
            <p:cNvSpPr/>
            <p:nvPr/>
          </p:nvSpPr>
          <p:spPr>
            <a:xfrm>
              <a:off x="2273823" y="14906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9" name="Rechteck 2878"/>
            <p:cNvSpPr/>
            <p:nvPr/>
          </p:nvSpPr>
          <p:spPr>
            <a:xfrm>
              <a:off x="2317967" y="20564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80" name="Rechteck 2879"/>
            <p:cNvSpPr/>
            <p:nvPr/>
          </p:nvSpPr>
          <p:spPr>
            <a:xfrm>
              <a:off x="2274493" y="20991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881" name="Gruppieren 2880"/>
            <p:cNvGrpSpPr/>
            <p:nvPr/>
          </p:nvGrpSpPr>
          <p:grpSpPr>
            <a:xfrm>
              <a:off x="3130320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361" name="Gruppieren 33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63" name="Gruppieren 33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65" name="Rechteck 33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6" name="Rechteck 33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Textfeld 33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70" name="Textfeld 33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Ellipse 33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Textfeld 33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4" name="Textfeld 33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5" name="Ellipse 33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Ellipse 33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Textfeld 33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8" name="Textfeld 33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9" name="Ellipse 33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80" name="Ellipse 33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1" name="Textfeld 33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82" name="Textfeld 33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83" name="Rechteck 33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4" name="Rechteck 33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5" name="Rechteck 33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6" name="Rechteck 33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7" name="Rechteck 33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8" name="Rechteck 33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9" name="Rechteck 33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0" name="Rechteck 33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4" name="Textfeld 33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62" name="Textfeld 33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2" name="Gruppieren 2881"/>
            <p:cNvGrpSpPr/>
            <p:nvPr/>
          </p:nvGrpSpPr>
          <p:grpSpPr>
            <a:xfrm>
              <a:off x="3454299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331" name="Gruppieren 33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3" name="Gruppieren 33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5" name="Rechteck 33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6" name="Rechteck 33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Ellipse 33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Ellipse 33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Textfeld 33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40" name="Textfeld 33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41" name="Ellipse 33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Ellipse 33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Textfeld 33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4" name="Textfeld 33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5" name="Ellipse 33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6" name="Ellipse 33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7" name="Textfeld 33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8" name="Textfeld 33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9" name="Ellipse 33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0" name="Ellipse 33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Textfeld 33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2" name="Textfeld 33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Rechteck 33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9" name="Rechteck 33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0" name="Rechteck 33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4" name="Textfeld 33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332" name="Textfeld 33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3" name="Gruppieren 2882"/>
            <p:cNvGrpSpPr/>
            <p:nvPr/>
          </p:nvGrpSpPr>
          <p:grpSpPr>
            <a:xfrm>
              <a:off x="3778278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301" name="Gruppieren 330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3" name="Gruppieren 33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5" name="Rechteck 33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6" name="Rechteck 33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Ellipse 33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8" name="Ellipse 33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9" name="Textfeld 33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10" name="Textfeld 33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11" name="Ellipse 33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2" name="Ellipse 33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3" name="Textfeld 33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4" name="Textfeld 33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5" name="Ellipse 33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6" name="Ellipse 33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7" name="Textfeld 33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8" name="Textfeld 33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9" name="Ellipse 33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0" name="Ellipse 33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Textfeld 33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2" name="Textfeld 33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Rechteck 33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9" name="Rechteck 33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0" name="Rechteck 33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4" name="Textfeld 330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302" name="Textfeld 33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4" name="Gruppieren 2883"/>
            <p:cNvGrpSpPr/>
            <p:nvPr/>
          </p:nvGrpSpPr>
          <p:grpSpPr>
            <a:xfrm>
              <a:off x="4759847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3279" name="Gruppieren 327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281" name="Gruppieren 328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283" name="Rechteck 32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4" name="Rechteck 32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Ellipse 32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6" name="Ellipse 32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9" name="Ellipse 3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0" name="Ellipse 3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91" name="Ellipse 329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Ellipse 329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Rechteck 32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0" name="Rechteck 32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82" name="Textfeld 32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280" name="Textfeld 3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885" name="Gruppieren 2884"/>
            <p:cNvGrpSpPr/>
            <p:nvPr/>
          </p:nvGrpSpPr>
          <p:grpSpPr>
            <a:xfrm>
              <a:off x="5084673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3089" name="Gruppieren 308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91" name="Gruppieren 30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93" name="Rechteck 30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94" name="Rechteck 30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Ellipse 30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6" name="Ellipse 30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7" name="Textfeld 30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98" name="Textfeld 30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99" name="Ellipse 30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Ellipse 30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1" name="Textfeld 31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2" name="Textfeld 31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3" name="Ellipse 31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Ellipse 31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Textfeld 31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6" name="Textfeld 31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7" name="Ellipse 31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08" name="Ellipse 31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9" name="Textfeld 31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10" name="Textfeld 31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11" name="Rechteck 3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2" name="Rechteck 3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Rechteck 3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Rechteck 3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8" name="Rechteck 3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92" name="Textfeld 309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090" name="Textfeld 30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6" name="Gruppieren 2885"/>
            <p:cNvGrpSpPr/>
            <p:nvPr/>
          </p:nvGrpSpPr>
          <p:grpSpPr>
            <a:xfrm>
              <a:off x="5408652" y="1103872"/>
              <a:ext cx="417638" cy="1652928"/>
              <a:chOff x="1692193" y="1141150"/>
              <a:chExt cx="417638" cy="1652928"/>
            </a:xfrm>
          </p:grpSpPr>
          <p:grpSp>
            <p:nvGrpSpPr>
              <p:cNvPr id="3059" name="Gruppieren 3058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061" name="Gruppieren 30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63" name="Rechteck 30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4" name="Rechteck 30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5" name="Ellipse 30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6" name="Ellipse 30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7" name="Textfeld 30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68" name="Textfeld 30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69" name="Ellipse 30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0" name="Ellipse 30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1" name="Textfeld 30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2" name="Textfeld 30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3" name="Ellipse 30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Ellipse 30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Textfeld 30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6" name="Textfeld 30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7" name="Ellipse 30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Ellipse 30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9" name="Textfeld 30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80" name="Textfeld 30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81" name="Rechteck 30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2" name="Rechteck 30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Rechteck 30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Rechteck 30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8" name="Rechteck 30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62" name="Textfeld 3061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060" name="Textfeld 30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7" name="Gruppieren 2886"/>
            <p:cNvGrpSpPr/>
            <p:nvPr/>
          </p:nvGrpSpPr>
          <p:grpSpPr>
            <a:xfrm>
              <a:off x="5732631" y="1103872"/>
              <a:ext cx="371759" cy="1652928"/>
              <a:chOff x="1692193" y="1141150"/>
              <a:chExt cx="371759" cy="1652928"/>
            </a:xfrm>
          </p:grpSpPr>
          <p:grpSp>
            <p:nvGrpSpPr>
              <p:cNvPr id="3029" name="Gruppieren 302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031" name="Gruppieren 30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4" name="Rechteck 30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Ellipse 30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Textfeld 30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38" name="Textfeld 30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39" name="Ellipse 30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Ellipse 30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1" name="Textfeld 30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2" name="Textfeld 30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3" name="Ellipse 30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Ellipse 30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Textfeld 30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6" name="Textfeld 30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Ellipse 30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9" name="Textfeld 30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50" name="Textfeld 30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51" name="Rechteck 30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Rechteck 30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8" name="Rechteck 30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32" name="Textfeld 303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030" name="Textfeld 30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8" name="Gruppieren 2887"/>
            <p:cNvGrpSpPr/>
            <p:nvPr/>
          </p:nvGrpSpPr>
          <p:grpSpPr>
            <a:xfrm>
              <a:off x="6055467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2999" name="Gruppieren 29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001" name="Gruppieren 30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04" name="Rechteck 30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Ellipse 30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Textfeld 30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9" name="Ellipse 30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Ellipse 30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1" name="Textfeld 30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2" name="Textfeld 30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3" name="Ellipse 30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Ellipse 30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Textfeld 30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6" name="Textfeld 30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Ellipse 30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20" name="Textfeld 30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Rechteck 30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Rechteck 30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8" name="Rechteck 30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02" name="Textfeld 30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000" name="Textfeld 29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2889" name="Rechteck 2888"/>
            <p:cNvSpPr/>
            <p:nvPr/>
          </p:nvSpPr>
          <p:spPr>
            <a:xfrm>
              <a:off x="4468465" y="1183062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890" name="Rechteck 2889"/>
            <p:cNvSpPr/>
            <p:nvPr/>
          </p:nvSpPr>
          <p:spPr>
            <a:xfrm>
              <a:off x="4438897" y="1154063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2891" name="Textfeld 2890"/>
            <p:cNvSpPr txBox="1"/>
            <p:nvPr/>
          </p:nvSpPr>
          <p:spPr>
            <a:xfrm>
              <a:off x="4433773" y="2591027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2892" name="Gruppieren 2891"/>
            <p:cNvGrpSpPr/>
            <p:nvPr/>
          </p:nvGrpSpPr>
          <p:grpSpPr>
            <a:xfrm>
              <a:off x="6378138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2969" name="Gruppieren 29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71" name="Gruppieren 29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73" name="Rechteck 29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4" name="Rechteck 29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Ellipse 29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Textfeld 29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79" name="Ellipse 29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0" name="Ellipse 29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Textfeld 29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2" name="Textfeld 29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3" name="Ellipse 29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Ellipse 29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Textfeld 29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86" name="Textfeld 29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87" name="Ellipse 29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Ellipse 29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Textfeld 29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90" name="Textfeld 29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91" name="Rechteck 29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2" name="Rechteck 29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4" name="Rechteck 29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5" name="Rechteck 29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Rechteck 29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7" name="Rechteck 29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8" name="Rechteck 29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72" name="Textfeld 29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970" name="Textfeld 29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893" name="Gruppieren 2892"/>
            <p:cNvGrpSpPr/>
            <p:nvPr/>
          </p:nvGrpSpPr>
          <p:grpSpPr>
            <a:xfrm>
              <a:off x="6695150" y="1118235"/>
              <a:ext cx="346437" cy="1638565"/>
              <a:chOff x="1686699" y="1155513"/>
              <a:chExt cx="346437" cy="1638565"/>
            </a:xfrm>
          </p:grpSpPr>
          <p:grpSp>
            <p:nvGrpSpPr>
              <p:cNvPr id="2965" name="Gruppieren 2964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967" name="Rechteck 2966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68" name="Textfeld 2967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966" name="Textfeld 29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894" name="Textfeld 2893"/>
            <p:cNvSpPr txBox="1"/>
            <p:nvPr/>
          </p:nvSpPr>
          <p:spPr>
            <a:xfrm>
              <a:off x="2235114" y="25877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895" name="Gruppieren 2894"/>
            <p:cNvGrpSpPr/>
            <p:nvPr/>
          </p:nvGrpSpPr>
          <p:grpSpPr>
            <a:xfrm>
              <a:off x="2803395" y="1103872"/>
              <a:ext cx="327049" cy="1652928"/>
              <a:chOff x="3131212" y="1103872"/>
              <a:chExt cx="327049" cy="1652928"/>
            </a:xfrm>
          </p:grpSpPr>
          <p:grpSp>
            <p:nvGrpSpPr>
              <p:cNvPr id="2934" name="Gruppieren 2933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936" name="Gruppieren 293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938" name="Gruppieren 293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940" name="Rechteck 29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41" name="Rechteck 29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2" name="Ellipse 29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43" name="Ellipse 29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4" name="Textfeld 294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945" name="Ellipse 294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6" name="Ellipse 294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7" name="Textfeld 294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48" name="Textfeld 294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49" name="Ellipse 294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0" name="Ellipse 294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1" name="Textfeld 295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52" name="Textfeld 295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53" name="Ellipse 295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4" name="Ellipse 295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5" name="Textfeld 295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956" name="Textfeld 295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957" name="Rechteck 295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8" name="Rechteck 295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9" name="Rechteck 295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0" name="Rechteck 295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1" name="Rechteck 296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2" name="Rechteck 296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3" name="Rechteck 296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4" name="Rechteck 296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939" name="Textfeld 29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937" name="Textfeld 29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935" name="Textfeld 2934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 smtClean="0"/>
                  <a:t>2</a:t>
                </a:r>
                <a:endParaRPr lang="de-DE" dirty="0"/>
              </a:p>
            </p:txBody>
          </p:sp>
        </p:grpSp>
        <p:grpSp>
          <p:nvGrpSpPr>
            <p:cNvPr id="2896" name="Gruppieren 2895"/>
            <p:cNvGrpSpPr/>
            <p:nvPr/>
          </p:nvGrpSpPr>
          <p:grpSpPr>
            <a:xfrm>
              <a:off x="4105134" y="1153801"/>
              <a:ext cx="324950" cy="1602737"/>
              <a:chOff x="2526020" y="269422"/>
              <a:chExt cx="324950" cy="1602737"/>
            </a:xfrm>
          </p:grpSpPr>
          <p:sp>
            <p:nvSpPr>
              <p:cNvPr id="2897" name="Rechteck 2896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898" name="Ellipse 2897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rgbClr val="1F4E79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899" name="Ellipse 2898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0" name="Ellipse 2899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1" name="Ellipse 2900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2" name="Textfeld 2901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3" name="Textfeld 2902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4" name="Ellipse 2903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905" name="Ellipse 2904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6" name="Ellipse 2905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7" name="Ellipse 2906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08" name="Ellipse 2907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909" name="Ellipse 2908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0" name="Ellipse 2909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1" name="Ellipse 2910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2" name="Ellipse 2911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913" name="Ellipse 2912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4" name="Ellipse 2913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915" name="Ellipse 2914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916" name="Gruppieren 2915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917" name="Rechteck 2916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18" name="Rechteck 2917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19" name="Rechteck 2918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0" name="Rechteck 2919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21" name="Rechteck 2920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2" name="Rechteck 2921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3" name="Rechteck 2922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4" name="Rechteck 2923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5" name="Rechteck 2924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6" name="Rechteck 2925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7" name="Rechteck 2926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8" name="Rechteck 2927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29" name="Rechteck 2928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30" name="Rechteck 2929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31" name="Rechteck 2930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32" name="Rechteck 2931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933" name="Rechteck 2932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45726846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7945</Words>
  <Application>Microsoft Office PowerPoint</Application>
  <PresentationFormat>Benutzerdefiniert</PresentationFormat>
  <Paragraphs>7595</Paragraphs>
  <Slides>27</Slides>
  <Notes>2</Notes>
  <HiddenSlides>0</HiddenSlides>
  <MMClips>0</MMClips>
  <ScaleCrop>false</ScaleCrop>
  <HeadingPairs>
    <vt:vector size="6" baseType="variant">
      <vt:variant>
        <vt:lpstr>Verwendete Schriftarten</vt:lpstr>
      </vt:variant>
      <vt:variant>
        <vt:i4>3</vt:i4>
      </vt:variant>
      <vt:variant>
        <vt:lpstr>Design</vt:lpstr>
      </vt:variant>
      <vt:variant>
        <vt:i4>1</vt:i4>
      </vt:variant>
      <vt:variant>
        <vt:lpstr>Folientitel</vt:lpstr>
      </vt:variant>
      <vt:variant>
        <vt:i4>27</vt:i4>
      </vt:variant>
    </vt:vector>
  </HeadingPairs>
  <TitlesOfParts>
    <vt:vector size="31" baseType="lpstr">
      <vt:lpstr>Arial</vt:lpstr>
      <vt:lpstr>Calibri</vt:lpstr>
      <vt:lpstr>Calibri Light</vt:lpstr>
      <vt:lpstr>Office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PowerPoint-Präsentation</dc:title>
  <dc:creator>joachim fischer</dc:creator>
  <cp:lastModifiedBy>user3</cp:lastModifiedBy>
  <cp:revision>141</cp:revision>
  <dcterms:created xsi:type="dcterms:W3CDTF">2016-10-05T09:59:32Z</dcterms:created>
  <dcterms:modified xsi:type="dcterms:W3CDTF">2017-07-11T11:04:55Z</dcterms:modified>
</cp:coreProperties>
</file>